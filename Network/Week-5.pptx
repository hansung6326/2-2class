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3"/>
  </p:notesMasterIdLst>
  <p:sldIdLst>
    <p:sldId id="256" r:id="rId2"/>
    <p:sldId id="360" r:id="rId3"/>
    <p:sldId id="351" r:id="rId4"/>
    <p:sldId id="352" r:id="rId5"/>
    <p:sldId id="353" r:id="rId6"/>
    <p:sldId id="354" r:id="rId7"/>
    <p:sldId id="355" r:id="rId8"/>
    <p:sldId id="356" r:id="rId9"/>
    <p:sldId id="357" r:id="rId10"/>
    <p:sldId id="358" r:id="rId11"/>
    <p:sldId id="359" r:id="rId12"/>
    <p:sldId id="361" r:id="rId13"/>
    <p:sldId id="362" r:id="rId14"/>
    <p:sldId id="363" r:id="rId15"/>
    <p:sldId id="364" r:id="rId16"/>
    <p:sldId id="365" r:id="rId17"/>
    <p:sldId id="366" r:id="rId18"/>
    <p:sldId id="393" r:id="rId19"/>
    <p:sldId id="367" r:id="rId20"/>
    <p:sldId id="368" r:id="rId21"/>
    <p:sldId id="369" r:id="rId22"/>
    <p:sldId id="370" r:id="rId23"/>
    <p:sldId id="371" r:id="rId24"/>
    <p:sldId id="372" r:id="rId25"/>
    <p:sldId id="373" r:id="rId26"/>
    <p:sldId id="374" r:id="rId27"/>
    <p:sldId id="375" r:id="rId28"/>
    <p:sldId id="377" r:id="rId29"/>
    <p:sldId id="378" r:id="rId30"/>
    <p:sldId id="379" r:id="rId31"/>
    <p:sldId id="380" r:id="rId32"/>
    <p:sldId id="381" r:id="rId33"/>
    <p:sldId id="382" r:id="rId34"/>
    <p:sldId id="383" r:id="rId35"/>
    <p:sldId id="384" r:id="rId36"/>
    <p:sldId id="385" r:id="rId37"/>
    <p:sldId id="386" r:id="rId38"/>
    <p:sldId id="387" r:id="rId39"/>
    <p:sldId id="392" r:id="rId40"/>
    <p:sldId id="390" r:id="rId41"/>
    <p:sldId id="391" r:id="rId42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44"/>
    </p:embeddedFont>
    <p:embeddedFont>
      <p:font typeface="넥슨Lv1고딕" panose="020B0600000101010101" charset="-127"/>
      <p:regular r:id="rId45"/>
    </p:embeddedFont>
    <p:embeddedFont>
      <p:font typeface="넥슨Lv1고딕 Bold" panose="020B0600000101010101" charset="-127"/>
      <p:bold r:id="rId4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8983"/>
    <a:srgbClr val="F27037"/>
    <a:srgbClr val="105BA0"/>
    <a:srgbClr val="000000"/>
    <a:srgbClr val="C0D7EE"/>
    <a:srgbClr val="E1ECF7"/>
    <a:srgbClr val="EFF5FB"/>
    <a:srgbClr val="F2FBFB"/>
    <a:srgbClr val="F2F2F2"/>
    <a:srgbClr val="4B85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73" autoAdjust="0"/>
    <p:restoredTop sz="88766" autoAdjust="0"/>
  </p:normalViewPr>
  <p:slideViewPr>
    <p:cSldViewPr snapToGrid="0">
      <p:cViewPr varScale="1">
        <p:scale>
          <a:sx n="98" d="100"/>
          <a:sy n="98" d="100"/>
        </p:scale>
        <p:origin x="696" y="52"/>
      </p:cViewPr>
      <p:guideLst>
        <p:guide pos="415"/>
        <p:guide orient="horz" pos="2160"/>
      </p:guideLst>
    </p:cSldViewPr>
  </p:slideViewPr>
  <p:outlineViewPr>
    <p:cViewPr>
      <p:scale>
        <a:sx n="33" d="100"/>
        <a:sy n="33" d="100"/>
      </p:scale>
      <p:origin x="0" y="-70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E140C150-30F4-4EB8-A68E-9542B6266399}" type="datetimeFigureOut">
              <a:rPr lang="ko-KR" altLang="en-US" smtClean="0"/>
              <a:pPr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83CE925C-F659-44E3-9F87-D3B4F55FEB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2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0032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828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ＭＳ Ｐゴシック" pitchFamily="34" charset="-128"/>
              </a:rPr>
              <a:t>Akamai: 100,000+ servers in 1000+ clusters in 1000+ networks in 70+ countries serving trillions of requests a day.</a:t>
            </a:r>
          </a:p>
          <a:p>
            <a:endParaRPr lang="en-US" altLang="ko-KR">
              <a:ea typeface="ＭＳ Ｐゴシック" pitchFamily="34" charset="-128"/>
            </a:endParaRPr>
          </a:p>
          <a:p>
            <a:r>
              <a:rPr lang="en-US" altLang="ko-KR">
                <a:ea typeface="ＭＳ Ｐゴシック" pitchFamily="34" charset="-128"/>
              </a:rPr>
              <a:t>How many people use Netflix?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403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>
                <a:ea typeface="ＭＳ Ｐゴシック" pitchFamily="34" charset="-128"/>
              </a:rPr>
              <a:t>peak load: 7million viewers, 2 Tbytes via 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10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서버가 먼저 동작하고 있고 클라이언트가 서버를 찾아서 문자를 전송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065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클라이언트는 서버의 주소</a:t>
            </a:r>
            <a:r>
              <a:rPr lang="en-US" altLang="ko-KR" dirty="0"/>
              <a:t>(</a:t>
            </a:r>
            <a:r>
              <a:rPr lang="en-US" altLang="ko-KR" dirty="0" err="1"/>
              <a:t>ip</a:t>
            </a:r>
            <a:r>
              <a:rPr lang="ko-KR" altLang="en-US" dirty="0"/>
              <a:t>주소와 포트번호</a:t>
            </a:r>
            <a:r>
              <a:rPr lang="en-US" altLang="ko-KR" dirty="0"/>
              <a:t>)</a:t>
            </a:r>
            <a:r>
              <a:rPr lang="ko-KR" altLang="en-US" dirty="0"/>
              <a:t>를 미리 알아야 </a:t>
            </a:r>
            <a:r>
              <a:rPr lang="ko-KR" altLang="ko-KR" dirty="0"/>
              <a:t>연결 요청(TCP)이나 데이터 전송(UDP)을 할 수</a:t>
            </a:r>
            <a:r>
              <a:rPr lang="en-US" altLang="ko-KR" dirty="0"/>
              <a:t> </a:t>
            </a:r>
            <a:r>
              <a:rPr lang="ko-KR" altLang="en-US" dirty="0"/>
              <a:t>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625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에코 서버의 함수 </a:t>
            </a:r>
            <a:r>
              <a:rPr lang="en-US" altLang="ko-KR" dirty="0"/>
              <a:t>10</a:t>
            </a:r>
            <a:r>
              <a:rPr lang="ko-KR" altLang="en-US" dirty="0"/>
              <a:t>개</a:t>
            </a:r>
            <a:br>
              <a:rPr lang="en-US" altLang="ko-KR" dirty="0"/>
            </a:br>
            <a:r>
              <a:rPr lang="en-US" altLang="ko-KR" dirty="0"/>
              <a:t>socket(), close(), </a:t>
            </a:r>
            <a:r>
              <a:rPr lang="en-US" altLang="ko-KR" dirty="0" err="1"/>
              <a:t>sendto</a:t>
            </a:r>
            <a:r>
              <a:rPr lang="en-US" altLang="ko-KR" dirty="0"/>
              <a:t>(), </a:t>
            </a:r>
            <a:r>
              <a:rPr lang="en-US" altLang="ko-KR" dirty="0" err="1"/>
              <a:t>recvfrom</a:t>
            </a:r>
            <a:r>
              <a:rPr lang="en-US" altLang="ko-KR" dirty="0"/>
              <a:t>(), bind(), listen(), accept(), send(), </a:t>
            </a:r>
            <a:r>
              <a:rPr lang="en-US" altLang="ko-KR" dirty="0" err="1"/>
              <a:t>recv</a:t>
            </a:r>
            <a:r>
              <a:rPr lang="en-US" altLang="ko-KR" dirty="0"/>
              <a:t>(), </a:t>
            </a:r>
            <a:r>
              <a:rPr lang="en-US" altLang="ko-KR"/>
              <a:t>connect()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505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86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8E58B23-F003-438F-9390-0AE2D7CD0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텍스트 개체 틀 19">
            <a:extLst>
              <a:ext uri="{FF2B5EF4-FFF2-40B4-BE49-F238E27FC236}">
                <a16:creationId xmlns:a16="http://schemas.microsoft.com/office/drawing/2014/main" id="{86EBB590-FEE8-401E-8EA0-BCE5353BDCD0}"/>
              </a:ext>
            </a:extLst>
          </p:cNvPr>
          <p:cNvSpPr txBox="1">
            <a:spLocks/>
          </p:cNvSpPr>
          <p:nvPr/>
        </p:nvSpPr>
        <p:spPr>
          <a:xfrm>
            <a:off x="846203" y="2397206"/>
            <a:ext cx="5249797" cy="1144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6CC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데이터</a:t>
            </a: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통신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EC8F8-3EF6-4B10-A06F-EC62C7E0CD3E}"/>
              </a:ext>
            </a:extLst>
          </p:cNvPr>
          <p:cNvSpPr txBox="1"/>
          <p:nvPr/>
        </p:nvSpPr>
        <p:spPr>
          <a:xfrm>
            <a:off x="846203" y="5458844"/>
            <a:ext cx="3851275" cy="39395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atinLnBrk="1">
              <a:lnSpc>
                <a:spcPct val="130000"/>
              </a:lnSpc>
              <a:spcBef>
                <a:spcPts val="600"/>
              </a:spcBef>
              <a:defRPr/>
            </a:pP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한성대학교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황 호 영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교수 </a:t>
            </a:r>
          </a:p>
        </p:txBody>
      </p:sp>
      <p:pic>
        <p:nvPicPr>
          <p:cNvPr id="12" name="그림 11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84D97AAB-4486-4F3F-86BE-841ABC35D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202" y="770137"/>
            <a:ext cx="1068323" cy="422954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B09D02F-4765-492A-A03F-2CC73DC21629}"/>
              </a:ext>
            </a:extLst>
          </p:cNvPr>
          <p:cNvSpPr/>
          <p:nvPr/>
        </p:nvSpPr>
        <p:spPr>
          <a:xfrm>
            <a:off x="561974" y="2337557"/>
            <a:ext cx="354331" cy="354331"/>
          </a:xfrm>
          <a:custGeom>
            <a:avLst/>
            <a:gdLst>
              <a:gd name="connsiteX0" fmla="*/ 0 w 646331"/>
              <a:gd name="connsiteY0" fmla="*/ 0 h 646331"/>
              <a:gd name="connsiteX1" fmla="*/ 646331 w 646331"/>
              <a:gd name="connsiteY1" fmla="*/ 0 h 646331"/>
              <a:gd name="connsiteX2" fmla="*/ 646331 w 646331"/>
              <a:gd name="connsiteY2" fmla="*/ 278601 h 646331"/>
              <a:gd name="connsiteX3" fmla="*/ 323165 w 646331"/>
              <a:gd name="connsiteY3" fmla="*/ 278601 h 646331"/>
              <a:gd name="connsiteX4" fmla="*/ 323165 w 646331"/>
              <a:gd name="connsiteY4" fmla="*/ 646331 h 646331"/>
              <a:gd name="connsiteX5" fmla="*/ 0 w 646331"/>
              <a:gd name="connsiteY5" fmla="*/ 64633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6" fmla="*/ 414605 w 646331"/>
              <a:gd name="connsiteY6" fmla="*/ 37004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0" fmla="*/ 323165 w 646331"/>
              <a:gd name="connsiteY0" fmla="*/ 646331 h 646331"/>
              <a:gd name="connsiteX1" fmla="*/ 0 w 646331"/>
              <a:gd name="connsiteY1" fmla="*/ 646331 h 646331"/>
              <a:gd name="connsiteX2" fmla="*/ 0 w 646331"/>
              <a:gd name="connsiteY2" fmla="*/ 0 h 646331"/>
              <a:gd name="connsiteX3" fmla="*/ 646331 w 646331"/>
              <a:gd name="connsiteY3" fmla="*/ 0 h 646331"/>
              <a:gd name="connsiteX4" fmla="*/ 646331 w 646331"/>
              <a:gd name="connsiteY4" fmla="*/ 278601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331" h="646331">
                <a:moveTo>
                  <a:pt x="323165" y="646331"/>
                </a:moveTo>
                <a:lnTo>
                  <a:pt x="0" y="646331"/>
                </a:lnTo>
                <a:lnTo>
                  <a:pt x="0" y="0"/>
                </a:lnTo>
                <a:lnTo>
                  <a:pt x="646331" y="0"/>
                </a:lnTo>
                <a:lnTo>
                  <a:pt x="646331" y="278601"/>
                </a:lnTo>
              </a:path>
            </a:pathLst>
          </a:custGeom>
          <a:noFill/>
          <a:ln w="28575"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latinLnBrk="0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406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8E84835-0DF2-4DD9-A283-A656C61EAB8C}"/>
              </a:ext>
            </a:extLst>
          </p:cNvPr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4EBD87E-3A54-41C8-9F34-AED9EBD1CB9B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B23F09C4-A7CA-4012-8905-5AEF03E222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7625" b="570"/>
              <a:stretch/>
            </p:blipFill>
            <p:spPr>
              <a:xfrm>
                <a:off x="0" y="0"/>
                <a:ext cx="12192000" cy="2867025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6BDC9A2E-AA5F-4680-A3C9-D6DD48912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472" b="8334"/>
              <a:stretch/>
            </p:blipFill>
            <p:spPr>
              <a:xfrm>
                <a:off x="0" y="2867025"/>
                <a:ext cx="12192000" cy="3990975"/>
              </a:xfrm>
              <a:prstGeom prst="rect">
                <a:avLst/>
              </a:prstGeom>
            </p:spPr>
          </p:pic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DF38D8D-6B96-4687-9813-B6F30BDFF1A1}"/>
                </a:ext>
              </a:extLst>
            </p:cNvPr>
            <p:cNvSpPr/>
            <p:nvPr/>
          </p:nvSpPr>
          <p:spPr>
            <a:xfrm flipH="1">
              <a:off x="0" y="0"/>
              <a:ext cx="12189534" cy="685800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95000"/>
                    <a:lumOff val="5000"/>
                    <a:alpha val="65000"/>
                  </a:schemeClr>
                </a:gs>
                <a:gs pos="100000">
                  <a:srgbClr val="09C9A9">
                    <a:alpha val="86000"/>
                  </a:srgbClr>
                </a:gs>
                <a:gs pos="76000">
                  <a:srgbClr val="00AFEF">
                    <a:alpha val="80000"/>
                  </a:srgbClr>
                </a:gs>
                <a:gs pos="42000">
                  <a:srgbClr val="0058A2">
                    <a:alpha val="51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endParaRPr>
            </a:p>
          </p:txBody>
        </p:sp>
      </p:grp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5F0A33CB-60D6-4F92-BEB3-7CA6E3DF02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</a:t>
            </a:r>
            <a:r>
              <a:rPr lang="ko-KR" altLang="en-US"/>
              <a:t>편집하려면 클릭</a:t>
            </a:r>
            <a:endParaRPr lang="ko-KR" altLang="en-US" dirty="0"/>
          </a:p>
        </p:txBody>
      </p:sp>
      <p:pic>
        <p:nvPicPr>
          <p:cNvPr id="18" name="그림 17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104391FA-D3E0-4D50-B6D1-6871FE0B13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492" y="357964"/>
            <a:ext cx="904917" cy="358261"/>
          </a:xfrm>
          <a:prstGeom prst="rect">
            <a:avLst/>
          </a:prstGeom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95E1FDB4-6084-4885-9561-CE889B62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6FD91E-E9A9-4A78-A932-60E362AB8C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6"/>
            <a:ext cx="11510246" cy="57551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F2B31C-DCE3-492B-A4A1-0D0574B35354}"/>
              </a:ext>
            </a:extLst>
          </p:cNvPr>
          <p:cNvSpPr txBox="1"/>
          <p:nvPr userDrawn="1"/>
        </p:nvSpPr>
        <p:spPr>
          <a:xfrm>
            <a:off x="696915" y="6166170"/>
            <a:ext cx="6113504" cy="323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*출처 </a:t>
            </a: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 『Computer Networking : A Top Down  Approach Eighth Edition』 </a:t>
            </a:r>
          </a:p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32321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5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그룹 69">
            <a:extLst>
              <a:ext uri="{FF2B5EF4-FFF2-40B4-BE49-F238E27FC236}">
                <a16:creationId xmlns:a16="http://schemas.microsoft.com/office/drawing/2014/main" id="{D418C24D-CC88-4BC0-957E-0F8F8C78A2A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B3B77CFE-DABC-4859-BAEC-3077D0B8EB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625" b="570"/>
            <a:stretch/>
          </p:blipFill>
          <p:spPr>
            <a:xfrm>
              <a:off x="0" y="0"/>
              <a:ext cx="12192000" cy="2867025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E42761C8-18CA-4130-B2F4-62F40C4D2D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472" b="8334"/>
            <a:stretch/>
          </p:blipFill>
          <p:spPr>
            <a:xfrm>
              <a:off x="0" y="2867025"/>
              <a:ext cx="12192000" cy="3990975"/>
            </a:xfrm>
            <a:prstGeom prst="rect">
              <a:avLst/>
            </a:prstGeom>
          </p:spPr>
        </p:pic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526B65B-B533-49E0-844F-3A380A12D9EA}"/>
              </a:ext>
            </a:extLst>
          </p:cNvPr>
          <p:cNvSpPr/>
          <p:nvPr/>
        </p:nvSpPr>
        <p:spPr>
          <a:xfrm flipH="1">
            <a:off x="0" y="0"/>
            <a:ext cx="12189534" cy="685800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65000"/>
                </a:schemeClr>
              </a:gs>
              <a:gs pos="100000">
                <a:srgbClr val="09C9A9">
                  <a:alpha val="86000"/>
                </a:srgbClr>
              </a:gs>
              <a:gs pos="76000">
                <a:srgbClr val="00AFEF">
                  <a:alpha val="80000"/>
                </a:srgbClr>
              </a:gs>
              <a:gs pos="42000">
                <a:srgbClr val="0058A2">
                  <a:alpha val="51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 Bold" panose="00000800000000000000" pitchFamily="2" charset="-127"/>
              <a:ea typeface="넥슨Lv1고딕 Bold" panose="00000800000000000000" pitchFamily="2" charset="-127"/>
              <a:cs typeface="+mn-cs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D982A44-53CC-437A-B1F2-363FE9109416}"/>
              </a:ext>
            </a:extLst>
          </p:cNvPr>
          <p:cNvGrpSpPr/>
          <p:nvPr/>
        </p:nvGrpSpPr>
        <p:grpSpPr>
          <a:xfrm>
            <a:off x="7029061" y="187414"/>
            <a:ext cx="5194689" cy="656355"/>
            <a:chOff x="7199219" y="187414"/>
            <a:chExt cx="5046121" cy="656355"/>
          </a:xfrm>
        </p:grpSpPr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2154770F-0A7B-41FD-A565-0836865DDE4E}"/>
                </a:ext>
              </a:extLst>
            </p:cNvPr>
            <p:cNvSpPr/>
            <p:nvPr/>
          </p:nvSpPr>
          <p:spPr>
            <a:xfrm>
              <a:off x="7540777" y="187414"/>
              <a:ext cx="4704563" cy="436126"/>
            </a:xfrm>
            <a:custGeom>
              <a:avLst/>
              <a:gdLst>
                <a:gd name="connsiteX0" fmla="*/ 265745 w 4547246"/>
                <a:gd name="connsiteY0" fmla="*/ 0 h 419100"/>
                <a:gd name="connsiteX1" fmla="*/ 995371 w 4547246"/>
                <a:gd name="connsiteY1" fmla="*/ 0 h 419100"/>
                <a:gd name="connsiteX2" fmla="*/ 1436134 w 4547246"/>
                <a:gd name="connsiteY2" fmla="*/ 0 h 419100"/>
                <a:gd name="connsiteX3" fmla="*/ 2165760 w 4547246"/>
                <a:gd name="connsiteY3" fmla="*/ 0 h 419100"/>
                <a:gd name="connsiteX4" fmla="*/ 2379395 w 4547246"/>
                <a:gd name="connsiteY4" fmla="*/ 0 h 419100"/>
                <a:gd name="connsiteX5" fmla="*/ 3109021 w 4547246"/>
                <a:gd name="connsiteY5" fmla="*/ 0 h 419100"/>
                <a:gd name="connsiteX6" fmla="*/ 3817620 w 4547246"/>
                <a:gd name="connsiteY6" fmla="*/ 0 h 419100"/>
                <a:gd name="connsiteX7" fmla="*/ 4547246 w 4547246"/>
                <a:gd name="connsiteY7" fmla="*/ 0 h 419100"/>
                <a:gd name="connsiteX8" fmla="*/ 4547246 w 4547246"/>
                <a:gd name="connsiteY8" fmla="*/ 419100 h 419100"/>
                <a:gd name="connsiteX9" fmla="*/ 3817620 w 4547246"/>
                <a:gd name="connsiteY9" fmla="*/ 419100 h 419100"/>
                <a:gd name="connsiteX10" fmla="*/ 2165760 w 4547246"/>
                <a:gd name="connsiteY10" fmla="*/ 419100 h 419100"/>
                <a:gd name="connsiteX11" fmla="*/ 1436134 w 4547246"/>
                <a:gd name="connsiteY11" fmla="*/ 419100 h 419100"/>
                <a:gd name="connsiteX12" fmla="*/ 1436134 w 4547246"/>
                <a:gd name="connsiteY12" fmla="*/ 417862 h 419100"/>
                <a:gd name="connsiteX13" fmla="*/ 729626 w 4547246"/>
                <a:gd name="connsiteY13" fmla="*/ 417862 h 419100"/>
                <a:gd name="connsiteX14" fmla="*/ 0 w 4547246"/>
                <a:gd name="connsiteY14" fmla="*/ 417862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47246" h="419100">
                  <a:moveTo>
                    <a:pt x="265745" y="0"/>
                  </a:moveTo>
                  <a:lnTo>
                    <a:pt x="995371" y="0"/>
                  </a:lnTo>
                  <a:lnTo>
                    <a:pt x="1436134" y="0"/>
                  </a:lnTo>
                  <a:lnTo>
                    <a:pt x="2165760" y="0"/>
                  </a:lnTo>
                  <a:lnTo>
                    <a:pt x="2379395" y="0"/>
                  </a:lnTo>
                  <a:lnTo>
                    <a:pt x="3109021" y="0"/>
                  </a:lnTo>
                  <a:lnTo>
                    <a:pt x="3817620" y="0"/>
                  </a:lnTo>
                  <a:lnTo>
                    <a:pt x="4547246" y="0"/>
                  </a:lnTo>
                  <a:lnTo>
                    <a:pt x="4547246" y="419100"/>
                  </a:lnTo>
                  <a:lnTo>
                    <a:pt x="3817620" y="419100"/>
                  </a:lnTo>
                  <a:lnTo>
                    <a:pt x="2165760" y="419100"/>
                  </a:lnTo>
                  <a:lnTo>
                    <a:pt x="1436134" y="419100"/>
                  </a:lnTo>
                  <a:lnTo>
                    <a:pt x="1436134" y="417862"/>
                  </a:lnTo>
                  <a:lnTo>
                    <a:pt x="729626" y="417862"/>
                  </a:lnTo>
                  <a:lnTo>
                    <a:pt x="0" y="417862"/>
                  </a:lnTo>
                  <a:close/>
                </a:path>
              </a:pathLst>
            </a:custGeom>
            <a:gradFill>
              <a:gsLst>
                <a:gs pos="0">
                  <a:srgbClr val="CAD3DC"/>
                </a:gs>
                <a:gs pos="68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AE9A2CA9-A205-4255-9267-D4309E033CC6}"/>
                </a:ext>
              </a:extLst>
            </p:cNvPr>
            <p:cNvSpPr/>
            <p:nvPr/>
          </p:nvSpPr>
          <p:spPr>
            <a:xfrm>
              <a:off x="7199219" y="267834"/>
              <a:ext cx="5046120" cy="575935"/>
            </a:xfrm>
            <a:custGeom>
              <a:avLst/>
              <a:gdLst>
                <a:gd name="connsiteX0" fmla="*/ 336567 w 5046120"/>
                <a:gd name="connsiteY0" fmla="*/ 0 h 575935"/>
                <a:gd name="connsiteX1" fmla="*/ 1216719 w 5046120"/>
                <a:gd name="connsiteY1" fmla="*/ 0 h 575935"/>
                <a:gd name="connsiteX2" fmla="*/ 1818865 w 5046120"/>
                <a:gd name="connsiteY2" fmla="*/ 0 h 575935"/>
                <a:gd name="connsiteX3" fmla="*/ 2699017 w 5046120"/>
                <a:gd name="connsiteY3" fmla="*/ 0 h 575935"/>
                <a:gd name="connsiteX4" fmla="*/ 3013506 w 5046120"/>
                <a:gd name="connsiteY4" fmla="*/ 0 h 575935"/>
                <a:gd name="connsiteX5" fmla="*/ 3893658 w 5046120"/>
                <a:gd name="connsiteY5" fmla="*/ 0 h 575935"/>
                <a:gd name="connsiteX6" fmla="*/ 4835020 w 5046120"/>
                <a:gd name="connsiteY6" fmla="*/ 0 h 575935"/>
                <a:gd name="connsiteX7" fmla="*/ 5046120 w 5046120"/>
                <a:gd name="connsiteY7" fmla="*/ 0 h 575935"/>
                <a:gd name="connsiteX8" fmla="*/ 5046120 w 5046120"/>
                <a:gd name="connsiteY8" fmla="*/ 575935 h 575935"/>
                <a:gd name="connsiteX9" fmla="*/ 4835020 w 5046120"/>
                <a:gd name="connsiteY9" fmla="*/ 575935 h 575935"/>
                <a:gd name="connsiteX10" fmla="*/ 2699017 w 5046120"/>
                <a:gd name="connsiteY10" fmla="*/ 575935 h 575935"/>
                <a:gd name="connsiteX11" fmla="*/ 1818865 w 5046120"/>
                <a:gd name="connsiteY11" fmla="*/ 575935 h 575935"/>
                <a:gd name="connsiteX12" fmla="*/ 1818865 w 5046120"/>
                <a:gd name="connsiteY12" fmla="*/ 574234 h 575935"/>
                <a:gd name="connsiteX13" fmla="*/ 880153 w 5046120"/>
                <a:gd name="connsiteY13" fmla="*/ 574234 h 575935"/>
                <a:gd name="connsiteX14" fmla="*/ 0 w 5046120"/>
                <a:gd name="connsiteY14" fmla="*/ 574234 h 575935"/>
                <a:gd name="connsiteX15" fmla="*/ 336567 w 5046120"/>
                <a:gd name="connsiteY15" fmla="*/ 0 h 5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46120" h="575935">
                  <a:moveTo>
                    <a:pt x="336567" y="0"/>
                  </a:moveTo>
                  <a:lnTo>
                    <a:pt x="1216719" y="0"/>
                  </a:lnTo>
                  <a:lnTo>
                    <a:pt x="1818865" y="0"/>
                  </a:lnTo>
                  <a:lnTo>
                    <a:pt x="2699017" y="0"/>
                  </a:lnTo>
                  <a:lnTo>
                    <a:pt x="3013506" y="0"/>
                  </a:lnTo>
                  <a:lnTo>
                    <a:pt x="3893658" y="0"/>
                  </a:lnTo>
                  <a:lnTo>
                    <a:pt x="4835020" y="0"/>
                  </a:lnTo>
                  <a:lnTo>
                    <a:pt x="5046120" y="0"/>
                  </a:lnTo>
                  <a:lnTo>
                    <a:pt x="5046120" y="575935"/>
                  </a:lnTo>
                  <a:lnTo>
                    <a:pt x="4835020" y="575935"/>
                  </a:lnTo>
                  <a:lnTo>
                    <a:pt x="2699017" y="575935"/>
                  </a:lnTo>
                  <a:lnTo>
                    <a:pt x="1818865" y="575935"/>
                  </a:lnTo>
                  <a:lnTo>
                    <a:pt x="1818865" y="574234"/>
                  </a:lnTo>
                  <a:lnTo>
                    <a:pt x="880153" y="574234"/>
                  </a:lnTo>
                  <a:lnTo>
                    <a:pt x="0" y="574234"/>
                  </a:lnTo>
                  <a:lnTo>
                    <a:pt x="336567" y="0"/>
                  </a:lnTo>
                  <a:close/>
                </a:path>
              </a:pathLst>
            </a:custGeom>
            <a:gradFill>
              <a:gsLst>
                <a:gs pos="32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pic>
        <p:nvPicPr>
          <p:cNvPr id="75" name="그림 74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FCA79763-5F57-4F6F-B6F4-E6BC8E9AF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660" y="392547"/>
            <a:ext cx="904918" cy="35826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19D1B3F-476C-4A72-B5FB-4FB156D7CB7A}"/>
              </a:ext>
            </a:extLst>
          </p:cNvPr>
          <p:cNvSpPr txBox="1"/>
          <p:nvPr/>
        </p:nvSpPr>
        <p:spPr>
          <a:xfrm>
            <a:off x="7449340" y="426823"/>
            <a:ext cx="3170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Chapter 2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 계층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57300C3-1155-49E7-9A80-E2A1FD129979}"/>
              </a:ext>
            </a:extLst>
          </p:cNvPr>
          <p:cNvCxnSpPr/>
          <p:nvPr/>
        </p:nvCxnSpPr>
        <p:spPr>
          <a:xfrm>
            <a:off x="10693542" y="440813"/>
            <a:ext cx="0" cy="27979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텍스트 개체 틀 25">
            <a:extLst>
              <a:ext uri="{FF2B5EF4-FFF2-40B4-BE49-F238E27FC236}">
                <a16:creationId xmlns:a16="http://schemas.microsoft.com/office/drawing/2014/main" id="{185B5DF7-1CC0-4AEC-B4B5-50A9AFD05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0" dirty="0" smtClean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D9EB6305-F0F6-4138-906E-FA19AC5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BAA3B7-9251-44F2-B84D-DBA0CFF48C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5"/>
            <a:ext cx="11882134" cy="60355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07F4C6-B9E6-4759-9E1A-35A037A40CC8}"/>
              </a:ext>
            </a:extLst>
          </p:cNvPr>
          <p:cNvSpPr txBox="1"/>
          <p:nvPr userDrawn="1"/>
        </p:nvSpPr>
        <p:spPr>
          <a:xfrm>
            <a:off x="658813" y="6413303"/>
            <a:ext cx="6113504" cy="3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*출처 </a:t>
            </a: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:  『Computer Networking : A Top Down  Approach Eighth Edition』 </a:t>
            </a:r>
          </a:p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5617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61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56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6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5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9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audio" Target="../media/audio1.wav"/><Relationship Id="rId7" Type="http://schemas.microsoft.com/office/2007/relationships/hdphoto" Target="../media/hdphoto2.wdp"/><Relationship Id="rId12" Type="http://schemas.openxmlformats.org/officeDocument/2006/relationships/image" Target="../media/image6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9.png"/><Relationship Id="rId9" Type="http://schemas.openxmlformats.org/officeDocument/2006/relationships/image" Target="../media/image58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5.png"/><Relationship Id="rId7" Type="http://schemas.openxmlformats.org/officeDocument/2006/relationships/image" Target="../media/image5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microsoft.com/office/2007/relationships/hdphoto" Target="../media/hdphoto2.wdp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7945F8-6079-4A77-8827-8D891FF7F40B}"/>
              </a:ext>
            </a:extLst>
          </p:cNvPr>
          <p:cNvGrpSpPr/>
          <p:nvPr/>
        </p:nvGrpSpPr>
        <p:grpSpPr>
          <a:xfrm>
            <a:off x="818582" y="3564481"/>
            <a:ext cx="1327718" cy="351599"/>
            <a:chOff x="880493" y="3554956"/>
            <a:chExt cx="1630298" cy="351599"/>
          </a:xfrm>
        </p:grpSpPr>
        <p:sp>
          <p:nvSpPr>
            <p:cNvPr id="15" name="사각형: 잘린 대각선 방향 모서리 14">
              <a:extLst>
                <a:ext uri="{FF2B5EF4-FFF2-40B4-BE49-F238E27FC236}">
                  <a16:creationId xmlns:a16="http://schemas.microsoft.com/office/drawing/2014/main" id="{5DC8F214-0E99-4614-BFA2-E88E4BD9962A}"/>
                </a:ext>
              </a:extLst>
            </p:cNvPr>
            <p:cNvSpPr/>
            <p:nvPr/>
          </p:nvSpPr>
          <p:spPr bwMode="auto">
            <a:xfrm>
              <a:off x="880493" y="3554956"/>
              <a:ext cx="1630298" cy="351599"/>
            </a:xfrm>
            <a:prstGeom prst="snip2DiagRect">
              <a:avLst>
                <a:gd name="adj1" fmla="val 0"/>
                <a:gd name="adj2" fmla="val 23443"/>
              </a:avLst>
            </a:prstGeom>
            <a:solidFill>
              <a:srgbClr val="47FFD1">
                <a:alpha val="90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넥슨Lv1고딕 Bold" panose="00000800000000000000" pitchFamily="2" charset="-127"/>
                <a:ea typeface="굴림" pitchFamily="50" charset="-127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AC3E2ECC-989E-4137-85AD-EDA2E7C21B7D}"/>
                </a:ext>
              </a:extLst>
            </p:cNvPr>
            <p:cNvSpPr txBox="1">
              <a:spLocks/>
            </p:cNvSpPr>
            <p:nvPr/>
          </p:nvSpPr>
          <p:spPr>
            <a:xfrm>
              <a:off x="983123" y="3609623"/>
              <a:ext cx="1425038" cy="253916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>
                <a:lnSpc>
                  <a:spcPct val="110000"/>
                </a:lnSpc>
                <a:spcBef>
                  <a:spcPts val="600"/>
                </a:spcBef>
              </a:pPr>
              <a:r>
                <a:rPr lang="en-US" altLang="ko-KR" sz="15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81846"/>
                  </a:solidFill>
                  <a:effectLst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Microsoft GothicNeo" panose="020B0503020000020004" pitchFamily="34" charset="-127"/>
                </a:rPr>
                <a:t>Chapter 2</a:t>
              </a:r>
              <a:endParaRPr lang="ko-KR" altLang="en-US" sz="15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81846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0DB3BC5-EF37-4421-A7D9-CA29AAD5DC6B}"/>
              </a:ext>
            </a:extLst>
          </p:cNvPr>
          <p:cNvSpPr txBox="1"/>
          <p:nvPr/>
        </p:nvSpPr>
        <p:spPr>
          <a:xfrm>
            <a:off x="2189092" y="3483502"/>
            <a:ext cx="4391731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ko-KR" altLang="en-US" sz="2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애플리케이션 계층</a:t>
            </a:r>
            <a:endParaRPr lang="en-US" altLang="ko-KR" sz="2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47FFD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3625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F6B13A-E939-4337-A845-33A1EB706C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Chapter 2. </a:t>
            </a:r>
            <a:r>
              <a:rPr lang="ko-KR" altLang="en-US" dirty="0">
                <a:solidFill>
                  <a:schemeClr val="bg1"/>
                </a:solidFill>
              </a:rPr>
              <a:t>애플리케이션 계층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8C9E11-9547-4D20-824E-2351DB6D1C10}"/>
              </a:ext>
            </a:extLst>
          </p:cNvPr>
          <p:cNvSpPr txBox="1"/>
          <p:nvPr/>
        </p:nvSpPr>
        <p:spPr>
          <a:xfrm>
            <a:off x="1419224" y="1825636"/>
            <a:ext cx="6929719" cy="36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애플리케이션의 원리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웹과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HTTP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전자메일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DNS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P2P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파일 분배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비디오 스트리밍과 컨텐츠 분배 네트워크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(CDN)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소켓 프로그래밍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(UDP, TCP)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E72E2-77C6-4972-98CA-EEB2C7E4DFB2}"/>
              </a:ext>
            </a:extLst>
          </p:cNvPr>
          <p:cNvSpPr txBox="1"/>
          <p:nvPr/>
        </p:nvSpPr>
        <p:spPr>
          <a:xfrm>
            <a:off x="860603" y="1825636"/>
            <a:ext cx="582259" cy="364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2.1.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2.2.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2.3.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2.4.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2.5.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2.6.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2.7.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710F9F0-0F20-4F2F-AB5C-B360A5427667}"/>
              </a:ext>
            </a:extLst>
          </p:cNvPr>
          <p:cNvGrpSpPr/>
          <p:nvPr/>
        </p:nvGrpSpPr>
        <p:grpSpPr>
          <a:xfrm>
            <a:off x="1518597" y="3195573"/>
            <a:ext cx="5314727" cy="401841"/>
            <a:chOff x="1518597" y="2670279"/>
            <a:chExt cx="5314727" cy="401841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832FE0FB-A1FA-42CB-B656-4D5FB047277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2670279"/>
              <a:ext cx="5152947" cy="401841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SMTP, POP3, IMAP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B7F53B2-D15B-45C1-8C35-D6A078CD7848}"/>
                </a:ext>
              </a:extLst>
            </p:cNvPr>
            <p:cNvGrpSpPr/>
            <p:nvPr/>
          </p:nvGrpSpPr>
          <p:grpSpPr>
            <a:xfrm>
              <a:off x="1518597" y="2811457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047FE7BA-1863-4D0A-A8A4-3339F63CEE1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FC97AB7F-BBC6-4006-A50D-82A82FC69FFA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94D5442B-6FD3-41D4-A42D-DF6FB05BA276}"/>
              </a:ext>
            </a:extLst>
          </p:cNvPr>
          <p:cNvSpPr/>
          <p:nvPr/>
        </p:nvSpPr>
        <p:spPr>
          <a:xfrm>
            <a:off x="923792" y="1143310"/>
            <a:ext cx="1566489" cy="391715"/>
          </a:xfrm>
          <a:prstGeom prst="snip1Rect">
            <a:avLst>
              <a:gd name="adj" fmla="val 37888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 dirty="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E7DDC2F-3186-42B9-854A-0627DEFF0163}"/>
              </a:ext>
            </a:extLst>
          </p:cNvPr>
          <p:cNvSpPr/>
          <p:nvPr/>
        </p:nvSpPr>
        <p:spPr>
          <a:xfrm>
            <a:off x="789517" y="1561257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30" name="그래픽 29">
            <a:extLst>
              <a:ext uri="{FF2B5EF4-FFF2-40B4-BE49-F238E27FC236}">
                <a16:creationId xmlns:a16="http://schemas.microsoft.com/office/drawing/2014/main" id="{70876D59-86B8-4800-BFA9-83FE7BE686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668982" y="1083045"/>
            <a:ext cx="558670" cy="50280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ED08C44-6920-4F6A-B56B-FC768135D7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145567"/>
            <a:ext cx="275112" cy="364836"/>
          </a:xfrm>
          <a:prstGeom prst="rect">
            <a:avLst/>
          </a:prstGeom>
        </p:spPr>
      </p:pic>
      <p:sp>
        <p:nvSpPr>
          <p:cNvPr id="24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</p:spPr>
        <p:txBody>
          <a:bodyPr/>
          <a:lstStyle/>
          <a:p>
            <a:fld id="{F1F9D73E-270F-475A-B1DB-D9B489A24756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16" name="텍스트 개체 틀 19">
            <a:extLst>
              <a:ext uri="{FF2B5EF4-FFF2-40B4-BE49-F238E27FC236}">
                <a16:creationId xmlns:a16="http://schemas.microsoft.com/office/drawing/2014/main" id="{DECEA017-C554-48EB-A292-408A23EFD52C}"/>
              </a:ext>
            </a:extLst>
          </p:cNvPr>
          <p:cNvSpPr txBox="1">
            <a:spLocks/>
          </p:cNvSpPr>
          <p:nvPr/>
        </p:nvSpPr>
        <p:spPr>
          <a:xfrm>
            <a:off x="1274783" y="1180731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Roadmap </a:t>
            </a:r>
          </a:p>
        </p:txBody>
      </p:sp>
    </p:spTree>
    <p:extLst>
      <p:ext uri="{BB962C8B-B14F-4D97-AF65-F5344CB8AC3E}">
        <p14:creationId xmlns:p14="http://schemas.microsoft.com/office/powerpoint/2010/main" val="1184977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P2P </a:t>
            </a:r>
            <a:r>
              <a:rPr lang="ko-KR" altLang="en-US" dirty="0"/>
              <a:t>구조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07F073E-0E85-41C7-98A8-1DD00A306FBB}"/>
              </a:ext>
            </a:extLst>
          </p:cNvPr>
          <p:cNvSpPr txBox="1">
            <a:spLocks noChangeArrowheads="1"/>
          </p:cNvSpPr>
          <p:nvPr/>
        </p:nvSpPr>
        <p:spPr>
          <a:xfrm>
            <a:off x="3823313" y="1124744"/>
            <a:ext cx="729564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항상 켜져 있는 서버에 의존하지 않음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임의 종단 시스템들이 직접 통신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Peer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들은 간헐적으로 접속하고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IP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주소도 바뀜</a:t>
            </a:r>
            <a:endParaRPr lang="en-US" altLang="ko-KR" sz="15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Peer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들은 다른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Peer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들에게 서비스를 요청하고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,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또한 서비스를 제공하기도 한다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.</a:t>
            </a:r>
          </a:p>
          <a:p>
            <a:pPr marL="673200" lvl="3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자기</a:t>
            </a:r>
            <a:r>
              <a:rPr lang="en-US" altLang="ko-KR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ko-KR" altLang="en-US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확장성 </a:t>
            </a:r>
            <a:r>
              <a:rPr lang="en-US" altLang="ko-KR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(self</a:t>
            </a:r>
            <a:r>
              <a:rPr lang="ko-KR" altLang="en-US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en-US" altLang="ko-KR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scalability) – </a:t>
            </a:r>
            <a:r>
              <a:rPr lang="ko-KR" altLang="en-US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새로운</a:t>
            </a:r>
            <a:r>
              <a:rPr lang="en-US" altLang="ko-KR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Peer</a:t>
            </a:r>
            <a:r>
              <a:rPr lang="ko-KR" altLang="en-US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는 새로운 서비스 용량을 추가하고</a:t>
            </a:r>
            <a:r>
              <a:rPr lang="en-US" altLang="ko-KR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, </a:t>
            </a:r>
            <a:r>
              <a:rPr lang="ko-KR" altLang="en-US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또한 새로운 서비스 요구도 증가시킨다</a:t>
            </a:r>
            <a:r>
              <a:rPr lang="en-US" altLang="ko-KR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.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endParaRPr lang="ko-KR" altLang="en-US" sz="15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34C9E7-F9A3-461C-8D30-D78AEBE7EC43}"/>
              </a:ext>
            </a:extLst>
          </p:cNvPr>
          <p:cNvGrpSpPr/>
          <p:nvPr/>
        </p:nvGrpSpPr>
        <p:grpSpPr>
          <a:xfrm>
            <a:off x="695400" y="1065581"/>
            <a:ext cx="2972026" cy="5371777"/>
            <a:chOff x="578679" y="1064717"/>
            <a:chExt cx="2972026" cy="5371777"/>
          </a:xfrm>
        </p:grpSpPr>
        <p:sp>
          <p:nvSpPr>
            <p:cNvPr id="7" name="Google Shape;245;p4">
              <a:extLst>
                <a:ext uri="{FF2B5EF4-FFF2-40B4-BE49-F238E27FC236}">
                  <a16:creationId xmlns:a16="http://schemas.microsoft.com/office/drawing/2014/main" id="{A316F307-AE14-46A2-A64F-91A44BF3C233}"/>
                </a:ext>
              </a:extLst>
            </p:cNvPr>
            <p:cNvSpPr/>
            <p:nvPr/>
          </p:nvSpPr>
          <p:spPr>
            <a:xfrm>
              <a:off x="578679" y="1064717"/>
              <a:ext cx="2972026" cy="5371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8" name="Google Shape;245;p4">
              <a:extLst>
                <a:ext uri="{FF2B5EF4-FFF2-40B4-BE49-F238E27FC236}">
                  <a16:creationId xmlns:a16="http://schemas.microsoft.com/office/drawing/2014/main" id="{23783020-D1BD-44D6-B058-51F5DBED72E5}"/>
                </a:ext>
              </a:extLst>
            </p:cNvPr>
            <p:cNvSpPr/>
            <p:nvPr/>
          </p:nvSpPr>
          <p:spPr>
            <a:xfrm>
              <a:off x="685958" y="4836708"/>
              <a:ext cx="2745613" cy="1126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9" name="Google Shape;245;p4">
              <a:extLst>
                <a:ext uri="{FF2B5EF4-FFF2-40B4-BE49-F238E27FC236}">
                  <a16:creationId xmlns:a16="http://schemas.microsoft.com/office/drawing/2014/main" id="{0F1FED6A-1E02-41BB-9D59-C6DB215E579D}"/>
                </a:ext>
              </a:extLst>
            </p:cNvPr>
            <p:cNvSpPr/>
            <p:nvPr/>
          </p:nvSpPr>
          <p:spPr>
            <a:xfrm>
              <a:off x="2195173" y="2202009"/>
              <a:ext cx="1280841" cy="8033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0" name="Google Shape;245;p4">
              <a:extLst>
                <a:ext uri="{FF2B5EF4-FFF2-40B4-BE49-F238E27FC236}">
                  <a16:creationId xmlns:a16="http://schemas.microsoft.com/office/drawing/2014/main" id="{5E36F5F8-D18D-476E-802C-02D6FDF8AC02}"/>
                </a:ext>
              </a:extLst>
            </p:cNvPr>
            <p:cNvSpPr/>
            <p:nvPr/>
          </p:nvSpPr>
          <p:spPr>
            <a:xfrm>
              <a:off x="686275" y="1443737"/>
              <a:ext cx="1514440" cy="881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F964AC0-1D3D-4EBA-B6E5-4F85857AD6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9060" y="2338388"/>
              <a:ext cx="984675" cy="16102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C22C3CB5-FABF-4CC1-AD98-F4EFC39D1B61}"/>
                </a:ext>
              </a:extLst>
            </p:cNvPr>
            <p:cNvGrpSpPr/>
            <p:nvPr/>
          </p:nvGrpSpPr>
          <p:grpSpPr>
            <a:xfrm>
              <a:off x="1290550" y="1517650"/>
              <a:ext cx="306852" cy="504850"/>
              <a:chOff x="1159683" y="3308166"/>
              <a:chExt cx="415912" cy="684280"/>
            </a:xfrm>
          </p:grpSpPr>
          <p:pic>
            <p:nvPicPr>
              <p:cNvPr id="82" name="그림 81">
                <a:extLst>
                  <a:ext uri="{FF2B5EF4-FFF2-40B4-BE49-F238E27FC236}">
                    <a16:creationId xmlns:a16="http://schemas.microsoft.com/office/drawing/2014/main" id="{3DF46A2B-5A86-47FF-9BD3-60382DD8CD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683" y="3308166"/>
                <a:ext cx="415912" cy="266790"/>
              </a:xfrm>
              <a:prstGeom prst="rect">
                <a:avLst/>
              </a:prstGeom>
            </p:spPr>
          </p:pic>
          <p:pic>
            <p:nvPicPr>
              <p:cNvPr id="83" name="그림 82">
                <a:extLst>
                  <a:ext uri="{FF2B5EF4-FFF2-40B4-BE49-F238E27FC236}">
                    <a16:creationId xmlns:a16="http://schemas.microsoft.com/office/drawing/2014/main" id="{73D19F9A-1F59-47A4-A775-F7C4EB6810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4729" y="3443786"/>
                <a:ext cx="307465" cy="548660"/>
              </a:xfrm>
              <a:prstGeom prst="rect">
                <a:avLst/>
              </a:prstGeom>
            </p:spPr>
          </p:pic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DFBE37C-6CDB-40A9-88D1-6D19F3596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6" y="1780238"/>
              <a:ext cx="207997" cy="192081"/>
            </a:xfrm>
            <a:prstGeom prst="rect">
              <a:avLst/>
            </a:prstGeom>
          </p:spPr>
        </p:pic>
        <p:pic>
          <p:nvPicPr>
            <p:cNvPr id="14" name="그림 13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F0614513-29D7-47F3-BC8C-A8E9404CC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7217" y="1801724"/>
              <a:ext cx="363879" cy="349669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A6B6835-9C9F-48E7-BF28-9E511A70B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7" y="1420060"/>
              <a:ext cx="207997" cy="192081"/>
            </a:xfrm>
            <a:prstGeom prst="rect">
              <a:avLst/>
            </a:prstGeom>
          </p:spPr>
        </p:pic>
        <p:pic>
          <p:nvPicPr>
            <p:cNvPr id="16" name="그림 15" descr="텍스트, 전자기기이(가) 표시된 사진&#10;&#10;자동 생성된 설명">
              <a:extLst>
                <a:ext uri="{FF2B5EF4-FFF2-40B4-BE49-F238E27FC236}">
                  <a16:creationId xmlns:a16="http://schemas.microsoft.com/office/drawing/2014/main" id="{8E74B410-C736-4228-9A5E-47BB17C09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060" y="1546217"/>
              <a:ext cx="337826" cy="20507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11BFBD09-52E1-481A-A219-C8E2B1363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5837" y="1686998"/>
              <a:ext cx="207997" cy="192081"/>
            </a:xfrm>
            <a:prstGeom prst="rect">
              <a:avLst/>
            </a:prstGeom>
          </p:spPr>
        </p:pic>
        <p:pic>
          <p:nvPicPr>
            <p:cNvPr id="18" name="그림 17" descr="밴이(가) 표시된 사진&#10;&#10;자동 생성된 설명">
              <a:extLst>
                <a:ext uri="{FF2B5EF4-FFF2-40B4-BE49-F238E27FC236}">
                  <a16:creationId xmlns:a16="http://schemas.microsoft.com/office/drawing/2014/main" id="{681A3A63-7E7D-4DEA-95F5-83905A559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963" y="1771952"/>
              <a:ext cx="316295" cy="246275"/>
            </a:xfrm>
            <a:prstGeom prst="rect">
              <a:avLst/>
            </a:prstGeom>
          </p:spPr>
        </p:pic>
        <p:sp>
          <p:nvSpPr>
            <p:cNvPr id="19" name="Line 841">
              <a:extLst>
                <a:ext uri="{FF2B5EF4-FFF2-40B4-BE49-F238E27FC236}">
                  <a16:creationId xmlns:a16="http://schemas.microsoft.com/office/drawing/2014/main" id="{E3B72554-7427-4056-8DE4-2F107A4A76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3977" y="1838518"/>
              <a:ext cx="0" cy="3932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800" dirty="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5237B509-7261-41A3-AE97-39E5EC82C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2947" y="2209218"/>
              <a:ext cx="322060" cy="207948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674BF1F9-4A9F-470B-866F-66D0D1C52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229628"/>
              <a:ext cx="307558" cy="198585"/>
            </a:xfrm>
            <a:prstGeom prst="rect">
              <a:avLst/>
            </a:prstGeom>
          </p:spPr>
        </p:pic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7E2B89A4-B1A1-43D9-BEF4-0AFC5C3121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1738" y="2355056"/>
              <a:ext cx="318458" cy="992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437C100F-05D9-4405-BE62-13873BC7C9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2095" y="2424674"/>
              <a:ext cx="0" cy="35395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F146F5C1-40E8-49C5-BD53-BAF38F5E1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467" y="2403428"/>
              <a:ext cx="444207" cy="3836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A6C2BEE-E865-4338-A79D-F95F40F15DA2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 flipH="1" flipV="1">
              <a:off x="2514491" y="2576907"/>
              <a:ext cx="1" cy="12391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6F0E59F0-1DD9-4A3F-A39A-5B66114A3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700825"/>
              <a:ext cx="307558" cy="198585"/>
            </a:xfrm>
            <a:prstGeom prst="rect">
              <a:avLst/>
            </a:prstGeom>
          </p:spPr>
        </p:pic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9B02FD40-4CFA-4CE2-BB69-7AC1585DEE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3614" y="2787115"/>
              <a:ext cx="32400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E751723C-516A-46F8-8103-2B67765EF8B1}"/>
                </a:ext>
              </a:extLst>
            </p:cNvPr>
            <p:cNvGrpSpPr/>
            <p:nvPr/>
          </p:nvGrpSpPr>
          <p:grpSpPr>
            <a:xfrm>
              <a:off x="3140551" y="2787115"/>
              <a:ext cx="245542" cy="0"/>
              <a:chOff x="7865568" y="3042591"/>
              <a:chExt cx="285396" cy="0"/>
            </a:xfrm>
          </p:grpSpPr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2E1201CE-012B-434C-B3F9-59D23E2197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65568" y="3042591"/>
                <a:ext cx="164917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81" name="직선 연결선 80">
                <a:extLst>
                  <a:ext uri="{FF2B5EF4-FFF2-40B4-BE49-F238E27FC236}">
                    <a16:creationId xmlns:a16="http://schemas.microsoft.com/office/drawing/2014/main" id="{51331DA9-CE0F-4D35-A0ED-29D766F726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3222" y="3042591"/>
                <a:ext cx="10774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</p:cxnSp>
        </p:grpSp>
        <p:sp>
          <p:nvSpPr>
            <p:cNvPr id="29" name="Google Shape;245;p4">
              <a:extLst>
                <a:ext uri="{FF2B5EF4-FFF2-40B4-BE49-F238E27FC236}">
                  <a16:creationId xmlns:a16="http://schemas.microsoft.com/office/drawing/2014/main" id="{7B0220CB-33E2-4462-8912-5C2734FDE21B}"/>
                </a:ext>
              </a:extLst>
            </p:cNvPr>
            <p:cNvSpPr/>
            <p:nvPr/>
          </p:nvSpPr>
          <p:spPr>
            <a:xfrm>
              <a:off x="2265368" y="3681611"/>
              <a:ext cx="1115051" cy="657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B2BC3330-9F3D-4F2A-BB79-10E662B4BC57}"/>
                </a:ext>
              </a:extLst>
            </p:cNvPr>
            <p:cNvCxnSpPr>
              <a:cxnSpLocks/>
              <a:endCxn id="26" idx="2"/>
            </p:cNvCxnSpPr>
            <p:nvPr/>
          </p:nvCxnSpPr>
          <p:spPr>
            <a:xfrm flipV="1">
              <a:off x="2513646" y="2899410"/>
              <a:ext cx="846" cy="94075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074C423-80A0-4EAA-A573-89555DD730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1082" y="3978108"/>
              <a:ext cx="273164" cy="3061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0C0B9B6-3DC9-4BA7-B5C8-FA90541E3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0326" y="3834574"/>
              <a:ext cx="994093" cy="113958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FCD1469F-1915-487B-80F0-E5C691EB8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0918" y="4094362"/>
              <a:ext cx="307558" cy="198585"/>
            </a:xfrm>
            <a:prstGeom prst="rect">
              <a:avLst/>
            </a:prstGeom>
          </p:spPr>
        </p:pic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60E7B977-1C97-4F48-A93D-03ADF802A7FD}"/>
                </a:ext>
              </a:extLst>
            </p:cNvPr>
            <p:cNvSpPr/>
            <p:nvPr/>
          </p:nvSpPr>
          <p:spPr>
            <a:xfrm>
              <a:off x="698060" y="2691576"/>
              <a:ext cx="1490843" cy="1096272"/>
            </a:xfrm>
            <a:custGeom>
              <a:avLst/>
              <a:gdLst>
                <a:gd name="connsiteX0" fmla="*/ 1010352 w 2020704"/>
                <a:gd name="connsiteY0" fmla="*/ 0 h 1333262"/>
                <a:gd name="connsiteX1" fmla="*/ 2020704 w 2020704"/>
                <a:gd name="connsiteY1" fmla="*/ 375626 h 1333262"/>
                <a:gd name="connsiteX2" fmla="*/ 1892116 w 2020704"/>
                <a:gd name="connsiteY2" fmla="*/ 375626 h 1333262"/>
                <a:gd name="connsiteX3" fmla="*/ 1892116 w 2020704"/>
                <a:gd name="connsiteY3" fmla="*/ 1333262 h 1333262"/>
                <a:gd name="connsiteX4" fmla="*/ 121542 w 2020704"/>
                <a:gd name="connsiteY4" fmla="*/ 1333262 h 1333262"/>
                <a:gd name="connsiteX5" fmla="*/ 121542 w 2020704"/>
                <a:gd name="connsiteY5" fmla="*/ 375626 h 1333262"/>
                <a:gd name="connsiteX6" fmla="*/ 0 w 2020704"/>
                <a:gd name="connsiteY6" fmla="*/ 375626 h 1333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0704" h="1333262">
                  <a:moveTo>
                    <a:pt x="1010352" y="0"/>
                  </a:moveTo>
                  <a:lnTo>
                    <a:pt x="2020704" y="375626"/>
                  </a:lnTo>
                  <a:lnTo>
                    <a:pt x="1892116" y="375626"/>
                  </a:lnTo>
                  <a:lnTo>
                    <a:pt x="1892116" y="1333262"/>
                  </a:lnTo>
                  <a:lnTo>
                    <a:pt x="121542" y="1333262"/>
                  </a:lnTo>
                  <a:lnTo>
                    <a:pt x="121542" y="375626"/>
                  </a:lnTo>
                  <a:lnTo>
                    <a:pt x="0" y="37562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r>
                <a:rPr lang="ko-KR" altLang="en-US" sz="1400" dirty="0" err="1"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ㅋㅋㅋㅋㅋㅋ</a:t>
              </a: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17E24099-227A-4B03-A734-AA1D897A7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7259" y="2872220"/>
              <a:ext cx="207997" cy="192081"/>
            </a:xfrm>
            <a:prstGeom prst="rect">
              <a:avLst/>
            </a:prstGeom>
          </p:spPr>
        </p:pic>
        <p:pic>
          <p:nvPicPr>
            <p:cNvPr id="36" name="그림 35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02B1F59B-872F-40D7-BBC7-EE8D0F192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1744" y="2937182"/>
              <a:ext cx="363879" cy="349669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AAE4C13D-8D96-4E82-9AFA-0853CDADB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700825"/>
              <a:ext cx="307558" cy="198585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B7AE693B-1EC1-43EF-B5C8-003D985E36AF}"/>
                </a:ext>
              </a:extLst>
            </p:cNvPr>
            <p:cNvCxnSpPr>
              <a:cxnSpLocks/>
            </p:cNvCxnSpPr>
            <p:nvPr/>
          </p:nvCxnSpPr>
          <p:spPr>
            <a:xfrm>
              <a:off x="1718938" y="3650079"/>
              <a:ext cx="793184" cy="2424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E9095D82-1284-4E13-85BD-E69FE664D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97304" y="3788175"/>
              <a:ext cx="307558" cy="198585"/>
            </a:xfrm>
            <a:prstGeom prst="rect">
              <a:avLst/>
            </a:prstGeom>
          </p:spPr>
        </p:pic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BEE32ABA-F411-4FC6-8450-82F5949E29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3712" y="5314600"/>
              <a:ext cx="52209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089BAF61-0B40-4F06-B881-E2291C142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684" y="5400182"/>
              <a:ext cx="0" cy="44897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42" name="그림 41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DD93C3A9-8D38-4066-A44A-4A4C772F1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4837" y="5055660"/>
              <a:ext cx="207523" cy="447198"/>
            </a:xfrm>
            <a:prstGeom prst="rect">
              <a:avLst/>
            </a:prstGeom>
          </p:spPr>
        </p:pic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30D4424C-EF9D-4F64-81CA-12FDA8B1E88C}"/>
                </a:ext>
              </a:extLst>
            </p:cNvPr>
            <p:cNvGrpSpPr/>
            <p:nvPr/>
          </p:nvGrpSpPr>
          <p:grpSpPr>
            <a:xfrm>
              <a:off x="2108294" y="5487248"/>
              <a:ext cx="314291" cy="382451"/>
              <a:chOff x="6912474" y="5263962"/>
              <a:chExt cx="422940" cy="514662"/>
            </a:xfrm>
          </p:grpSpPr>
          <p:pic>
            <p:nvPicPr>
              <p:cNvPr id="78" name="그림 77">
                <a:extLst>
                  <a:ext uri="{FF2B5EF4-FFF2-40B4-BE49-F238E27FC236}">
                    <a16:creationId xmlns:a16="http://schemas.microsoft.com/office/drawing/2014/main" id="{B3A758CC-7F6D-44FD-9CDF-86492EB8B1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32605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79" name="그림 78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A3EAB18C-2642-4A6C-B2E0-870E19E900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912474" y="5372201"/>
                <a:ext cx="422940" cy="406423"/>
              </a:xfrm>
              <a:prstGeom prst="rect">
                <a:avLst/>
              </a:prstGeom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AD13275-E6B4-4D3E-B7A3-941EE6FF5A30}"/>
                </a:ext>
              </a:extLst>
            </p:cNvPr>
            <p:cNvGrpSpPr/>
            <p:nvPr/>
          </p:nvGrpSpPr>
          <p:grpSpPr>
            <a:xfrm>
              <a:off x="2447119" y="5487248"/>
              <a:ext cx="314291" cy="382451"/>
              <a:chOff x="7504476" y="5263962"/>
              <a:chExt cx="422940" cy="514662"/>
            </a:xfrm>
          </p:grpSpPr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46E10704-379F-40FB-95BB-C0E1A01AE4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-50000"/>
                        </a14:imgEffect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24608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77" name="그림 76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7B8A7E7B-84FB-4796-8C2D-8FDC3A1C48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504476" y="5372201"/>
                <a:ext cx="422940" cy="406423"/>
              </a:xfrm>
              <a:prstGeom prst="rect">
                <a:avLst/>
              </a:prstGeom>
            </p:spPr>
          </p:pic>
        </p:grpSp>
        <p:pic>
          <p:nvPicPr>
            <p:cNvPr id="45" name="그림 44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D730D859-C93F-4928-A1D4-795EF2B4A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5804" y="5055660"/>
              <a:ext cx="207523" cy="447198"/>
            </a:xfrm>
            <a:prstGeom prst="rect">
              <a:avLst/>
            </a:prstGeom>
          </p:spPr>
        </p:pic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8AEC375F-126B-4692-9BC3-D976E03FC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65140" y="4916930"/>
              <a:ext cx="307558" cy="198585"/>
            </a:xfrm>
            <a:prstGeom prst="rect">
              <a:avLst/>
            </a:prstGeom>
          </p:spPr>
        </p:pic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30CBD0A7-E1B6-459F-A9E3-52DB494B42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2160" y="5079775"/>
              <a:ext cx="189817" cy="198859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F9AF5DAF-D997-4301-AE07-83DD8CE10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76397" y="5208344"/>
              <a:ext cx="307558" cy="198585"/>
            </a:xfrm>
            <a:prstGeom prst="rect">
              <a:avLst/>
            </a:prstGeom>
          </p:spPr>
        </p:pic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646C0526-ADD6-4E18-B98E-6056C36EE789}"/>
                </a:ext>
              </a:extLst>
            </p:cNvPr>
            <p:cNvCxnSpPr>
              <a:cxnSpLocks/>
            </p:cNvCxnSpPr>
            <p:nvPr/>
          </p:nvCxnSpPr>
          <p:spPr>
            <a:xfrm>
              <a:off x="1960948" y="5314600"/>
              <a:ext cx="30916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6A2B2466-085C-4D16-B3DF-B1B0820EE280}"/>
                </a:ext>
              </a:extLst>
            </p:cNvPr>
            <p:cNvCxnSpPr>
              <a:cxnSpLocks/>
            </p:cNvCxnSpPr>
            <p:nvPr/>
          </p:nvCxnSpPr>
          <p:spPr>
            <a:xfrm>
              <a:off x="988044" y="5314600"/>
              <a:ext cx="66376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2F1A4C1C-4274-4080-BF9F-75AFAF73762D}"/>
                </a:ext>
              </a:extLst>
            </p:cNvPr>
            <p:cNvCxnSpPr>
              <a:cxnSpLocks/>
            </p:cNvCxnSpPr>
            <p:nvPr/>
          </p:nvCxnSpPr>
          <p:spPr>
            <a:xfrm>
              <a:off x="1574600" y="4980235"/>
              <a:ext cx="149958" cy="21632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3B801DF5-E5D8-422E-AB8A-967B1A7C3211}"/>
                </a:ext>
              </a:extLst>
            </p:cNvPr>
            <p:cNvCxnSpPr>
              <a:cxnSpLocks/>
            </p:cNvCxnSpPr>
            <p:nvPr/>
          </p:nvCxnSpPr>
          <p:spPr>
            <a:xfrm>
              <a:off x="1240038" y="5049851"/>
              <a:ext cx="487290" cy="20743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E59356D3-62E6-45B7-B852-06196EB29F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2183" y="5354427"/>
              <a:ext cx="442525" cy="20760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54" name="그림 53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62E8539C-E58A-46B7-9616-7A35D5B31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32239" y="4651807"/>
              <a:ext cx="267254" cy="393253"/>
            </a:xfrm>
            <a:prstGeom prst="rect">
              <a:avLst/>
            </a:prstGeom>
          </p:spPr>
        </p:pic>
        <p:pic>
          <p:nvPicPr>
            <p:cNvPr id="55" name="그림 54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EE08D23D-8069-45EF-A754-4F0CE6274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66533" y="4825794"/>
              <a:ext cx="267254" cy="393253"/>
            </a:xfrm>
            <a:prstGeom prst="rect">
              <a:avLst/>
            </a:prstGeom>
          </p:spPr>
        </p:pic>
        <p:pic>
          <p:nvPicPr>
            <p:cNvPr id="56" name="그림 55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6957F726-123C-498D-8013-2FFF93428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48834" y="5159586"/>
              <a:ext cx="267254" cy="393253"/>
            </a:xfrm>
            <a:prstGeom prst="rect">
              <a:avLst/>
            </a:prstGeom>
          </p:spPr>
        </p:pic>
        <p:pic>
          <p:nvPicPr>
            <p:cNvPr id="57" name="그림 56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9CDF3AFF-6590-4FD3-8B45-C90BCEA9B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4782" y="5387068"/>
              <a:ext cx="267254" cy="393253"/>
            </a:xfrm>
            <a:prstGeom prst="rect">
              <a:avLst/>
            </a:prstGeom>
          </p:spPr>
        </p:pic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C0B5EC8E-6828-402C-857B-714636D53B73}"/>
                </a:ext>
              </a:extLst>
            </p:cNvPr>
            <p:cNvGrpSpPr/>
            <p:nvPr/>
          </p:nvGrpSpPr>
          <p:grpSpPr>
            <a:xfrm>
              <a:off x="1675414" y="5455266"/>
              <a:ext cx="361090" cy="424180"/>
              <a:chOff x="973967" y="3727034"/>
              <a:chExt cx="489425" cy="574938"/>
            </a:xfrm>
          </p:grpSpPr>
          <p:pic>
            <p:nvPicPr>
              <p:cNvPr id="73" name="그림 72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74B7A513-BC98-4F4F-8876-579F793B74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74" name="그림 73">
                <a:extLst>
                  <a:ext uri="{FF2B5EF4-FFF2-40B4-BE49-F238E27FC236}">
                    <a16:creationId xmlns:a16="http://schemas.microsoft.com/office/drawing/2014/main" id="{B339842A-A9D9-45F4-9224-FCB9EC60B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1F76BC18-6D9A-448D-8FDB-90DE311602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95085B1C-CEFB-40B7-A070-C3A20B4B5B49}"/>
                </a:ext>
              </a:extLst>
            </p:cNvPr>
            <p:cNvCxnSpPr>
              <a:cxnSpLocks/>
              <a:stCxn id="60" idx="0"/>
              <a:endCxn id="37" idx="2"/>
            </p:cNvCxnSpPr>
            <p:nvPr/>
          </p:nvCxnSpPr>
          <p:spPr>
            <a:xfrm flipV="1">
              <a:off x="3097411" y="2899410"/>
              <a:ext cx="0" cy="88876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C56EF776-D112-424D-BD87-D11A041CA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3788175"/>
              <a:ext cx="307558" cy="198585"/>
            </a:xfrm>
            <a:prstGeom prst="rect">
              <a:avLst/>
            </a:prstGeom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B913DA2C-3783-489D-9ECC-AA9666A37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384091"/>
              <a:ext cx="307558" cy="198585"/>
            </a:xfrm>
            <a:prstGeom prst="rect">
              <a:avLst/>
            </a:prstGeom>
          </p:spPr>
        </p:pic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CC0267F4-8E6A-45BA-B192-96375F49E4CF}"/>
                </a:ext>
              </a:extLst>
            </p:cNvPr>
            <p:cNvCxnSpPr/>
            <p:nvPr/>
          </p:nvCxnSpPr>
          <p:spPr>
            <a:xfrm flipH="1">
              <a:off x="1274445" y="3641726"/>
              <a:ext cx="263525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7D93A710-A4E3-4DF5-B18B-4E1AF8E260F5}"/>
                </a:ext>
              </a:extLst>
            </p:cNvPr>
            <p:cNvGrpSpPr/>
            <p:nvPr/>
          </p:nvGrpSpPr>
          <p:grpSpPr>
            <a:xfrm>
              <a:off x="985367" y="3338114"/>
              <a:ext cx="361090" cy="424180"/>
              <a:chOff x="973967" y="3727034"/>
              <a:chExt cx="489425" cy="574938"/>
            </a:xfrm>
          </p:grpSpPr>
          <p:pic>
            <p:nvPicPr>
              <p:cNvPr id="70" name="그림 69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08BD2F5C-F0B2-4A34-A1E2-5B7AB4041F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71" name="그림 70">
                <a:extLst>
                  <a:ext uri="{FF2B5EF4-FFF2-40B4-BE49-F238E27FC236}">
                    <a16:creationId xmlns:a16="http://schemas.microsoft.com/office/drawing/2014/main" id="{2BB44832-E653-44FF-ACA7-A4A324312A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72" name="그림 71">
                <a:extLst>
                  <a:ext uri="{FF2B5EF4-FFF2-40B4-BE49-F238E27FC236}">
                    <a16:creationId xmlns:a16="http://schemas.microsoft.com/office/drawing/2014/main" id="{FC97453A-FD52-4A16-8251-CC3B025DB3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C90AD695-4836-4080-8902-20875242BB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9098" y="5086349"/>
              <a:ext cx="144000" cy="13312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26A9C04B-EC23-43EF-A16A-80A2EF3E5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53882" y="5208344"/>
              <a:ext cx="307558" cy="198585"/>
            </a:xfrm>
            <a:prstGeom prst="rect">
              <a:avLst/>
            </a:prstGeom>
          </p:spPr>
        </p:pic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2AB0FDC0-398D-40E6-BBDB-8FD2CD077077}"/>
                </a:ext>
              </a:extLst>
            </p:cNvPr>
            <p:cNvCxnSpPr>
              <a:cxnSpLocks/>
              <a:endCxn id="69" idx="2"/>
            </p:cNvCxnSpPr>
            <p:nvPr/>
          </p:nvCxnSpPr>
          <p:spPr>
            <a:xfrm flipV="1">
              <a:off x="1704659" y="3286850"/>
              <a:ext cx="0" cy="26750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E49CB381-DC4A-414B-89C9-D929FEC5F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41945" y="3551831"/>
              <a:ext cx="307558" cy="198585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79C94F4D-7BB7-4F11-A3FD-77299D08E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76060" y="2872220"/>
              <a:ext cx="207997" cy="192081"/>
            </a:xfrm>
            <a:prstGeom prst="rect">
              <a:avLst/>
            </a:prstGeom>
          </p:spPr>
        </p:pic>
        <p:pic>
          <p:nvPicPr>
            <p:cNvPr id="69" name="그림 68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D391BC6C-8ABA-467F-8732-565D0ADE4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04868" y="2893597"/>
              <a:ext cx="267254" cy="393253"/>
            </a:xfrm>
            <a:prstGeom prst="rect">
              <a:avLst/>
            </a:prstGeom>
          </p:spPr>
        </p:pic>
      </p:grp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BAC1DB41-9183-455E-853F-417EFAF590C0}"/>
              </a:ext>
            </a:extLst>
          </p:cNvPr>
          <p:cNvCxnSpPr>
            <a:cxnSpLocks/>
            <a:endCxn id="55" idx="0"/>
          </p:cNvCxnSpPr>
          <p:nvPr/>
        </p:nvCxnSpPr>
        <p:spPr>
          <a:xfrm flipH="1">
            <a:off x="1316881" y="3315775"/>
            <a:ext cx="11364" cy="1510883"/>
          </a:xfrm>
          <a:prstGeom prst="line">
            <a:avLst/>
          </a:prstGeom>
          <a:noFill/>
          <a:ln w="31750">
            <a:solidFill>
              <a:srgbClr val="105BA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95F9AC62-C34F-4B72-AF8C-9A507B98482D}"/>
              </a:ext>
            </a:extLst>
          </p:cNvPr>
          <p:cNvCxnSpPr>
            <a:cxnSpLocks/>
          </p:cNvCxnSpPr>
          <p:nvPr/>
        </p:nvCxnSpPr>
        <p:spPr>
          <a:xfrm>
            <a:off x="1939947" y="3284984"/>
            <a:ext cx="781038" cy="2252771"/>
          </a:xfrm>
          <a:prstGeom prst="line">
            <a:avLst/>
          </a:prstGeom>
          <a:noFill/>
          <a:ln w="31750">
            <a:solidFill>
              <a:srgbClr val="105BA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5B403E21-158F-401F-BEC3-0689E00337BC}"/>
              </a:ext>
            </a:extLst>
          </p:cNvPr>
          <p:cNvCxnSpPr>
            <a:cxnSpLocks/>
          </p:cNvCxnSpPr>
          <p:nvPr/>
        </p:nvCxnSpPr>
        <p:spPr>
          <a:xfrm flipV="1">
            <a:off x="1441758" y="2017986"/>
            <a:ext cx="519472" cy="945383"/>
          </a:xfrm>
          <a:prstGeom prst="line">
            <a:avLst/>
          </a:prstGeom>
          <a:noFill/>
          <a:ln w="31750">
            <a:solidFill>
              <a:srgbClr val="105BA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3" name="Rectangle 3">
            <a:extLst>
              <a:ext uri="{FF2B5EF4-FFF2-40B4-BE49-F238E27FC236}">
                <a16:creationId xmlns:a16="http://schemas.microsoft.com/office/drawing/2014/main" id="{C8021272-DFB0-4271-8805-82A823C523B7}"/>
              </a:ext>
            </a:extLst>
          </p:cNvPr>
          <p:cNvSpPr txBox="1">
            <a:spLocks noChangeArrowheads="1"/>
          </p:cNvSpPr>
          <p:nvPr/>
        </p:nvSpPr>
        <p:spPr>
          <a:xfrm>
            <a:off x="4077011" y="3912151"/>
            <a:ext cx="2765438" cy="10581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파일 배포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(BitTorrent)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Streaming (</a:t>
            </a:r>
            <a:r>
              <a:rPr lang="en-US" altLang="ko-KR" sz="15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KanKan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)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VoIP (Skype) </a:t>
            </a:r>
          </a:p>
        </p:txBody>
      </p:sp>
      <p:sp>
        <p:nvSpPr>
          <p:cNvPr id="95" name="사각형: 잘린 한쪽 모서리 94">
            <a:extLst>
              <a:ext uri="{FF2B5EF4-FFF2-40B4-BE49-F238E27FC236}">
                <a16:creationId xmlns:a16="http://schemas.microsoft.com/office/drawing/2014/main" id="{C68303FE-5D13-452C-BFC3-4FD11FE199A8}"/>
              </a:ext>
            </a:extLst>
          </p:cNvPr>
          <p:cNvSpPr/>
          <p:nvPr/>
        </p:nvSpPr>
        <p:spPr>
          <a:xfrm>
            <a:off x="3856103" y="3391906"/>
            <a:ext cx="884237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96" name="텍스트 개체 틀 19">
            <a:extLst>
              <a:ext uri="{FF2B5EF4-FFF2-40B4-BE49-F238E27FC236}">
                <a16:creationId xmlns:a16="http://schemas.microsoft.com/office/drawing/2014/main" id="{CB680703-AA2C-4F45-94D2-EAE857DEB18A}"/>
              </a:ext>
            </a:extLst>
          </p:cNvPr>
          <p:cNvSpPr txBox="1">
            <a:spLocks/>
          </p:cNvSpPr>
          <p:nvPr/>
        </p:nvSpPr>
        <p:spPr>
          <a:xfrm>
            <a:off x="4036706" y="3400752"/>
            <a:ext cx="60197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572916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파일 배포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>
                <a:solidFill>
                  <a:schemeClr val="bg1"/>
                </a:solidFill>
              </a:rPr>
              <a:t>client-server vs P2P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7E29E30F-AC84-4B5A-8BF0-D71E9F30B497}"/>
              </a:ext>
            </a:extLst>
          </p:cNvPr>
          <p:cNvSpPr/>
          <p:nvPr/>
        </p:nvSpPr>
        <p:spPr>
          <a:xfrm>
            <a:off x="844234" y="1083624"/>
            <a:ext cx="7412353" cy="485678"/>
          </a:xfrm>
          <a:prstGeom prst="snip1Rect">
            <a:avLst>
              <a:gd name="adj" fmla="val 24985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D145D2-6632-466D-B8B6-E7A9840B6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1113989"/>
            <a:ext cx="6930858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한 서버에서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N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개의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peer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에게 크기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F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인 파일을 배포하는 데에 걸리는 시간은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?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632A29F-5A58-438B-853C-268F9A8A0434}"/>
              </a:ext>
            </a:extLst>
          </p:cNvPr>
          <p:cNvGrpSpPr/>
          <p:nvPr/>
        </p:nvGrpSpPr>
        <p:grpSpPr>
          <a:xfrm>
            <a:off x="595909" y="1052513"/>
            <a:ext cx="507687" cy="593792"/>
            <a:chOff x="595909" y="5784951"/>
            <a:chExt cx="507687" cy="593792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1416693-C614-4ABC-84F8-72F6664CED31}"/>
                </a:ext>
              </a:extLst>
            </p:cNvPr>
            <p:cNvSpPr/>
            <p:nvPr/>
          </p:nvSpPr>
          <p:spPr>
            <a:xfrm>
              <a:off x="693394" y="6294322"/>
              <a:ext cx="314384" cy="84421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53E18521-D070-4229-8129-EAD222BEEF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572859" y="5816110"/>
              <a:ext cx="558670" cy="502804"/>
            </a:xfrm>
            <a:prstGeom prst="rect">
              <a:avLst/>
            </a:prstGeom>
          </p:spPr>
        </p:pic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C4A59CE-BC3A-4E45-83A6-B71BFDCE7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909" y="5784951"/>
              <a:ext cx="498162" cy="507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2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Q</a:t>
              </a:r>
              <a:endParaRPr lang="en-US" altLang="ko-KR" sz="2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Rectangle 3">
            <a:extLst>
              <a:ext uri="{FF2B5EF4-FFF2-40B4-BE49-F238E27FC236}">
                <a16:creationId xmlns:a16="http://schemas.microsoft.com/office/drawing/2014/main" id="{1B5C2772-DFD7-4630-8405-03776EF3D864}"/>
              </a:ext>
            </a:extLst>
          </p:cNvPr>
          <p:cNvSpPr txBox="1">
            <a:spLocks noChangeArrowheads="1"/>
          </p:cNvSpPr>
          <p:nvPr/>
        </p:nvSpPr>
        <p:spPr>
          <a:xfrm>
            <a:off x="834468" y="1720743"/>
            <a:ext cx="6431473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upload/download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용량은 한정된 자원임</a:t>
            </a:r>
          </a:p>
        </p:txBody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DC16FF2E-2C70-4658-B7A8-0BA86F627185}"/>
              </a:ext>
            </a:extLst>
          </p:cNvPr>
          <p:cNvGrpSpPr/>
          <p:nvPr/>
        </p:nvGrpSpPr>
        <p:grpSpPr>
          <a:xfrm>
            <a:off x="783723" y="2242503"/>
            <a:ext cx="7650665" cy="4337098"/>
            <a:chOff x="783723" y="2318703"/>
            <a:chExt cx="7650665" cy="4337098"/>
          </a:xfrm>
        </p:grpSpPr>
        <p:sp>
          <p:nvSpPr>
            <p:cNvPr id="241" name="자유형: 도형 240">
              <a:extLst>
                <a:ext uri="{FF2B5EF4-FFF2-40B4-BE49-F238E27FC236}">
                  <a16:creationId xmlns:a16="http://schemas.microsoft.com/office/drawing/2014/main" id="{56526BB4-6FCD-47BC-92B0-F3923FB0C2FB}"/>
                </a:ext>
              </a:extLst>
            </p:cNvPr>
            <p:cNvSpPr/>
            <p:nvPr/>
          </p:nvSpPr>
          <p:spPr>
            <a:xfrm>
              <a:off x="2386343" y="3009900"/>
              <a:ext cx="533546" cy="1079500"/>
            </a:xfrm>
            <a:custGeom>
              <a:avLst/>
              <a:gdLst>
                <a:gd name="connsiteX0" fmla="*/ 0 w 546100"/>
                <a:gd name="connsiteY0" fmla="*/ 0 h 1104900"/>
                <a:gd name="connsiteX1" fmla="*/ 546100 w 546100"/>
                <a:gd name="connsiteY1" fmla="*/ 635000 h 1104900"/>
                <a:gd name="connsiteX2" fmla="*/ 546100 w 546100"/>
                <a:gd name="connsiteY2" fmla="*/ 110490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6100" h="1104900">
                  <a:moveTo>
                    <a:pt x="0" y="0"/>
                  </a:moveTo>
                  <a:lnTo>
                    <a:pt x="546100" y="635000"/>
                  </a:lnTo>
                  <a:lnTo>
                    <a:pt x="546100" y="1104900"/>
                  </a:lnTo>
                </a:path>
              </a:pathLst>
            </a:cu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Line 14">
              <a:extLst>
                <a:ext uri="{FF2B5EF4-FFF2-40B4-BE49-F238E27FC236}">
                  <a16:creationId xmlns:a16="http://schemas.microsoft.com/office/drawing/2014/main" id="{EBFB7308-4500-4134-B0F1-03864A60B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6501" y="4168140"/>
              <a:ext cx="831850" cy="582930"/>
            </a:xfrm>
            <a:prstGeom prst="line">
              <a:avLst/>
            </a:prstGeom>
            <a:noFill/>
            <a:ln w="12700">
              <a:solidFill>
                <a:schemeClr val="tx2">
                  <a:lumMod val="50000"/>
                </a:schemeClr>
              </a:solidFill>
              <a:round/>
              <a:headEnd type="none" w="med" len="me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Text Box 15">
              <a:extLst>
                <a:ext uri="{FF2B5EF4-FFF2-40B4-BE49-F238E27FC236}">
                  <a16:creationId xmlns:a16="http://schemas.microsoft.com/office/drawing/2014/main" id="{9C6F44AA-765F-47D4-98A4-DBCA87978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9928" y="4063163"/>
              <a:ext cx="380232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u</a:t>
              </a:r>
              <a:r>
                <a:rPr lang="en-US" altLang="ko-KR" sz="2000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s</a:t>
              </a:r>
              <a:endParaRPr lang="en-US" altLang="ko-KR" sz="1500" i="1" baseline="-250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sp>
          <p:nvSpPr>
            <p:cNvPr id="95" name="Text Box 43">
              <a:extLst>
                <a:ext uri="{FF2B5EF4-FFF2-40B4-BE49-F238E27FC236}">
                  <a16:creationId xmlns:a16="http://schemas.microsoft.com/office/drawing/2014/main" id="{1ED2A717-DC78-4026-89BB-AFA88863E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8772" y="4345538"/>
              <a:ext cx="1041385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server</a:t>
              </a:r>
            </a:p>
          </p:txBody>
        </p:sp>
        <p:sp>
          <p:nvSpPr>
            <p:cNvPr id="88" name="Freeform 4">
              <a:extLst>
                <a:ext uri="{FF2B5EF4-FFF2-40B4-BE49-F238E27FC236}">
                  <a16:creationId xmlns:a16="http://schemas.microsoft.com/office/drawing/2014/main" id="{E7557EB0-809F-4B50-A637-73FAA4437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800" y="4553940"/>
              <a:ext cx="2863850" cy="1558553"/>
            </a:xfrm>
            <a:prstGeom prst="ellipse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6" name="Text Box 44">
              <a:extLst>
                <a:ext uri="{FF2B5EF4-FFF2-40B4-BE49-F238E27FC236}">
                  <a16:creationId xmlns:a16="http://schemas.microsoft.com/office/drawing/2014/main" id="{39CBFF51-9076-40B5-877A-3487AD9EE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1695" y="5148550"/>
              <a:ext cx="242406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네트워크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풍부한 대역폭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</a:t>
              </a:r>
              <a:endPara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7" name="Text Box 47">
              <a:extLst>
                <a:ext uri="{FF2B5EF4-FFF2-40B4-BE49-F238E27FC236}">
                  <a16:creationId xmlns:a16="http://schemas.microsoft.com/office/drawing/2014/main" id="{B10A6E0F-FA6B-49AA-AAB7-D3CD3CDB2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633" y="3836146"/>
              <a:ext cx="941387" cy="553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크기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F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인 파일</a:t>
              </a:r>
              <a:endPara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8" name="Text Box 49">
              <a:extLst>
                <a:ext uri="{FF2B5EF4-FFF2-40B4-BE49-F238E27FC236}">
                  <a16:creationId xmlns:a16="http://schemas.microsoft.com/office/drawing/2014/main" id="{08FC2DAC-5297-4B24-9FBE-BDFE8279ED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883" y="2318703"/>
              <a:ext cx="1788250" cy="627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 i="1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u</a:t>
              </a:r>
              <a:r>
                <a:rPr lang="en-US" altLang="ko-KR" sz="1500" i="1" baseline="-250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s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server upload capacity</a:t>
              </a:r>
            </a:p>
          </p:txBody>
        </p:sp>
        <p:sp>
          <p:nvSpPr>
            <p:cNvPr id="99" name="Text Box 50">
              <a:extLst>
                <a:ext uri="{FF2B5EF4-FFF2-40B4-BE49-F238E27FC236}">
                  <a16:creationId xmlns:a16="http://schemas.microsoft.com/office/drawing/2014/main" id="{904CABE3-3773-46DF-A436-8295EF0C8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2862" y="6028513"/>
              <a:ext cx="2299782" cy="627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u</a:t>
              </a:r>
              <a:r>
                <a:rPr lang="en-US" altLang="ko-KR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i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+mj-ea"/>
                  <a:ea typeface="+mj-ea"/>
                </a:rPr>
                <a:t>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peer i upload capacity</a:t>
              </a:r>
            </a:p>
          </p:txBody>
        </p:sp>
        <p:sp>
          <p:nvSpPr>
            <p:cNvPr id="100" name="Text Box 51">
              <a:extLst>
                <a:ext uri="{FF2B5EF4-FFF2-40B4-BE49-F238E27FC236}">
                  <a16:creationId xmlns:a16="http://schemas.microsoft.com/office/drawing/2014/main" id="{643535E4-7C94-4D9C-BCC9-782624D315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961" y="3678932"/>
              <a:ext cx="2414427" cy="627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d</a:t>
              </a:r>
              <a:r>
                <a:rPr lang="en-US" altLang="ko-KR" sz="1500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i</a:t>
              </a:r>
              <a:r>
                <a:rPr lang="en-US" altLang="ko-KR" sz="15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peer i download capacity</a:t>
              </a:r>
            </a:p>
          </p:txBody>
        </p:sp>
        <p:sp>
          <p:nvSpPr>
            <p:cNvPr id="101" name="AutoShape 327">
              <a:extLst>
                <a:ext uri="{FF2B5EF4-FFF2-40B4-BE49-F238E27FC236}">
                  <a16:creationId xmlns:a16="http://schemas.microsoft.com/office/drawing/2014/main" id="{6AB7DD28-BAD1-4942-A226-6D5C5D752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6993" y="3256140"/>
              <a:ext cx="525624" cy="515760"/>
            </a:xfrm>
            <a:prstGeom prst="can">
              <a:avLst>
                <a:gd name="adj" fmla="val 20218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03" name="Text Box 19">
              <a:extLst>
                <a:ext uri="{FF2B5EF4-FFF2-40B4-BE49-F238E27FC236}">
                  <a16:creationId xmlns:a16="http://schemas.microsoft.com/office/drawing/2014/main" id="{E25490A2-8BB2-4EB9-8EF5-5C0B93C8E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7963" y="3614763"/>
              <a:ext cx="541125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u</a:t>
              </a:r>
              <a:r>
                <a:rPr lang="en-US" altLang="ko-KR" sz="1500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2</a:t>
              </a:r>
            </a:p>
          </p:txBody>
        </p: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BDF35A96-D34A-400F-BBAD-94AFE2A6B839}"/>
                </a:ext>
              </a:extLst>
            </p:cNvPr>
            <p:cNvGrpSpPr/>
            <p:nvPr/>
          </p:nvGrpSpPr>
          <p:grpSpPr>
            <a:xfrm>
              <a:off x="4871687" y="3703320"/>
              <a:ext cx="159620" cy="850741"/>
              <a:chOff x="4871687" y="3590971"/>
              <a:chExt cx="159620" cy="688770"/>
            </a:xfrm>
          </p:grpSpPr>
          <p:sp>
            <p:nvSpPr>
              <p:cNvPr id="104" name="Line 22">
                <a:extLst>
                  <a:ext uri="{FF2B5EF4-FFF2-40B4-BE49-F238E27FC236}">
                    <a16:creationId xmlns:a16="http://schemas.microsoft.com/office/drawing/2014/main" id="{A71C73A0-9E58-407C-B323-2B96C8753B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31307" y="3590971"/>
                <a:ext cx="0" cy="680617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5" name="Line 23">
                <a:extLst>
                  <a:ext uri="{FF2B5EF4-FFF2-40B4-BE49-F238E27FC236}">
                    <a16:creationId xmlns:a16="http://schemas.microsoft.com/office/drawing/2014/main" id="{5DA3B56D-22C3-41CE-A7E8-7C62BB12BA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71687" y="3592908"/>
                <a:ext cx="0" cy="686833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06" name="Text Box 24">
              <a:extLst>
                <a:ext uri="{FF2B5EF4-FFF2-40B4-BE49-F238E27FC236}">
                  <a16:creationId xmlns:a16="http://schemas.microsoft.com/office/drawing/2014/main" id="{E4335245-7667-4497-9FDB-95AC8E660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0518" y="3614763"/>
              <a:ext cx="541125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d</a:t>
              </a:r>
              <a:r>
                <a:rPr lang="en-US" altLang="ko-KR" sz="1500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2</a:t>
              </a:r>
            </a:p>
          </p:txBody>
        </p:sp>
        <p:sp>
          <p:nvSpPr>
            <p:cNvPr id="107" name="Text Box 19">
              <a:extLst>
                <a:ext uri="{FF2B5EF4-FFF2-40B4-BE49-F238E27FC236}">
                  <a16:creationId xmlns:a16="http://schemas.microsoft.com/office/drawing/2014/main" id="{3416136C-C723-4868-89EA-045E253A3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5027" y="3614763"/>
              <a:ext cx="541125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 i="1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u</a:t>
              </a:r>
              <a:r>
                <a:rPr lang="en-US" altLang="ko-KR" sz="1500" i="1" baseline="-250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1</a:t>
              </a:r>
            </a:p>
          </p:txBody>
        </p:sp>
        <p:sp>
          <p:nvSpPr>
            <p:cNvPr id="110" name="Text Box 24">
              <a:extLst>
                <a:ext uri="{FF2B5EF4-FFF2-40B4-BE49-F238E27FC236}">
                  <a16:creationId xmlns:a16="http://schemas.microsoft.com/office/drawing/2014/main" id="{2C6B61F6-944D-42FA-B41D-59881EF23A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7432" y="3614763"/>
              <a:ext cx="541125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d</a:t>
              </a:r>
              <a:r>
                <a:rPr lang="en-US" altLang="ko-KR" sz="1500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1</a:t>
              </a:r>
            </a:p>
          </p:txBody>
        </p:sp>
        <p:sp>
          <p:nvSpPr>
            <p:cNvPr id="111" name="Line 72">
              <a:extLst>
                <a:ext uri="{FF2B5EF4-FFF2-40B4-BE49-F238E27FC236}">
                  <a16:creationId xmlns:a16="http://schemas.microsoft.com/office/drawing/2014/main" id="{91410B75-4C0D-4A98-964E-674A1D32C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6832" y="5164947"/>
              <a:ext cx="1314067" cy="0"/>
            </a:xfrm>
            <a:prstGeom prst="line">
              <a:avLst/>
            </a:prstGeom>
            <a:noFill/>
            <a:ln w="12700">
              <a:solidFill>
                <a:schemeClr val="tx2">
                  <a:lumMod val="50000"/>
                </a:schemeClr>
              </a:solidFill>
              <a:round/>
              <a:headEnd type="none" w="med" len="me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" name="Line 73">
              <a:extLst>
                <a:ext uri="{FF2B5EF4-FFF2-40B4-BE49-F238E27FC236}">
                  <a16:creationId xmlns:a16="http://schemas.microsoft.com/office/drawing/2014/main" id="{792773CB-5BE2-4EE4-8640-7F7C4C75B9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5303" y="5304991"/>
              <a:ext cx="1321310" cy="0"/>
            </a:xfrm>
            <a:prstGeom prst="line">
              <a:avLst/>
            </a:prstGeom>
            <a:noFill/>
            <a:ln w="12700">
              <a:solidFill>
                <a:schemeClr val="tx2">
                  <a:lumMod val="50000"/>
                </a:schemeClr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3" name="Text Box 41">
              <a:extLst>
                <a:ext uri="{FF2B5EF4-FFF2-40B4-BE49-F238E27FC236}">
                  <a16:creationId xmlns:a16="http://schemas.microsoft.com/office/drawing/2014/main" id="{80AE8FF8-2979-438E-AAEB-BAEE024E6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4396" y="4814257"/>
              <a:ext cx="541125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ko-KR" sz="15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d</a:t>
              </a:r>
              <a:r>
                <a:rPr lang="en-US" altLang="ko-KR" sz="1500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i</a:t>
              </a:r>
            </a:p>
          </p:txBody>
        </p:sp>
        <p:sp>
          <p:nvSpPr>
            <p:cNvPr id="114" name="Text Box 41">
              <a:extLst>
                <a:ext uri="{FF2B5EF4-FFF2-40B4-BE49-F238E27FC236}">
                  <a16:creationId xmlns:a16="http://schemas.microsoft.com/office/drawing/2014/main" id="{FBBE7E1F-BBF8-49A1-8C0E-C9098E2D2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7910" y="5282978"/>
              <a:ext cx="541125" cy="3255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u</a:t>
              </a:r>
              <a:r>
                <a:rPr lang="en-US" altLang="ko-KR" sz="1500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i</a:t>
              </a:r>
            </a:p>
          </p:txBody>
        </p:sp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A7721414-8370-48AC-98E6-47016A09A5DB}"/>
                </a:ext>
              </a:extLst>
            </p:cNvPr>
            <p:cNvGrpSpPr/>
            <p:nvPr/>
          </p:nvGrpSpPr>
          <p:grpSpPr>
            <a:xfrm>
              <a:off x="783723" y="4792082"/>
              <a:ext cx="771582" cy="918308"/>
              <a:chOff x="3182618" y="4520968"/>
              <a:chExt cx="878294" cy="1045313"/>
            </a:xfrm>
          </p:grpSpPr>
          <p:sp>
            <p:nvSpPr>
              <p:cNvPr id="165" name="타원 164">
                <a:extLst>
                  <a:ext uri="{FF2B5EF4-FFF2-40B4-BE49-F238E27FC236}">
                    <a16:creationId xmlns:a16="http://schemas.microsoft.com/office/drawing/2014/main" id="{870FEB4F-4EE7-4E8F-8709-4D335E5EC8B1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166" name="그림 165">
                <a:extLst>
                  <a:ext uri="{FF2B5EF4-FFF2-40B4-BE49-F238E27FC236}">
                    <a16:creationId xmlns:a16="http://schemas.microsoft.com/office/drawing/2014/main" id="{66E4C858-8435-4BCC-8A8B-744D763AFD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C6C2D31E-C2D7-4594-9BF7-FECF310D8DAE}"/>
                </a:ext>
              </a:extLst>
            </p:cNvPr>
            <p:cNvGrpSpPr/>
            <p:nvPr/>
          </p:nvGrpSpPr>
          <p:grpSpPr>
            <a:xfrm>
              <a:off x="7373753" y="4792082"/>
              <a:ext cx="771582" cy="918308"/>
              <a:chOff x="3182618" y="4520968"/>
              <a:chExt cx="878294" cy="1045313"/>
            </a:xfrm>
          </p:grpSpPr>
          <p:sp>
            <p:nvSpPr>
              <p:cNvPr id="168" name="타원 167">
                <a:extLst>
                  <a:ext uri="{FF2B5EF4-FFF2-40B4-BE49-F238E27FC236}">
                    <a16:creationId xmlns:a16="http://schemas.microsoft.com/office/drawing/2014/main" id="{2F5AD9F3-6D01-4FE4-819B-D3F5172A4F62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169" name="그림 168">
                <a:extLst>
                  <a:ext uri="{FF2B5EF4-FFF2-40B4-BE49-F238E27FC236}">
                    <a16:creationId xmlns:a16="http://schemas.microsoft.com/office/drawing/2014/main" id="{1451D045-E68F-4C85-8CD2-4DA5B2E72E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343BE898-C70C-4E14-B3AA-4EEEA06D8549}"/>
                </a:ext>
              </a:extLst>
            </p:cNvPr>
            <p:cNvSpPr/>
            <p:nvPr/>
          </p:nvSpPr>
          <p:spPr>
            <a:xfrm>
              <a:off x="6138765" y="5674765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70D11334-EA01-4DC1-BE28-0E19F74509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3057" y="5720231"/>
              <a:ext cx="0" cy="365292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305C4E8D-A75D-4DE7-A55A-14C5A7AD99F0}"/>
                </a:ext>
              </a:extLst>
            </p:cNvPr>
            <p:cNvSpPr/>
            <p:nvPr/>
          </p:nvSpPr>
          <p:spPr>
            <a:xfrm>
              <a:off x="6138765" y="4779415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0DBC5997-0A37-4046-BE9E-DE32A790F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3057" y="4314341"/>
              <a:ext cx="0" cy="365292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48D1DE1B-634E-46DC-B8C2-583BDDB2DC48}"/>
                </a:ext>
              </a:extLst>
            </p:cNvPr>
            <p:cNvGrpSpPr/>
            <p:nvPr/>
          </p:nvGrpSpPr>
          <p:grpSpPr>
            <a:xfrm>
              <a:off x="1604453" y="5164947"/>
              <a:ext cx="1335596" cy="140044"/>
              <a:chOff x="1388553" y="4737969"/>
              <a:chExt cx="1335596" cy="140044"/>
            </a:xfrm>
          </p:grpSpPr>
          <p:sp>
            <p:nvSpPr>
              <p:cNvPr id="177" name="Line 72">
                <a:extLst>
                  <a:ext uri="{FF2B5EF4-FFF2-40B4-BE49-F238E27FC236}">
                    <a16:creationId xmlns:a16="http://schemas.microsoft.com/office/drawing/2014/main" id="{43B2EB65-1655-48AE-96EE-32FFA61FFF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082" y="4737969"/>
                <a:ext cx="1314067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8" name="Line 73">
                <a:extLst>
                  <a:ext uri="{FF2B5EF4-FFF2-40B4-BE49-F238E27FC236}">
                    <a16:creationId xmlns:a16="http://schemas.microsoft.com/office/drawing/2014/main" id="{29B26098-B12F-48FB-911A-9D8B9FE15A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8553" y="4878013"/>
                <a:ext cx="1321310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81" name="Text Box 41">
              <a:extLst>
                <a:ext uri="{FF2B5EF4-FFF2-40B4-BE49-F238E27FC236}">
                  <a16:creationId xmlns:a16="http://schemas.microsoft.com/office/drawing/2014/main" id="{67B419AF-4C58-4958-96B1-B5B5B51E4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696" y="4814257"/>
              <a:ext cx="541125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ko-KR" sz="1500" i="1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u</a:t>
              </a:r>
              <a:r>
                <a:rPr lang="en-US" altLang="ko-KR" sz="1500" i="1" baseline="-250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N</a:t>
              </a:r>
              <a:endParaRPr lang="en-US" altLang="ko-KR" sz="1500" i="1" baseline="-250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sp>
          <p:nvSpPr>
            <p:cNvPr id="182" name="Text Box 41">
              <a:extLst>
                <a:ext uri="{FF2B5EF4-FFF2-40B4-BE49-F238E27FC236}">
                  <a16:creationId xmlns:a16="http://schemas.microsoft.com/office/drawing/2014/main" id="{E6C64117-975E-4A11-A9F5-26D6276A6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8210" y="5282978"/>
              <a:ext cx="541125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 i="1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d</a:t>
              </a:r>
              <a:r>
                <a:rPr lang="en-US" altLang="ko-KR" sz="1500" i="1" baseline="-250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N</a:t>
              </a:r>
              <a:endParaRPr lang="en-US" altLang="ko-KR" sz="1500" i="1" baseline="-250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endParaRPr>
            </a:p>
          </p:txBody>
        </p: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0578A462-7760-4146-B82D-7684B19830CB}"/>
                </a:ext>
              </a:extLst>
            </p:cNvPr>
            <p:cNvGrpSpPr/>
            <p:nvPr/>
          </p:nvGrpSpPr>
          <p:grpSpPr>
            <a:xfrm>
              <a:off x="3811237" y="3703320"/>
              <a:ext cx="159620" cy="850741"/>
              <a:chOff x="3811237" y="3590971"/>
              <a:chExt cx="159620" cy="688770"/>
            </a:xfrm>
          </p:grpSpPr>
          <p:sp>
            <p:nvSpPr>
              <p:cNvPr id="183" name="Line 22">
                <a:extLst>
                  <a:ext uri="{FF2B5EF4-FFF2-40B4-BE49-F238E27FC236}">
                    <a16:creationId xmlns:a16="http://schemas.microsoft.com/office/drawing/2014/main" id="{E2F6B8AD-8FBD-4F2B-90BB-8D7D7D09A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0857" y="3590971"/>
                <a:ext cx="0" cy="680617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4" name="Line 23">
                <a:extLst>
                  <a:ext uri="{FF2B5EF4-FFF2-40B4-BE49-F238E27FC236}">
                    <a16:creationId xmlns:a16="http://schemas.microsoft.com/office/drawing/2014/main" id="{FB479144-BD3F-4BD4-8400-5A7A78721A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1237" y="3592908"/>
                <a:ext cx="0" cy="686833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1C89BE6A-64B4-4D07-BF10-FACD697FCAF8}"/>
                </a:ext>
              </a:extLst>
            </p:cNvPr>
            <p:cNvGrpSpPr/>
            <p:nvPr/>
          </p:nvGrpSpPr>
          <p:grpSpPr>
            <a:xfrm>
              <a:off x="3487553" y="2734424"/>
              <a:ext cx="771582" cy="918308"/>
              <a:chOff x="3182618" y="4520968"/>
              <a:chExt cx="878294" cy="1045313"/>
            </a:xfrm>
          </p:grpSpPr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6B2C7113-E654-40A7-8626-73D9C786B4BB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189" name="그림 188">
                <a:extLst>
                  <a:ext uri="{FF2B5EF4-FFF2-40B4-BE49-F238E27FC236}">
                    <a16:creationId xmlns:a16="http://schemas.microsoft.com/office/drawing/2014/main" id="{5FBF5DE4-FE79-4E09-8705-1522618A1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CD4E9FC7-3DAF-4EC9-8425-09B5B1F39EF8}"/>
                </a:ext>
              </a:extLst>
            </p:cNvPr>
            <p:cNvGrpSpPr/>
            <p:nvPr/>
          </p:nvGrpSpPr>
          <p:grpSpPr>
            <a:xfrm>
              <a:off x="4636903" y="2734424"/>
              <a:ext cx="771582" cy="918308"/>
              <a:chOff x="3182618" y="4520968"/>
              <a:chExt cx="878294" cy="1045313"/>
            </a:xfrm>
          </p:grpSpPr>
          <p:sp>
            <p:nvSpPr>
              <p:cNvPr id="191" name="타원 190">
                <a:extLst>
                  <a:ext uri="{FF2B5EF4-FFF2-40B4-BE49-F238E27FC236}">
                    <a16:creationId xmlns:a16="http://schemas.microsoft.com/office/drawing/2014/main" id="{D9519804-B75E-490E-92CB-29034983D409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192" name="그림 191">
                <a:extLst>
                  <a:ext uri="{FF2B5EF4-FFF2-40B4-BE49-F238E27FC236}">
                    <a16:creationId xmlns:a16="http://schemas.microsoft.com/office/drawing/2014/main" id="{114BED91-9E1E-4E73-9BDC-E39BF0053E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pic>
          <p:nvPicPr>
            <p:cNvPr id="238" name="그림 237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B74663C4-C8CB-46D7-9A37-9064F5714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3135" y="3399557"/>
              <a:ext cx="462154" cy="995913"/>
            </a:xfrm>
            <a:prstGeom prst="rect">
              <a:avLst/>
            </a:prstGeom>
          </p:spPr>
        </p:pic>
        <p:sp>
          <p:nvSpPr>
            <p:cNvPr id="239" name="타원 238">
              <a:extLst>
                <a:ext uri="{FF2B5EF4-FFF2-40B4-BE49-F238E27FC236}">
                  <a16:creationId xmlns:a16="http://schemas.microsoft.com/office/drawing/2014/main" id="{02430712-264B-4B7D-AA0B-3F5C191667C4}"/>
                </a:ext>
              </a:extLst>
            </p:cNvPr>
            <p:cNvSpPr/>
            <p:nvPr/>
          </p:nvSpPr>
          <p:spPr>
            <a:xfrm>
              <a:off x="2882485" y="4034937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7233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파일 배포 시간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client-server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228" name="Rectangle 3">
            <a:extLst>
              <a:ext uri="{FF2B5EF4-FFF2-40B4-BE49-F238E27FC236}">
                <a16:creationId xmlns:a16="http://schemas.microsoft.com/office/drawing/2014/main" id="{F62089BE-72F3-42FA-A285-765E0716E25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15184"/>
            <a:ext cx="28925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서버의 전송 </a:t>
            </a:r>
            <a:b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</a:b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N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개의 파일 복사본을 차례로 보내야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(upload)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함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229" name="Rectangle 3">
            <a:extLst>
              <a:ext uri="{FF2B5EF4-FFF2-40B4-BE49-F238E27FC236}">
                <a16:creationId xmlns:a16="http://schemas.microsoft.com/office/drawing/2014/main" id="{F2C1FE2D-2559-4EE0-8E1B-A980510B282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175968"/>
            <a:ext cx="292600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copy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보내는 시간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F/u</a:t>
            </a:r>
            <a:r>
              <a:rPr lang="en-US" altLang="ko-KR" baseline="-250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 copy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보내는 시간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NF/u</a:t>
            </a:r>
            <a:r>
              <a:rPr lang="en-US" altLang="ko-KR" baseline="-250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</a:t>
            </a:r>
          </a:p>
        </p:txBody>
      </p:sp>
      <p:sp>
        <p:nvSpPr>
          <p:cNvPr id="230" name="Rectangle 3">
            <a:extLst>
              <a:ext uri="{FF2B5EF4-FFF2-40B4-BE49-F238E27FC236}">
                <a16:creationId xmlns:a16="http://schemas.microsoft.com/office/drawing/2014/main" id="{51BCD7F6-685B-425C-AA12-C7F99285CE4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140968"/>
            <a:ext cx="39593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클라이언트</a:t>
            </a:r>
            <a:b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</a:b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클라이언트는 각각 복사본을 받아야 함</a:t>
            </a:r>
          </a:p>
        </p:txBody>
      </p:sp>
      <p:sp>
        <p:nvSpPr>
          <p:cNvPr id="231" name="Rectangle 3">
            <a:extLst>
              <a:ext uri="{FF2B5EF4-FFF2-40B4-BE49-F238E27FC236}">
                <a16:creationId xmlns:a16="http://schemas.microsoft.com/office/drawing/2014/main" id="{7E906A96-2688-4D59-9D1A-0C23CEB99779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935052"/>
            <a:ext cx="62158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</a:t>
            </a:r>
            <a:r>
              <a:rPr lang="en-US" altLang="ko-KR" baseline="-250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min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=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다운로드가 가장 느린 클라이언트의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download rate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그 클라이언트의 다운로드 시간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F/d</a:t>
            </a:r>
            <a:r>
              <a:rPr lang="en-US" altLang="ko-KR" baseline="-250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min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</p:txBody>
      </p:sp>
      <p:sp>
        <p:nvSpPr>
          <p:cNvPr id="235" name="사각형: 잘린 한쪽 모서리 234">
            <a:extLst>
              <a:ext uri="{FF2B5EF4-FFF2-40B4-BE49-F238E27FC236}">
                <a16:creationId xmlns:a16="http://schemas.microsoft.com/office/drawing/2014/main" id="{3ADE050D-11BE-4FA5-AE35-3BD6255C957A}"/>
              </a:ext>
            </a:extLst>
          </p:cNvPr>
          <p:cNvSpPr/>
          <p:nvPr/>
        </p:nvSpPr>
        <p:spPr>
          <a:xfrm>
            <a:off x="978853" y="4773981"/>
            <a:ext cx="7277735" cy="971500"/>
          </a:xfrm>
          <a:prstGeom prst="snip1Rect">
            <a:avLst>
              <a:gd name="adj" fmla="val 12967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36" name="Rectangle 3">
            <a:extLst>
              <a:ext uri="{FF2B5EF4-FFF2-40B4-BE49-F238E27FC236}">
                <a16:creationId xmlns:a16="http://schemas.microsoft.com/office/drawing/2014/main" id="{050C5399-8D13-42E9-A525-38CB5BEB02F3}"/>
              </a:ext>
            </a:extLst>
          </p:cNvPr>
          <p:cNvSpPr txBox="1">
            <a:spLocks noChangeArrowheads="1"/>
          </p:cNvSpPr>
          <p:nvPr/>
        </p:nvSpPr>
        <p:spPr>
          <a:xfrm>
            <a:off x="4447010" y="4999371"/>
            <a:ext cx="3809578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 latinLnBrk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ko-KR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</a:t>
            </a:r>
            <a:r>
              <a:rPr lang="en-US" altLang="ko-KR" sz="1800" baseline="-25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c-s</a:t>
            </a:r>
            <a:r>
              <a:rPr lang="en-US" altLang="ko-KR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&gt; max{NF/</a:t>
            </a:r>
            <a:r>
              <a:rPr lang="en-US" altLang="ko-KR" sz="18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u</a:t>
            </a:r>
            <a:r>
              <a:rPr lang="en-US" altLang="ko-KR" sz="1800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s,</a:t>
            </a:r>
            <a:r>
              <a:rPr lang="en-US" altLang="ko-KR" sz="18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,F</a:t>
            </a:r>
            <a:r>
              <a:rPr lang="en-US" altLang="ko-KR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/</a:t>
            </a:r>
            <a:r>
              <a:rPr lang="en-US" altLang="ko-KR" sz="18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</a:t>
            </a:r>
            <a:r>
              <a:rPr lang="en-US" altLang="ko-KR" sz="1800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min</a:t>
            </a:r>
            <a:r>
              <a:rPr lang="en-US" altLang="ko-KR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} </a:t>
            </a:r>
          </a:p>
        </p:txBody>
      </p:sp>
      <p:sp>
        <p:nvSpPr>
          <p:cNvPr id="241" name="Text Box 51">
            <a:extLst>
              <a:ext uri="{FF2B5EF4-FFF2-40B4-BE49-F238E27FC236}">
                <a16:creationId xmlns:a16="http://schemas.microsoft.com/office/drawing/2014/main" id="{88FB8212-D67D-47F4-BE5C-CBDFA749D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047" y="4971098"/>
            <a:ext cx="3172580" cy="591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latinLnBrk="0">
              <a:lnSpc>
                <a:spcPct val="12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client-server </a:t>
            </a: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방식에서 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N </a:t>
            </a: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개의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클라이언트에게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F</a:t>
            </a: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를 배포하는 시간</a:t>
            </a:r>
            <a:endParaRPr lang="en-US" altLang="ko-KR" sz="14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</p:txBody>
      </p: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9579474E-37DA-45E6-833E-E08C43534F32}"/>
              </a:ext>
            </a:extLst>
          </p:cNvPr>
          <p:cNvCxnSpPr>
            <a:cxnSpLocks/>
          </p:cNvCxnSpPr>
          <p:nvPr/>
        </p:nvCxnSpPr>
        <p:spPr>
          <a:xfrm>
            <a:off x="4465374" y="4920295"/>
            <a:ext cx="0" cy="678873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45" name="그룹 244">
            <a:extLst>
              <a:ext uri="{FF2B5EF4-FFF2-40B4-BE49-F238E27FC236}">
                <a16:creationId xmlns:a16="http://schemas.microsoft.com/office/drawing/2014/main" id="{BD4159EA-819B-4BCB-8EF8-7F595FA97921}"/>
              </a:ext>
            </a:extLst>
          </p:cNvPr>
          <p:cNvGrpSpPr/>
          <p:nvPr/>
        </p:nvGrpSpPr>
        <p:grpSpPr>
          <a:xfrm>
            <a:off x="4033386" y="1052513"/>
            <a:ext cx="4177798" cy="2216467"/>
            <a:chOff x="4033386" y="1052513"/>
            <a:chExt cx="4177798" cy="2216467"/>
          </a:xfrm>
        </p:grpSpPr>
        <p:sp>
          <p:nvSpPr>
            <p:cNvPr id="246" name="Line 14">
              <a:extLst>
                <a:ext uri="{FF2B5EF4-FFF2-40B4-BE49-F238E27FC236}">
                  <a16:creationId xmlns:a16="http://schemas.microsoft.com/office/drawing/2014/main" id="{66E426F4-BD3D-46AD-98CC-EF0F3759A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4385" y="1993224"/>
              <a:ext cx="545806" cy="382480"/>
            </a:xfrm>
            <a:prstGeom prst="line">
              <a:avLst/>
            </a:prstGeom>
            <a:noFill/>
            <a:ln w="12700">
              <a:solidFill>
                <a:schemeClr val="tx2">
                  <a:lumMod val="50000"/>
                </a:schemeClr>
              </a:solidFill>
              <a:round/>
              <a:headEnd type="none" w="med" len="med"/>
              <a:tailEnd type="triangle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47" name="Text Box 15">
              <a:extLst>
                <a:ext uri="{FF2B5EF4-FFF2-40B4-BE49-F238E27FC236}">
                  <a16:creationId xmlns:a16="http://schemas.microsoft.com/office/drawing/2014/main" id="{AD31E807-4507-4174-9619-15A34193F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2046" y="1616429"/>
              <a:ext cx="350243" cy="295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u</a:t>
              </a:r>
              <a:r>
                <a:rPr lang="en-US" altLang="ko-KR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s</a:t>
              </a:r>
              <a:endParaRPr lang="en-US" altLang="ko-KR" sz="1400" i="1" baseline="-250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grpSp>
          <p:nvGrpSpPr>
            <p:cNvPr id="248" name="그룹 247">
              <a:extLst>
                <a:ext uri="{FF2B5EF4-FFF2-40B4-BE49-F238E27FC236}">
                  <a16:creationId xmlns:a16="http://schemas.microsoft.com/office/drawing/2014/main" id="{16780073-3D54-4169-B577-B1D43D596C8B}"/>
                </a:ext>
              </a:extLst>
            </p:cNvPr>
            <p:cNvGrpSpPr/>
            <p:nvPr/>
          </p:nvGrpSpPr>
          <p:grpSpPr>
            <a:xfrm>
              <a:off x="5218361" y="2246360"/>
              <a:ext cx="1879071" cy="1022620"/>
              <a:chOff x="4984581" y="2246360"/>
              <a:chExt cx="1879071" cy="1022620"/>
            </a:xfrm>
          </p:grpSpPr>
          <p:sp>
            <p:nvSpPr>
              <p:cNvPr id="278" name="Freeform 4">
                <a:extLst>
                  <a:ext uri="{FF2B5EF4-FFF2-40B4-BE49-F238E27FC236}">
                    <a16:creationId xmlns:a16="http://schemas.microsoft.com/office/drawing/2014/main" id="{8DF112C7-7680-4FD8-BC0F-E9685BB9D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4581" y="2246360"/>
                <a:ext cx="1879071" cy="1022620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  <a:buClr>
                    <a:srgbClr val="000000"/>
                  </a:buClr>
                  <a:buSzPct val="100000"/>
                  <a:buFont typeface="Arial"/>
                  <a:buChar char="§"/>
                </a:pPr>
                <a:endParaRPr lang="ko-KR" altLang="en-US" sz="1100">
                  <a:solidFill>
                    <a:schemeClr val="lt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79" name="Text Box 44">
                <a:extLst>
                  <a:ext uri="{FF2B5EF4-FFF2-40B4-BE49-F238E27FC236}">
                    <a16:creationId xmlns:a16="http://schemas.microsoft.com/office/drawing/2014/main" id="{AC45D567-E03E-4460-A2BF-4FFCF16875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02345" y="2636504"/>
                <a:ext cx="843543" cy="2959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4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latin typeface="+mj-ea"/>
                    <a:ea typeface="+mj-ea"/>
                    <a:cs typeface="+mj-cs"/>
                  </a:rPr>
                  <a:t>네트워크</a:t>
                </a:r>
                <a:endPara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  <p:sp>
          <p:nvSpPr>
            <p:cNvPr id="249" name="AutoShape 327">
              <a:extLst>
                <a:ext uri="{FF2B5EF4-FFF2-40B4-BE49-F238E27FC236}">
                  <a16:creationId xmlns:a16="http://schemas.microsoft.com/office/drawing/2014/main" id="{4AC0C06D-4B9C-440E-A745-3B72F83B7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716" y="1559820"/>
              <a:ext cx="344880" cy="338408"/>
            </a:xfrm>
            <a:prstGeom prst="can">
              <a:avLst>
                <a:gd name="adj" fmla="val 20218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ko-KR" sz="11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50" name="그룹 249">
              <a:extLst>
                <a:ext uri="{FF2B5EF4-FFF2-40B4-BE49-F238E27FC236}">
                  <a16:creationId xmlns:a16="http://schemas.microsoft.com/office/drawing/2014/main" id="{1D30B752-EC01-4B7B-AFDB-20D22DEA6166}"/>
                </a:ext>
              </a:extLst>
            </p:cNvPr>
            <p:cNvGrpSpPr/>
            <p:nvPr/>
          </p:nvGrpSpPr>
          <p:grpSpPr>
            <a:xfrm>
              <a:off x="6435949" y="1688239"/>
              <a:ext cx="104732" cy="558201"/>
              <a:chOff x="4871687" y="3590971"/>
              <a:chExt cx="159620" cy="688770"/>
            </a:xfrm>
          </p:grpSpPr>
          <p:sp>
            <p:nvSpPr>
              <p:cNvPr id="276" name="Line 22">
                <a:extLst>
                  <a:ext uri="{FF2B5EF4-FFF2-40B4-BE49-F238E27FC236}">
                    <a16:creationId xmlns:a16="http://schemas.microsoft.com/office/drawing/2014/main" id="{BF187AFF-55CB-4F55-AE67-1BA8483BF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31307" y="3590971"/>
                <a:ext cx="0" cy="680617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77" name="Line 23">
                <a:extLst>
                  <a:ext uri="{FF2B5EF4-FFF2-40B4-BE49-F238E27FC236}">
                    <a16:creationId xmlns:a16="http://schemas.microsoft.com/office/drawing/2014/main" id="{406336BE-1226-4BB8-9F3B-B6EDD541FC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71687" y="3592908"/>
                <a:ext cx="0" cy="686833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  <p:sp>
          <p:nvSpPr>
            <p:cNvPr id="251" name="Text Box 41">
              <a:extLst>
                <a:ext uri="{FF2B5EF4-FFF2-40B4-BE49-F238E27FC236}">
                  <a16:creationId xmlns:a16="http://schemas.microsoft.com/office/drawing/2014/main" id="{3F91F0C3-01F3-41D6-8FFC-6A7DC0EB6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6120" y="2337166"/>
              <a:ext cx="355050" cy="3255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ko-KR" sz="16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d</a:t>
              </a:r>
              <a:r>
                <a:rPr lang="en-US" altLang="ko-KR" sz="1600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i</a:t>
              </a:r>
            </a:p>
          </p:txBody>
        </p:sp>
        <p:sp>
          <p:nvSpPr>
            <p:cNvPr id="252" name="Text Box 41">
              <a:extLst>
                <a:ext uri="{FF2B5EF4-FFF2-40B4-BE49-F238E27FC236}">
                  <a16:creationId xmlns:a16="http://schemas.microsoft.com/office/drawing/2014/main" id="{538D47FC-896E-474E-85C4-EDBB9A616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8741" y="2724707"/>
              <a:ext cx="355050" cy="3255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u</a:t>
              </a:r>
              <a:r>
                <a:rPr lang="en-US" altLang="ko-KR" sz="1600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i</a:t>
              </a:r>
            </a:p>
          </p:txBody>
        </p:sp>
        <p:grpSp>
          <p:nvGrpSpPr>
            <p:cNvPr id="253" name="그룹 252">
              <a:extLst>
                <a:ext uri="{FF2B5EF4-FFF2-40B4-BE49-F238E27FC236}">
                  <a16:creationId xmlns:a16="http://schemas.microsoft.com/office/drawing/2014/main" id="{5F3D734E-CEAC-4562-8261-9FB252554C9B}"/>
                </a:ext>
              </a:extLst>
            </p:cNvPr>
            <p:cNvGrpSpPr/>
            <p:nvPr/>
          </p:nvGrpSpPr>
          <p:grpSpPr>
            <a:xfrm>
              <a:off x="4071239" y="2402613"/>
              <a:ext cx="506262" cy="602534"/>
              <a:chOff x="3182618" y="4520968"/>
              <a:chExt cx="878294" cy="1045313"/>
            </a:xfrm>
          </p:grpSpPr>
          <p:sp>
            <p:nvSpPr>
              <p:cNvPr id="274" name="타원 273">
                <a:extLst>
                  <a:ext uri="{FF2B5EF4-FFF2-40B4-BE49-F238E27FC236}">
                    <a16:creationId xmlns:a16="http://schemas.microsoft.com/office/drawing/2014/main" id="{7AE475F7-A77B-470E-80C2-D47B224BC00B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1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275" name="그림 274">
                <a:extLst>
                  <a:ext uri="{FF2B5EF4-FFF2-40B4-BE49-F238E27FC236}">
                    <a16:creationId xmlns:a16="http://schemas.microsoft.com/office/drawing/2014/main" id="{1E6400A6-8292-4748-BEE1-7C6ACB0C35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9216E36B-D458-40F2-B89D-12FB4887F94E}"/>
                </a:ext>
              </a:extLst>
            </p:cNvPr>
            <p:cNvGrpSpPr/>
            <p:nvPr/>
          </p:nvGrpSpPr>
          <p:grpSpPr>
            <a:xfrm>
              <a:off x="7704922" y="2402613"/>
              <a:ext cx="506262" cy="602534"/>
              <a:chOff x="3182618" y="4520968"/>
              <a:chExt cx="878294" cy="1045313"/>
            </a:xfrm>
          </p:grpSpPr>
          <p:sp>
            <p:nvSpPr>
              <p:cNvPr id="272" name="타원 271">
                <a:extLst>
                  <a:ext uri="{FF2B5EF4-FFF2-40B4-BE49-F238E27FC236}">
                    <a16:creationId xmlns:a16="http://schemas.microsoft.com/office/drawing/2014/main" id="{A4650FE6-C549-4B04-B810-8F050FC60F6A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1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273" name="그림 272">
                <a:extLst>
                  <a:ext uri="{FF2B5EF4-FFF2-40B4-BE49-F238E27FC236}">
                    <a16:creationId xmlns:a16="http://schemas.microsoft.com/office/drawing/2014/main" id="{75519D72-CFEF-4E4C-9159-FD86854C3C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255" name="그룹 254">
              <a:extLst>
                <a:ext uri="{FF2B5EF4-FFF2-40B4-BE49-F238E27FC236}">
                  <a16:creationId xmlns:a16="http://schemas.microsoft.com/office/drawing/2014/main" id="{77F38EC9-6615-46E9-80F4-BC4230C7F287}"/>
                </a:ext>
              </a:extLst>
            </p:cNvPr>
            <p:cNvGrpSpPr/>
            <p:nvPr/>
          </p:nvGrpSpPr>
          <p:grpSpPr>
            <a:xfrm>
              <a:off x="4617605" y="2647263"/>
              <a:ext cx="560652" cy="91888"/>
              <a:chOff x="1388553" y="4737969"/>
              <a:chExt cx="1335596" cy="140044"/>
            </a:xfrm>
          </p:grpSpPr>
          <p:sp>
            <p:nvSpPr>
              <p:cNvPr id="270" name="Line 72">
                <a:extLst>
                  <a:ext uri="{FF2B5EF4-FFF2-40B4-BE49-F238E27FC236}">
                    <a16:creationId xmlns:a16="http://schemas.microsoft.com/office/drawing/2014/main" id="{28D64BE5-B64C-402A-B3CC-550533256F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082" y="4737969"/>
                <a:ext cx="1314067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71" name="Line 73">
                <a:extLst>
                  <a:ext uri="{FF2B5EF4-FFF2-40B4-BE49-F238E27FC236}">
                    <a16:creationId xmlns:a16="http://schemas.microsoft.com/office/drawing/2014/main" id="{8EACE552-0DC6-45FE-8B71-6C3E551BF1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8553" y="4878013"/>
                <a:ext cx="1321310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24E8DEF8-95CB-4C43-8E87-F380A3E234BD}"/>
                </a:ext>
              </a:extLst>
            </p:cNvPr>
            <p:cNvGrpSpPr/>
            <p:nvPr/>
          </p:nvGrpSpPr>
          <p:grpSpPr>
            <a:xfrm>
              <a:off x="5740151" y="1688239"/>
              <a:ext cx="104732" cy="558201"/>
              <a:chOff x="3811237" y="3590971"/>
              <a:chExt cx="159620" cy="688770"/>
            </a:xfrm>
          </p:grpSpPr>
          <p:sp>
            <p:nvSpPr>
              <p:cNvPr id="268" name="Line 22">
                <a:extLst>
                  <a:ext uri="{FF2B5EF4-FFF2-40B4-BE49-F238E27FC236}">
                    <a16:creationId xmlns:a16="http://schemas.microsoft.com/office/drawing/2014/main" id="{86D6A207-2759-482B-BE7E-33069B0D50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0857" y="3590971"/>
                <a:ext cx="0" cy="680617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69" name="Line 23">
                <a:extLst>
                  <a:ext uri="{FF2B5EF4-FFF2-40B4-BE49-F238E27FC236}">
                    <a16:creationId xmlns:a16="http://schemas.microsoft.com/office/drawing/2014/main" id="{0B3DE0B9-A30A-49E7-A1E1-95D7FCD4D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1237" y="3592908"/>
                <a:ext cx="0" cy="686833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5F61FAA9-3FD3-4246-B330-91B992EAF6E5}"/>
                </a:ext>
              </a:extLst>
            </p:cNvPr>
            <p:cNvGrpSpPr/>
            <p:nvPr/>
          </p:nvGrpSpPr>
          <p:grpSpPr>
            <a:xfrm>
              <a:off x="5527771" y="1052513"/>
              <a:ext cx="506262" cy="602534"/>
              <a:chOff x="3182618" y="4520968"/>
              <a:chExt cx="878294" cy="1045313"/>
            </a:xfrm>
          </p:grpSpPr>
          <p:sp>
            <p:nvSpPr>
              <p:cNvPr id="266" name="타원 265">
                <a:extLst>
                  <a:ext uri="{FF2B5EF4-FFF2-40B4-BE49-F238E27FC236}">
                    <a16:creationId xmlns:a16="http://schemas.microsoft.com/office/drawing/2014/main" id="{912822BC-7827-4DF1-8A4F-99C04927E301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1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267" name="그림 266">
                <a:extLst>
                  <a:ext uri="{FF2B5EF4-FFF2-40B4-BE49-F238E27FC236}">
                    <a16:creationId xmlns:a16="http://schemas.microsoft.com/office/drawing/2014/main" id="{C418927B-3EB5-41FC-9A84-05537B657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5C51CCA6-D5C7-4BCE-A288-41DA19AEA01A}"/>
                </a:ext>
              </a:extLst>
            </p:cNvPr>
            <p:cNvGrpSpPr/>
            <p:nvPr/>
          </p:nvGrpSpPr>
          <p:grpSpPr>
            <a:xfrm>
              <a:off x="6281900" y="1052513"/>
              <a:ext cx="506262" cy="602534"/>
              <a:chOff x="3182618" y="4520968"/>
              <a:chExt cx="878294" cy="1045313"/>
            </a:xfrm>
          </p:grpSpPr>
          <p:sp>
            <p:nvSpPr>
              <p:cNvPr id="264" name="타원 263">
                <a:extLst>
                  <a:ext uri="{FF2B5EF4-FFF2-40B4-BE49-F238E27FC236}">
                    <a16:creationId xmlns:a16="http://schemas.microsoft.com/office/drawing/2014/main" id="{70FA285A-5DA2-46C3-93F4-899F988BC00F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1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265" name="그림 264">
                <a:extLst>
                  <a:ext uri="{FF2B5EF4-FFF2-40B4-BE49-F238E27FC236}">
                    <a16:creationId xmlns:a16="http://schemas.microsoft.com/office/drawing/2014/main" id="{DF6F732D-CED4-4E97-A61A-7A71B45B49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pic>
          <p:nvPicPr>
            <p:cNvPr id="259" name="그림 258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178BFD0E-219A-44C0-9892-F96061120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4110" y="1488929"/>
              <a:ext cx="303235" cy="653452"/>
            </a:xfrm>
            <a:prstGeom prst="rect">
              <a:avLst/>
            </a:prstGeom>
          </p:spPr>
        </p:pic>
        <p:sp>
          <p:nvSpPr>
            <p:cNvPr id="260" name="Text Box 47">
              <a:extLst>
                <a:ext uri="{FF2B5EF4-FFF2-40B4-BE49-F238E27FC236}">
                  <a16:creationId xmlns:a16="http://schemas.microsoft.com/office/drawing/2014/main" id="{4487F44C-D5B3-480F-A6E2-E9F6AF954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3386" y="1616429"/>
              <a:ext cx="446019" cy="3255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F</a:t>
              </a:r>
              <a:endPara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E003E55E-EBE9-42D8-B657-2B5ED39B1532}"/>
                </a:ext>
              </a:extLst>
            </p:cNvPr>
            <p:cNvGrpSpPr/>
            <p:nvPr/>
          </p:nvGrpSpPr>
          <p:grpSpPr>
            <a:xfrm>
              <a:off x="7132205" y="2647263"/>
              <a:ext cx="560652" cy="91888"/>
              <a:chOff x="1388553" y="4737969"/>
              <a:chExt cx="1335596" cy="140044"/>
            </a:xfrm>
          </p:grpSpPr>
          <p:sp>
            <p:nvSpPr>
              <p:cNvPr id="262" name="Line 72">
                <a:extLst>
                  <a:ext uri="{FF2B5EF4-FFF2-40B4-BE49-F238E27FC236}">
                    <a16:creationId xmlns:a16="http://schemas.microsoft.com/office/drawing/2014/main" id="{535EA94C-7897-467A-A24B-BB91CB6A32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082" y="4737969"/>
                <a:ext cx="1314067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63" name="Line 73">
                <a:extLst>
                  <a:ext uri="{FF2B5EF4-FFF2-40B4-BE49-F238E27FC236}">
                    <a16:creationId xmlns:a16="http://schemas.microsoft.com/office/drawing/2014/main" id="{E700D9C2-96C4-4026-8D2C-56A471F363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8553" y="4878013"/>
                <a:ext cx="1321310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E5E9F935-C40A-4624-B959-7E9E9745404F}"/>
              </a:ext>
            </a:extLst>
          </p:cNvPr>
          <p:cNvGrpSpPr/>
          <p:nvPr/>
        </p:nvGrpSpPr>
        <p:grpSpPr>
          <a:xfrm>
            <a:off x="5807787" y="5398540"/>
            <a:ext cx="2198038" cy="891691"/>
            <a:chOff x="5807787" y="5398540"/>
            <a:chExt cx="2198038" cy="891691"/>
          </a:xfrm>
        </p:grpSpPr>
        <p:sp>
          <p:nvSpPr>
            <p:cNvPr id="280" name="Text Box 54">
              <a:extLst>
                <a:ext uri="{FF2B5EF4-FFF2-40B4-BE49-F238E27FC236}">
                  <a16:creationId xmlns:a16="http://schemas.microsoft.com/office/drawing/2014/main" id="{E3DEAE09-DF1A-4475-BADE-8F1ED079D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7787" y="5957191"/>
              <a:ext cx="2198038" cy="3330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lvl="2" indent="-342900" algn="r" latinLnBrk="0">
                <a:lnSpc>
                  <a:spcPct val="120000"/>
                </a:lnSpc>
                <a:spcBef>
                  <a:spcPts val="600"/>
                </a:spcBef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N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에 대해 선형적으로 증가</a:t>
              </a:r>
              <a:endPara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endParaRPr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6588486C-6171-48F7-AE4C-C1665CEF6088}"/>
                </a:ext>
              </a:extLst>
            </p:cNvPr>
            <p:cNvSpPr/>
            <p:nvPr/>
          </p:nvSpPr>
          <p:spPr>
            <a:xfrm>
              <a:off x="6410227" y="5398540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282" name="직선 연결선 281">
              <a:extLst>
                <a:ext uri="{FF2B5EF4-FFF2-40B4-BE49-F238E27FC236}">
                  <a16:creationId xmlns:a16="http://schemas.microsoft.com/office/drawing/2014/main" id="{93904789-4D6E-4071-AEFF-F82F4AF788EC}"/>
                </a:ext>
              </a:extLst>
            </p:cNvPr>
            <p:cNvCxnSpPr>
              <a:cxnSpLocks/>
            </p:cNvCxnSpPr>
            <p:nvPr/>
          </p:nvCxnSpPr>
          <p:spPr>
            <a:xfrm>
              <a:off x="6444519" y="5444006"/>
              <a:ext cx="0" cy="525788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</p:grpSp>
    </p:spTree>
    <p:extLst>
      <p:ext uri="{BB962C8B-B14F-4D97-AF65-F5344CB8AC3E}">
        <p14:creationId xmlns:p14="http://schemas.microsoft.com/office/powerpoint/2010/main" val="38656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파일 배포 시간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P2P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6</a:t>
            </a:fld>
            <a:endParaRPr 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EA9B97C-3634-4891-87F2-D8266CF6CFB2}"/>
              </a:ext>
            </a:extLst>
          </p:cNvPr>
          <p:cNvGrpSpPr/>
          <p:nvPr/>
        </p:nvGrpSpPr>
        <p:grpSpPr>
          <a:xfrm>
            <a:off x="4033386" y="1052513"/>
            <a:ext cx="4177798" cy="2216467"/>
            <a:chOff x="4033386" y="1052513"/>
            <a:chExt cx="4177798" cy="2216467"/>
          </a:xfrm>
        </p:grpSpPr>
        <p:sp>
          <p:nvSpPr>
            <p:cNvPr id="6" name="Line 14">
              <a:extLst>
                <a:ext uri="{FF2B5EF4-FFF2-40B4-BE49-F238E27FC236}">
                  <a16:creationId xmlns:a16="http://schemas.microsoft.com/office/drawing/2014/main" id="{8FECF0FF-0445-472A-8679-2F9502EB9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4385" y="1993224"/>
              <a:ext cx="545806" cy="382480"/>
            </a:xfrm>
            <a:prstGeom prst="line">
              <a:avLst/>
            </a:prstGeom>
            <a:noFill/>
            <a:ln w="12700">
              <a:solidFill>
                <a:schemeClr val="tx2">
                  <a:lumMod val="50000"/>
                </a:schemeClr>
              </a:solidFill>
              <a:round/>
              <a:headEnd type="none" w="med" len="med"/>
              <a:tailEnd type="triangle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" name="Text Box 15">
              <a:extLst>
                <a:ext uri="{FF2B5EF4-FFF2-40B4-BE49-F238E27FC236}">
                  <a16:creationId xmlns:a16="http://schemas.microsoft.com/office/drawing/2014/main" id="{B62040EB-8575-413D-843E-4F196C4E8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2046" y="1616429"/>
              <a:ext cx="350243" cy="295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u</a:t>
              </a:r>
              <a:r>
                <a:rPr lang="en-US" altLang="ko-KR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s</a:t>
              </a:r>
              <a:endParaRPr lang="en-US" altLang="ko-KR" sz="1400" i="1" baseline="-250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C9DD7A0-9A7E-4287-B1E2-94EEAB42EB68}"/>
                </a:ext>
              </a:extLst>
            </p:cNvPr>
            <p:cNvGrpSpPr/>
            <p:nvPr/>
          </p:nvGrpSpPr>
          <p:grpSpPr>
            <a:xfrm>
              <a:off x="5218361" y="2246360"/>
              <a:ext cx="1879071" cy="1022620"/>
              <a:chOff x="4984581" y="2246360"/>
              <a:chExt cx="1879071" cy="1022620"/>
            </a:xfrm>
          </p:grpSpPr>
          <p:sp>
            <p:nvSpPr>
              <p:cNvPr id="38" name="Freeform 4">
                <a:extLst>
                  <a:ext uri="{FF2B5EF4-FFF2-40B4-BE49-F238E27FC236}">
                    <a16:creationId xmlns:a16="http://schemas.microsoft.com/office/drawing/2014/main" id="{9E5A9AFA-D6C7-4FE7-9A45-E8100C6677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4581" y="2246360"/>
                <a:ext cx="1879071" cy="1022620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  <a:buClr>
                    <a:srgbClr val="000000"/>
                  </a:buClr>
                  <a:buSzPct val="100000"/>
                  <a:buFont typeface="Arial"/>
                  <a:buChar char="§"/>
                </a:pPr>
                <a:endParaRPr lang="ko-KR" altLang="en-US" sz="1100">
                  <a:solidFill>
                    <a:schemeClr val="lt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Text Box 44">
                <a:extLst>
                  <a:ext uri="{FF2B5EF4-FFF2-40B4-BE49-F238E27FC236}">
                    <a16:creationId xmlns:a16="http://schemas.microsoft.com/office/drawing/2014/main" id="{4124A1A9-5C70-470D-AFA7-245F43BDC3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02345" y="2636504"/>
                <a:ext cx="843543" cy="2959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4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latin typeface="+mj-ea"/>
                    <a:ea typeface="+mj-ea"/>
                    <a:cs typeface="+mj-cs"/>
                  </a:rPr>
                  <a:t>네트워크</a:t>
                </a:r>
                <a:endPara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  <p:sp>
          <p:nvSpPr>
            <p:cNvPr id="9" name="AutoShape 327">
              <a:extLst>
                <a:ext uri="{FF2B5EF4-FFF2-40B4-BE49-F238E27FC236}">
                  <a16:creationId xmlns:a16="http://schemas.microsoft.com/office/drawing/2014/main" id="{149C7A16-3C73-40B8-BA3B-AD8ED7489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716" y="1559820"/>
              <a:ext cx="344880" cy="338408"/>
            </a:xfrm>
            <a:prstGeom prst="can">
              <a:avLst>
                <a:gd name="adj" fmla="val 20218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ko-KR" sz="11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E753CA9-BB42-41E1-A137-ED5C8E885395}"/>
                </a:ext>
              </a:extLst>
            </p:cNvPr>
            <p:cNvGrpSpPr/>
            <p:nvPr/>
          </p:nvGrpSpPr>
          <p:grpSpPr>
            <a:xfrm>
              <a:off x="6435949" y="1688239"/>
              <a:ext cx="104732" cy="558201"/>
              <a:chOff x="4871687" y="3590971"/>
              <a:chExt cx="159620" cy="688770"/>
            </a:xfrm>
          </p:grpSpPr>
          <p:sp>
            <p:nvSpPr>
              <p:cNvPr id="36" name="Line 22">
                <a:extLst>
                  <a:ext uri="{FF2B5EF4-FFF2-40B4-BE49-F238E27FC236}">
                    <a16:creationId xmlns:a16="http://schemas.microsoft.com/office/drawing/2014/main" id="{148A4D9C-1FD8-47E9-AB72-4C3DF7416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31307" y="3590971"/>
                <a:ext cx="0" cy="680617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37" name="Line 23">
                <a:extLst>
                  <a:ext uri="{FF2B5EF4-FFF2-40B4-BE49-F238E27FC236}">
                    <a16:creationId xmlns:a16="http://schemas.microsoft.com/office/drawing/2014/main" id="{C562F8EA-940B-4088-BB73-219909090F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71687" y="3592908"/>
                <a:ext cx="0" cy="686833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  <p:sp>
          <p:nvSpPr>
            <p:cNvPr id="11" name="Text Box 41">
              <a:extLst>
                <a:ext uri="{FF2B5EF4-FFF2-40B4-BE49-F238E27FC236}">
                  <a16:creationId xmlns:a16="http://schemas.microsoft.com/office/drawing/2014/main" id="{4E4B8C99-EBBB-422A-9C64-189EE4A632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6120" y="2337166"/>
              <a:ext cx="355050" cy="3255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ko-KR" sz="16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d</a:t>
              </a:r>
              <a:r>
                <a:rPr lang="en-US" altLang="ko-KR" sz="1600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i</a:t>
              </a:r>
            </a:p>
          </p:txBody>
        </p:sp>
        <p:sp>
          <p:nvSpPr>
            <p:cNvPr id="12" name="Text Box 41">
              <a:extLst>
                <a:ext uri="{FF2B5EF4-FFF2-40B4-BE49-F238E27FC236}">
                  <a16:creationId xmlns:a16="http://schemas.microsoft.com/office/drawing/2014/main" id="{E319CE57-58E4-4F58-92D7-021C4579E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8741" y="2724707"/>
              <a:ext cx="355050" cy="3255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u</a:t>
              </a:r>
              <a:r>
                <a:rPr lang="en-US" altLang="ko-KR" sz="1600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i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CE371D5-225B-4ED2-8BF1-50C65FF2D747}"/>
                </a:ext>
              </a:extLst>
            </p:cNvPr>
            <p:cNvGrpSpPr/>
            <p:nvPr/>
          </p:nvGrpSpPr>
          <p:grpSpPr>
            <a:xfrm>
              <a:off x="4071239" y="2402613"/>
              <a:ext cx="506262" cy="602534"/>
              <a:chOff x="3182618" y="4520968"/>
              <a:chExt cx="878294" cy="1045313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D9EC8FD1-D565-4EB6-87CA-6793959E1D23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1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D4A12B34-D99F-4F25-BA20-BF82E4D1A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E5B788B-3169-4B12-BD4E-66CC33AD621C}"/>
                </a:ext>
              </a:extLst>
            </p:cNvPr>
            <p:cNvGrpSpPr/>
            <p:nvPr/>
          </p:nvGrpSpPr>
          <p:grpSpPr>
            <a:xfrm>
              <a:off x="7704922" y="2402613"/>
              <a:ext cx="506262" cy="602534"/>
              <a:chOff x="3182618" y="4520968"/>
              <a:chExt cx="878294" cy="1045313"/>
            </a:xfrm>
          </p:grpSpPr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997FB935-87ED-4BCD-B3DA-97C01E6A8905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1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316E33C5-3492-48C1-B9AC-AB1D3229A7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E766C871-CB8F-4C3C-A499-F2E0C228AFDD}"/>
                </a:ext>
              </a:extLst>
            </p:cNvPr>
            <p:cNvGrpSpPr/>
            <p:nvPr/>
          </p:nvGrpSpPr>
          <p:grpSpPr>
            <a:xfrm>
              <a:off x="4617605" y="2647263"/>
              <a:ext cx="560652" cy="91888"/>
              <a:chOff x="1388553" y="4737969"/>
              <a:chExt cx="1335596" cy="140044"/>
            </a:xfrm>
          </p:grpSpPr>
          <p:sp>
            <p:nvSpPr>
              <p:cNvPr id="30" name="Line 72">
                <a:extLst>
                  <a:ext uri="{FF2B5EF4-FFF2-40B4-BE49-F238E27FC236}">
                    <a16:creationId xmlns:a16="http://schemas.microsoft.com/office/drawing/2014/main" id="{5C444A21-0541-4479-9F38-8A8F9BE11A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082" y="4737969"/>
                <a:ext cx="1314067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31" name="Line 73">
                <a:extLst>
                  <a:ext uri="{FF2B5EF4-FFF2-40B4-BE49-F238E27FC236}">
                    <a16:creationId xmlns:a16="http://schemas.microsoft.com/office/drawing/2014/main" id="{6E234ED6-2782-48FA-A03F-7A0577B9A8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8553" y="4878013"/>
                <a:ext cx="1321310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93306C8A-AFED-486A-9275-A8A7FCDF5544}"/>
                </a:ext>
              </a:extLst>
            </p:cNvPr>
            <p:cNvGrpSpPr/>
            <p:nvPr/>
          </p:nvGrpSpPr>
          <p:grpSpPr>
            <a:xfrm>
              <a:off x="5740151" y="1688239"/>
              <a:ext cx="104732" cy="558201"/>
              <a:chOff x="3811237" y="3590971"/>
              <a:chExt cx="159620" cy="688770"/>
            </a:xfrm>
          </p:grpSpPr>
          <p:sp>
            <p:nvSpPr>
              <p:cNvPr id="28" name="Line 22">
                <a:extLst>
                  <a:ext uri="{FF2B5EF4-FFF2-40B4-BE49-F238E27FC236}">
                    <a16:creationId xmlns:a16="http://schemas.microsoft.com/office/drawing/2014/main" id="{238D51ED-F039-4ECB-B551-BDD898CFB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0857" y="3590971"/>
                <a:ext cx="0" cy="680617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9" name="Line 23">
                <a:extLst>
                  <a:ext uri="{FF2B5EF4-FFF2-40B4-BE49-F238E27FC236}">
                    <a16:creationId xmlns:a16="http://schemas.microsoft.com/office/drawing/2014/main" id="{D9A93031-9E6D-471C-B13D-A56BDDEE0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1237" y="3592908"/>
                <a:ext cx="0" cy="686833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ABC6A72-91CA-46D3-9AB2-925AB61DFF22}"/>
                </a:ext>
              </a:extLst>
            </p:cNvPr>
            <p:cNvGrpSpPr/>
            <p:nvPr/>
          </p:nvGrpSpPr>
          <p:grpSpPr>
            <a:xfrm>
              <a:off x="5527771" y="1052513"/>
              <a:ext cx="506262" cy="602534"/>
              <a:chOff x="3182618" y="4520968"/>
              <a:chExt cx="878294" cy="1045313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FCF8D902-4923-445D-9186-0BA0220AA8F8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1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5FFCE655-FEEC-4442-B73B-83967A9DF2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9589747-7174-4251-9CD6-AE270369B3C2}"/>
                </a:ext>
              </a:extLst>
            </p:cNvPr>
            <p:cNvGrpSpPr/>
            <p:nvPr/>
          </p:nvGrpSpPr>
          <p:grpSpPr>
            <a:xfrm>
              <a:off x="6281900" y="1052513"/>
              <a:ext cx="506262" cy="602534"/>
              <a:chOff x="3182618" y="4520968"/>
              <a:chExt cx="878294" cy="1045313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D0D9C7E2-2C5B-4AB8-9B39-CD02AB1EAAB8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1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D60CBFD3-E951-4627-BC0E-F4A2FEAF7C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pic>
          <p:nvPicPr>
            <p:cNvPr id="19" name="그림 18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A4975FA4-AF3E-4672-B49A-5E01B9BB0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4110" y="1488929"/>
              <a:ext cx="303235" cy="653452"/>
            </a:xfrm>
            <a:prstGeom prst="rect">
              <a:avLst/>
            </a:prstGeom>
          </p:spPr>
        </p:pic>
        <p:sp>
          <p:nvSpPr>
            <p:cNvPr id="20" name="Text Box 47">
              <a:extLst>
                <a:ext uri="{FF2B5EF4-FFF2-40B4-BE49-F238E27FC236}">
                  <a16:creationId xmlns:a16="http://schemas.microsoft.com/office/drawing/2014/main" id="{42D8C107-E34A-4E6C-BF41-313D3FE80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3386" y="1616429"/>
              <a:ext cx="446019" cy="3255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F</a:t>
              </a:r>
              <a:endPara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509F75EA-42C6-401C-AB49-34E376441117}"/>
                </a:ext>
              </a:extLst>
            </p:cNvPr>
            <p:cNvGrpSpPr/>
            <p:nvPr/>
          </p:nvGrpSpPr>
          <p:grpSpPr>
            <a:xfrm>
              <a:off x="7132205" y="2647263"/>
              <a:ext cx="560652" cy="91888"/>
              <a:chOff x="1388553" y="4737969"/>
              <a:chExt cx="1335596" cy="140044"/>
            </a:xfrm>
          </p:grpSpPr>
          <p:sp>
            <p:nvSpPr>
              <p:cNvPr id="22" name="Line 72">
                <a:extLst>
                  <a:ext uri="{FF2B5EF4-FFF2-40B4-BE49-F238E27FC236}">
                    <a16:creationId xmlns:a16="http://schemas.microsoft.com/office/drawing/2014/main" id="{B83CB4BC-E448-4FD5-A637-14C12D905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082" y="4737969"/>
                <a:ext cx="1314067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none" w="med" len="med"/>
                <a:tailEnd type="triangle"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3" name="Line 73">
                <a:extLst>
                  <a:ext uri="{FF2B5EF4-FFF2-40B4-BE49-F238E27FC236}">
                    <a16:creationId xmlns:a16="http://schemas.microsoft.com/office/drawing/2014/main" id="{1B5B9492-659C-474E-B2DE-A13916D5DE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8553" y="4878013"/>
                <a:ext cx="1321310" cy="0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50000"/>
                  </a:schemeClr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</p:grpSp>
      <p:sp>
        <p:nvSpPr>
          <p:cNvPr id="40" name="Rectangle 3">
            <a:extLst>
              <a:ext uri="{FF2B5EF4-FFF2-40B4-BE49-F238E27FC236}">
                <a16:creationId xmlns:a16="http://schemas.microsoft.com/office/drawing/2014/main" id="{74906CF4-CE3F-4334-930A-7960DFA20D4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15184"/>
            <a:ext cx="28925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서버의 전송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적어도 한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copy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는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upload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해야 함</a:t>
            </a: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93F0A051-A3D6-4756-8D4A-93C4F7AA0013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851049"/>
            <a:ext cx="292600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copy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보내는 시간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F/u</a:t>
            </a:r>
            <a:r>
              <a:rPr lang="en-US" altLang="ko-KR" baseline="-250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BE979A17-09A8-4B27-8076-6236EB7BDF7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348880"/>
            <a:ext cx="39593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클라이언트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클라이언트는</a:t>
            </a:r>
            <a:b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</a:b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각각 복사본을 받아야 함</a:t>
            </a: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EE9E5077-92B9-4BF4-99C5-5ED0A2B28462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123230"/>
            <a:ext cx="621581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가장 느린 클라이언트의 다운로드 시간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F/d</a:t>
            </a:r>
            <a:r>
              <a:rPr lang="en-US" altLang="ko-KR" baseline="-250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min 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3D658EC3-B6CA-4006-9B55-252E47B5FA21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671142"/>
            <a:ext cx="714808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클라이언트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클라이언트는 각각 복사본을 받아야 함</a:t>
            </a: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6B195BC5-367F-4498-926F-A70169328B3E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077072"/>
            <a:ext cx="621581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max upload rate (max download rate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제약함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</a:t>
            </a:r>
            <a:r>
              <a:rPr lang="en-US" altLang="ko-KR" baseline="-250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+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∑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</a:t>
            </a:r>
            <a:r>
              <a:rPr lang="en-US" altLang="ko-KR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</a:t>
            </a:r>
            <a:endParaRPr lang="en-US" altLang="ko-KR" baseline="-250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6" name="사각형: 잘린 한쪽 모서리 45">
            <a:extLst>
              <a:ext uri="{FF2B5EF4-FFF2-40B4-BE49-F238E27FC236}">
                <a16:creationId xmlns:a16="http://schemas.microsoft.com/office/drawing/2014/main" id="{E40B9557-1825-4ECB-9AE8-C001770892A9}"/>
              </a:ext>
            </a:extLst>
          </p:cNvPr>
          <p:cNvSpPr/>
          <p:nvPr/>
        </p:nvSpPr>
        <p:spPr>
          <a:xfrm>
            <a:off x="978854" y="4595986"/>
            <a:ext cx="7053394" cy="1170402"/>
          </a:xfrm>
          <a:prstGeom prst="snip1Rect">
            <a:avLst>
              <a:gd name="adj" fmla="val 12967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2A666EFC-8769-4FA0-BEC5-4001475219FA}"/>
              </a:ext>
            </a:extLst>
          </p:cNvPr>
          <p:cNvSpPr txBox="1">
            <a:spLocks noChangeArrowheads="1"/>
          </p:cNvSpPr>
          <p:nvPr/>
        </p:nvSpPr>
        <p:spPr>
          <a:xfrm>
            <a:off x="3414199" y="4920827"/>
            <a:ext cx="448648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 latinLnBrk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</a:t>
            </a:r>
            <a:r>
              <a:rPr lang="en-US" altLang="ko-KR" sz="1700" baseline="-25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P2P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&gt; max{F/</a:t>
            </a:r>
            <a:r>
              <a:rPr lang="en-US" altLang="ko-KR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u</a:t>
            </a:r>
            <a:r>
              <a:rPr lang="en-US" altLang="ko-KR" sz="1700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s,</a:t>
            </a:r>
            <a:r>
              <a:rPr lang="en-US" altLang="ko-KR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,F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/</a:t>
            </a:r>
            <a:r>
              <a:rPr lang="en-US" altLang="ko-KR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</a:t>
            </a:r>
            <a:r>
              <a:rPr lang="en-US" altLang="ko-KR" sz="1700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min,</a:t>
            </a:r>
            <a:r>
              <a:rPr lang="en-US" altLang="ko-KR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,NF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/(u</a:t>
            </a:r>
            <a:r>
              <a:rPr lang="en-US" altLang="ko-KR" sz="1700" baseline="-25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+ ∑</a:t>
            </a:r>
            <a:r>
              <a:rPr lang="en-US" altLang="ko-KR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u</a:t>
            </a:r>
            <a:r>
              <a:rPr lang="en-US" altLang="ko-KR" sz="1700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i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)} </a:t>
            </a:r>
          </a:p>
        </p:txBody>
      </p:sp>
      <p:sp>
        <p:nvSpPr>
          <p:cNvPr id="48" name="Text Box 51">
            <a:extLst>
              <a:ext uri="{FF2B5EF4-FFF2-40B4-BE49-F238E27FC236}">
                <a16:creationId xmlns:a16="http://schemas.microsoft.com/office/drawing/2014/main" id="{36FF98FA-5D69-4AEA-BA11-6A907162E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009" y="4756135"/>
            <a:ext cx="1871164" cy="85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latinLnBrk="0">
              <a:lnSpc>
                <a:spcPct val="120000"/>
              </a:lnSpc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P2P 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방식에서 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N 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개의 </a:t>
            </a:r>
          </a:p>
          <a:p>
            <a:pPr marL="342900" indent="-342900" latinLnBrk="0"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클라이언트에게</a:t>
            </a:r>
          </a:p>
          <a:p>
            <a:pPr marL="342900" indent="-342900" latinLnBrk="0">
              <a:lnSpc>
                <a:spcPct val="120000"/>
              </a:lnSpc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F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를 배포하는 시간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CEBC3F6-FA43-4511-9289-F59F0E0A31A1}"/>
              </a:ext>
            </a:extLst>
          </p:cNvPr>
          <p:cNvCxnSpPr>
            <a:cxnSpLocks/>
          </p:cNvCxnSpPr>
          <p:nvPr/>
        </p:nvCxnSpPr>
        <p:spPr>
          <a:xfrm>
            <a:off x="3241558" y="4694204"/>
            <a:ext cx="0" cy="92134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DC36AB0-716E-4311-A075-8663E7CF2840}"/>
              </a:ext>
            </a:extLst>
          </p:cNvPr>
          <p:cNvGrpSpPr/>
          <p:nvPr/>
        </p:nvGrpSpPr>
        <p:grpSpPr>
          <a:xfrm>
            <a:off x="4030926" y="5365200"/>
            <a:ext cx="3047452" cy="829491"/>
            <a:chOff x="4030926" y="5365200"/>
            <a:chExt cx="3047452" cy="829491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2AE51F09-E0A5-493E-B7AD-DB5B00C02956}"/>
                </a:ext>
              </a:extLst>
            </p:cNvPr>
            <p:cNvCxnSpPr>
              <a:cxnSpLocks/>
            </p:cNvCxnSpPr>
            <p:nvPr/>
          </p:nvCxnSpPr>
          <p:spPr>
            <a:xfrm>
              <a:off x="6463569" y="5386856"/>
              <a:ext cx="0" cy="525788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EED0A06-9ADC-44EB-9E56-97871C1023B8}"/>
                </a:ext>
              </a:extLst>
            </p:cNvPr>
            <p:cNvSpPr txBox="1"/>
            <p:nvPr/>
          </p:nvSpPr>
          <p:spPr>
            <a:xfrm>
              <a:off x="4030926" y="5845493"/>
              <a:ext cx="3047452" cy="349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r" latinLnBrk="0">
                <a:lnSpc>
                  <a:spcPct val="130000"/>
                </a:lnSpc>
                <a:spcBef>
                  <a:spcPts val="600"/>
                </a:spcBef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N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 에 대해 선형적으로 증가하지만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 …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A478C37A-63A1-4E09-A3B7-86D103DA2DEF}"/>
                </a:ext>
              </a:extLst>
            </p:cNvPr>
            <p:cNvSpPr/>
            <p:nvPr/>
          </p:nvSpPr>
          <p:spPr>
            <a:xfrm>
              <a:off x="6429277" y="5365200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22C4C9B6-3F67-44A0-B3C5-D9B2A966E66D}"/>
              </a:ext>
            </a:extLst>
          </p:cNvPr>
          <p:cNvGrpSpPr/>
          <p:nvPr/>
        </p:nvGrpSpPr>
        <p:grpSpPr>
          <a:xfrm>
            <a:off x="2440593" y="5365200"/>
            <a:ext cx="5159786" cy="1114657"/>
            <a:chOff x="2440593" y="5365200"/>
            <a:chExt cx="5159786" cy="1114657"/>
          </a:xfrm>
        </p:grpSpPr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F188D574-0030-4F5C-BFAA-918AF8F8B97E}"/>
                </a:ext>
              </a:extLst>
            </p:cNvPr>
            <p:cNvSpPr/>
            <p:nvPr/>
          </p:nvSpPr>
          <p:spPr>
            <a:xfrm>
              <a:off x="7017544" y="5368474"/>
              <a:ext cx="552450" cy="976312"/>
            </a:xfrm>
            <a:custGeom>
              <a:avLst/>
              <a:gdLst>
                <a:gd name="connsiteX0" fmla="*/ 0 w 559594"/>
                <a:gd name="connsiteY0" fmla="*/ 976312 h 976312"/>
                <a:gd name="connsiteX1" fmla="*/ 559594 w 559594"/>
                <a:gd name="connsiteY1" fmla="*/ 976312 h 976312"/>
                <a:gd name="connsiteX2" fmla="*/ 559594 w 559594"/>
                <a:gd name="connsiteY2" fmla="*/ 0 h 97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9594" h="976312">
                  <a:moveTo>
                    <a:pt x="0" y="976312"/>
                  </a:moveTo>
                  <a:lnTo>
                    <a:pt x="559594" y="976312"/>
                  </a:lnTo>
                  <a:lnTo>
                    <a:pt x="559594" y="0"/>
                  </a:lnTo>
                </a:path>
              </a:pathLst>
            </a:cu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656098B-D4EE-4BA6-B750-9F833AC22A21}"/>
                </a:ext>
              </a:extLst>
            </p:cNvPr>
            <p:cNvSpPr txBox="1"/>
            <p:nvPr/>
          </p:nvSpPr>
          <p:spPr>
            <a:xfrm>
              <a:off x="2440593" y="6130659"/>
              <a:ext cx="4604893" cy="349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r" latinLnBrk="0">
                <a:lnSpc>
                  <a:spcPct val="130000"/>
                </a:lnSpc>
                <a:spcBef>
                  <a:spcPts val="600"/>
                </a:spcBef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… 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그 과정에서 각 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peer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가 서비스 용량을 추가로 제공함</a:t>
              </a: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6F37CAC8-DBFE-450A-98FA-49277D32F8FB}"/>
                </a:ext>
              </a:extLst>
            </p:cNvPr>
            <p:cNvSpPr/>
            <p:nvPr/>
          </p:nvSpPr>
          <p:spPr>
            <a:xfrm>
              <a:off x="7531795" y="5365200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0976385E-12E9-4CE0-82C9-C76AF35714E4}"/>
              </a:ext>
            </a:extLst>
          </p:cNvPr>
          <p:cNvSpPr txBox="1"/>
          <p:nvPr/>
        </p:nvSpPr>
        <p:spPr>
          <a:xfrm>
            <a:off x="4014238" y="4973740"/>
            <a:ext cx="30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_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104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Client-server vs. P2P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ko-KR" altLang="en-US" dirty="0">
                <a:solidFill>
                  <a:schemeClr val="bg1"/>
                </a:solidFill>
              </a:rPr>
              <a:t>예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116" name="Rectangle 20">
            <a:extLst>
              <a:ext uri="{FF2B5EF4-FFF2-40B4-BE49-F238E27FC236}">
                <a16:creationId xmlns:a16="http://schemas.microsoft.com/office/drawing/2014/main" id="{7EFF51C0-4D1B-4F60-9B47-BC19E8756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166" y="2522241"/>
            <a:ext cx="5018088" cy="3228975"/>
          </a:xfrm>
          <a:prstGeom prst="rect">
            <a:avLst/>
          </a:prstGeom>
          <a:solidFill>
            <a:srgbClr val="EFF5FB"/>
          </a:solidFill>
          <a:ln w="1270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2C2CAE1A-7DF8-4255-9135-2BAF8AF59801}"/>
              </a:ext>
            </a:extLst>
          </p:cNvPr>
          <p:cNvGrpSpPr/>
          <p:nvPr/>
        </p:nvGrpSpPr>
        <p:grpSpPr>
          <a:xfrm>
            <a:off x="2178216" y="2755603"/>
            <a:ext cx="4872038" cy="3059113"/>
            <a:chOff x="2500198" y="2459574"/>
            <a:chExt cx="4872038" cy="3059113"/>
          </a:xfrm>
        </p:grpSpPr>
        <p:sp>
          <p:nvSpPr>
            <p:cNvPr id="118" name="Line 32">
              <a:extLst>
                <a:ext uri="{FF2B5EF4-FFF2-40B4-BE49-F238E27FC236}">
                  <a16:creationId xmlns:a16="http://schemas.microsoft.com/office/drawing/2014/main" id="{B29B0B5B-CDBA-4CDE-9CC9-3CBE59A1D4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1698" y="5455187"/>
              <a:ext cx="0" cy="6350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9" name="Line 33">
              <a:extLst>
                <a:ext uri="{FF2B5EF4-FFF2-40B4-BE49-F238E27FC236}">
                  <a16:creationId xmlns:a16="http://schemas.microsoft.com/office/drawing/2014/main" id="{145DB8C5-8B57-4053-B2DD-0E669E43D5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0836" y="5455187"/>
              <a:ext cx="0" cy="6350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0" name="Line 34">
              <a:extLst>
                <a:ext uri="{FF2B5EF4-FFF2-40B4-BE49-F238E27FC236}">
                  <a16:creationId xmlns:a16="http://schemas.microsoft.com/office/drawing/2014/main" id="{F55F18C0-D735-4234-93DC-BC6D1235D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8386" y="5455187"/>
              <a:ext cx="0" cy="6350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1" name="Line 35">
              <a:extLst>
                <a:ext uri="{FF2B5EF4-FFF2-40B4-BE49-F238E27FC236}">
                  <a16:creationId xmlns:a16="http://schemas.microsoft.com/office/drawing/2014/main" id="{6956A038-CC95-4F04-817B-CA0551499D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7999" y="5455187"/>
              <a:ext cx="0" cy="6350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2" name="Line 36">
              <a:extLst>
                <a:ext uri="{FF2B5EF4-FFF2-40B4-BE49-F238E27FC236}">
                  <a16:creationId xmlns:a16="http://schemas.microsoft.com/office/drawing/2014/main" id="{699198F6-6A4C-41BC-939B-895589C48E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35549" y="5455187"/>
              <a:ext cx="0" cy="6350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3" name="Line 37">
              <a:extLst>
                <a:ext uri="{FF2B5EF4-FFF2-40B4-BE49-F238E27FC236}">
                  <a16:creationId xmlns:a16="http://schemas.microsoft.com/office/drawing/2014/main" id="{33849F21-8473-4AE9-8B2E-3CDA80F5E3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53099" y="5455187"/>
              <a:ext cx="0" cy="6350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4" name="Line 38">
              <a:extLst>
                <a:ext uri="{FF2B5EF4-FFF2-40B4-BE49-F238E27FC236}">
                  <a16:creationId xmlns:a16="http://schemas.microsoft.com/office/drawing/2014/main" id="{F6078F48-8202-46F3-8AC4-07498038E5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72236" y="5455187"/>
              <a:ext cx="0" cy="63500"/>
            </a:xfrm>
            <a:prstGeom prst="line">
              <a:avLst/>
            </a:prstGeom>
            <a:noFill/>
            <a:ln w="12700">
              <a:solidFill>
                <a:srgbClr val="105BA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5" name="Freeform 39">
              <a:extLst>
                <a:ext uri="{FF2B5EF4-FFF2-40B4-BE49-F238E27FC236}">
                  <a16:creationId xmlns:a16="http://schemas.microsoft.com/office/drawing/2014/main" id="{7F9DF890-2ED8-4D6F-9B02-19C9C0EFC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0198" y="4748749"/>
              <a:ext cx="4443413" cy="617538"/>
            </a:xfrm>
            <a:custGeom>
              <a:avLst/>
              <a:gdLst>
                <a:gd name="T0" fmla="*/ 0 w 551"/>
                <a:gd name="T1" fmla="*/ 77 h 77"/>
                <a:gd name="T2" fmla="*/ 18 w 551"/>
                <a:gd name="T3" fmla="*/ 69 h 77"/>
                <a:gd name="T4" fmla="*/ 35 w 551"/>
                <a:gd name="T5" fmla="*/ 61 h 77"/>
                <a:gd name="T6" fmla="*/ 53 w 551"/>
                <a:gd name="T7" fmla="*/ 55 h 77"/>
                <a:gd name="T8" fmla="*/ 71 w 551"/>
                <a:gd name="T9" fmla="*/ 50 h 77"/>
                <a:gd name="T10" fmla="*/ 89 w 551"/>
                <a:gd name="T11" fmla="*/ 45 h 77"/>
                <a:gd name="T12" fmla="*/ 106 w 551"/>
                <a:gd name="T13" fmla="*/ 41 h 77"/>
                <a:gd name="T14" fmla="*/ 124 w 551"/>
                <a:gd name="T15" fmla="*/ 37 h 77"/>
                <a:gd name="T16" fmla="*/ 142 w 551"/>
                <a:gd name="T17" fmla="*/ 34 h 77"/>
                <a:gd name="T18" fmla="*/ 160 w 551"/>
                <a:gd name="T19" fmla="*/ 31 h 77"/>
                <a:gd name="T20" fmla="*/ 177 w 551"/>
                <a:gd name="T21" fmla="*/ 28 h 77"/>
                <a:gd name="T22" fmla="*/ 195 w 551"/>
                <a:gd name="T23" fmla="*/ 25 h 77"/>
                <a:gd name="T24" fmla="*/ 213 w 551"/>
                <a:gd name="T25" fmla="*/ 23 h 77"/>
                <a:gd name="T26" fmla="*/ 231 w 551"/>
                <a:gd name="T27" fmla="*/ 21 h 77"/>
                <a:gd name="T28" fmla="*/ 249 w 551"/>
                <a:gd name="T29" fmla="*/ 19 h 77"/>
                <a:gd name="T30" fmla="*/ 266 w 551"/>
                <a:gd name="T31" fmla="*/ 17 h 77"/>
                <a:gd name="T32" fmla="*/ 284 w 551"/>
                <a:gd name="T33" fmla="*/ 16 h 77"/>
                <a:gd name="T34" fmla="*/ 302 w 551"/>
                <a:gd name="T35" fmla="*/ 14 h 77"/>
                <a:gd name="T36" fmla="*/ 320 w 551"/>
                <a:gd name="T37" fmla="*/ 13 h 77"/>
                <a:gd name="T38" fmla="*/ 337 w 551"/>
                <a:gd name="T39" fmla="*/ 11 h 77"/>
                <a:gd name="T40" fmla="*/ 355 w 551"/>
                <a:gd name="T41" fmla="*/ 10 h 77"/>
                <a:gd name="T42" fmla="*/ 373 w 551"/>
                <a:gd name="T43" fmla="*/ 9 h 77"/>
                <a:gd name="T44" fmla="*/ 391 w 551"/>
                <a:gd name="T45" fmla="*/ 8 h 77"/>
                <a:gd name="T46" fmla="*/ 409 w 551"/>
                <a:gd name="T47" fmla="*/ 7 h 77"/>
                <a:gd name="T48" fmla="*/ 426 w 551"/>
                <a:gd name="T49" fmla="*/ 6 h 77"/>
                <a:gd name="T50" fmla="*/ 444 w 551"/>
                <a:gd name="T51" fmla="*/ 5 h 77"/>
                <a:gd name="T52" fmla="*/ 462 w 551"/>
                <a:gd name="T53" fmla="*/ 4 h 77"/>
                <a:gd name="T54" fmla="*/ 480 w 551"/>
                <a:gd name="T55" fmla="*/ 3 h 77"/>
                <a:gd name="T56" fmla="*/ 497 w 551"/>
                <a:gd name="T57" fmla="*/ 3 h 77"/>
                <a:gd name="T58" fmla="*/ 515 w 551"/>
                <a:gd name="T59" fmla="*/ 2 h 77"/>
                <a:gd name="T60" fmla="*/ 533 w 551"/>
                <a:gd name="T61" fmla="*/ 1 h 77"/>
                <a:gd name="T62" fmla="*/ 551 w 551"/>
                <a:gd name="T6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51" h="77">
                  <a:moveTo>
                    <a:pt x="0" y="77"/>
                  </a:moveTo>
                  <a:lnTo>
                    <a:pt x="18" y="69"/>
                  </a:lnTo>
                  <a:lnTo>
                    <a:pt x="35" y="61"/>
                  </a:lnTo>
                  <a:lnTo>
                    <a:pt x="53" y="55"/>
                  </a:lnTo>
                  <a:lnTo>
                    <a:pt x="71" y="50"/>
                  </a:lnTo>
                  <a:lnTo>
                    <a:pt x="89" y="45"/>
                  </a:lnTo>
                  <a:lnTo>
                    <a:pt x="106" y="41"/>
                  </a:lnTo>
                  <a:lnTo>
                    <a:pt x="124" y="37"/>
                  </a:lnTo>
                  <a:lnTo>
                    <a:pt x="142" y="34"/>
                  </a:lnTo>
                  <a:lnTo>
                    <a:pt x="160" y="31"/>
                  </a:lnTo>
                  <a:lnTo>
                    <a:pt x="177" y="28"/>
                  </a:lnTo>
                  <a:lnTo>
                    <a:pt x="195" y="25"/>
                  </a:lnTo>
                  <a:lnTo>
                    <a:pt x="213" y="23"/>
                  </a:lnTo>
                  <a:lnTo>
                    <a:pt x="231" y="21"/>
                  </a:lnTo>
                  <a:lnTo>
                    <a:pt x="249" y="19"/>
                  </a:lnTo>
                  <a:lnTo>
                    <a:pt x="266" y="17"/>
                  </a:lnTo>
                  <a:lnTo>
                    <a:pt x="284" y="16"/>
                  </a:lnTo>
                  <a:lnTo>
                    <a:pt x="302" y="14"/>
                  </a:lnTo>
                  <a:lnTo>
                    <a:pt x="320" y="13"/>
                  </a:lnTo>
                  <a:lnTo>
                    <a:pt x="337" y="11"/>
                  </a:lnTo>
                  <a:lnTo>
                    <a:pt x="355" y="10"/>
                  </a:lnTo>
                  <a:lnTo>
                    <a:pt x="373" y="9"/>
                  </a:lnTo>
                  <a:lnTo>
                    <a:pt x="391" y="8"/>
                  </a:lnTo>
                  <a:lnTo>
                    <a:pt x="409" y="7"/>
                  </a:lnTo>
                  <a:lnTo>
                    <a:pt x="426" y="6"/>
                  </a:lnTo>
                  <a:lnTo>
                    <a:pt x="444" y="5"/>
                  </a:lnTo>
                  <a:lnTo>
                    <a:pt x="462" y="4"/>
                  </a:lnTo>
                  <a:lnTo>
                    <a:pt x="480" y="3"/>
                  </a:lnTo>
                  <a:lnTo>
                    <a:pt x="497" y="3"/>
                  </a:lnTo>
                  <a:lnTo>
                    <a:pt x="515" y="2"/>
                  </a:lnTo>
                  <a:lnTo>
                    <a:pt x="533" y="1"/>
                  </a:lnTo>
                  <a:lnTo>
                    <a:pt x="551" y="0"/>
                  </a:lnTo>
                </a:path>
              </a:pathLst>
            </a:custGeom>
            <a:noFill/>
            <a:ln w="7938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6" name="Rectangle 42">
              <a:extLst>
                <a:ext uri="{FF2B5EF4-FFF2-40B4-BE49-F238E27FC236}">
                  <a16:creationId xmlns:a16="http://schemas.microsoft.com/office/drawing/2014/main" id="{469C6952-3E3D-4E11-B15B-85FBE1F26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4973" y="5261512"/>
              <a:ext cx="71438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7" name="Rectangle 43">
              <a:extLst>
                <a:ext uri="{FF2B5EF4-FFF2-40B4-BE49-F238E27FC236}">
                  <a16:creationId xmlns:a16="http://schemas.microsoft.com/office/drawing/2014/main" id="{581B62DE-603D-41D0-B271-30175FF5D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498" y="5198012"/>
              <a:ext cx="73025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8" name="Rectangle 44">
              <a:extLst>
                <a:ext uri="{FF2B5EF4-FFF2-40B4-BE49-F238E27FC236}">
                  <a16:creationId xmlns:a16="http://schemas.microsoft.com/office/drawing/2014/main" id="{83817401-D891-4B40-B2A0-DC2B72245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5961" y="5150387"/>
              <a:ext cx="73025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9" name="Rectangle 45">
              <a:extLst>
                <a:ext uri="{FF2B5EF4-FFF2-40B4-BE49-F238E27FC236}">
                  <a16:creationId xmlns:a16="http://schemas.microsoft.com/office/drawing/2014/main" id="{218C90A4-57FB-4F4E-B1DA-7B3671459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011" y="5109112"/>
              <a:ext cx="73025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0" name="Rectangle 46">
              <a:extLst>
                <a:ext uri="{FF2B5EF4-FFF2-40B4-BE49-F238E27FC236}">
                  <a16:creationId xmlns:a16="http://schemas.microsoft.com/office/drawing/2014/main" id="{A1C7724E-EA2C-47FE-BC33-7E4B0ACC9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474" y="5069424"/>
              <a:ext cx="73025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1" name="Rectangle 47">
              <a:extLst>
                <a:ext uri="{FF2B5EF4-FFF2-40B4-BE49-F238E27FC236}">
                  <a16:creationId xmlns:a16="http://schemas.microsoft.com/office/drawing/2014/main" id="{6810613E-5FE3-4788-8E97-B112CE2A5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586" y="5037674"/>
              <a:ext cx="71438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2" name="Rectangle 48">
              <a:extLst>
                <a:ext uri="{FF2B5EF4-FFF2-40B4-BE49-F238E27FC236}">
                  <a16:creationId xmlns:a16="http://schemas.microsoft.com/office/drawing/2014/main" id="{1C9EE16B-B187-43F3-B058-249D4B38A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9049" y="5004337"/>
              <a:ext cx="73025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3" name="Rectangle 49">
              <a:extLst>
                <a:ext uri="{FF2B5EF4-FFF2-40B4-BE49-F238E27FC236}">
                  <a16:creationId xmlns:a16="http://schemas.microsoft.com/office/drawing/2014/main" id="{7426313C-FEB0-4991-ACE5-821007BFF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099" y="4980524"/>
              <a:ext cx="71438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4" name="Rectangle 50">
              <a:extLst>
                <a:ext uri="{FF2B5EF4-FFF2-40B4-BE49-F238E27FC236}">
                  <a16:creationId xmlns:a16="http://schemas.microsoft.com/office/drawing/2014/main" id="{4E28CB07-EB08-47DE-9B4C-470211762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9561" y="4956712"/>
              <a:ext cx="73025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5" name="Rectangle 51">
              <a:extLst>
                <a:ext uri="{FF2B5EF4-FFF2-40B4-BE49-F238E27FC236}">
                  <a16:creationId xmlns:a16="http://schemas.microsoft.com/office/drawing/2014/main" id="{6A3D87DA-9F12-438E-B1EF-6CAEE194A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086" y="4932899"/>
              <a:ext cx="73025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6" name="Rectangle 52">
              <a:extLst>
                <a:ext uri="{FF2B5EF4-FFF2-40B4-BE49-F238E27FC236}">
                  <a16:creationId xmlns:a16="http://schemas.microsoft.com/office/drawing/2014/main" id="{4DBDF730-15F3-43BA-9231-026164D4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136" y="4909087"/>
              <a:ext cx="73025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7" name="Rectangle 53">
              <a:extLst>
                <a:ext uri="{FF2B5EF4-FFF2-40B4-BE49-F238E27FC236}">
                  <a16:creationId xmlns:a16="http://schemas.microsoft.com/office/drawing/2014/main" id="{2E09C9D1-D9CD-4E22-9B21-349C483EB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599" y="4893212"/>
              <a:ext cx="73025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8" name="Rectangle 54">
              <a:extLst>
                <a:ext uri="{FF2B5EF4-FFF2-40B4-BE49-F238E27FC236}">
                  <a16:creationId xmlns:a16="http://schemas.microsoft.com/office/drawing/2014/main" id="{04A12A40-DDDC-46E6-8AC6-5F0228A40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649" y="4875749"/>
              <a:ext cx="73025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9" name="Rectangle 55">
              <a:extLst>
                <a:ext uri="{FF2B5EF4-FFF2-40B4-BE49-F238E27FC236}">
                  <a16:creationId xmlns:a16="http://schemas.microsoft.com/office/drawing/2014/main" id="{DD89812A-8949-4784-A759-1A2418CBC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111" y="4859874"/>
              <a:ext cx="73025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0" name="Rectangle 56">
              <a:extLst>
                <a:ext uri="{FF2B5EF4-FFF2-40B4-BE49-F238E27FC236}">
                  <a16:creationId xmlns:a16="http://schemas.microsoft.com/office/drawing/2014/main" id="{E1BFB226-CEFD-4161-9D62-20FAD9E40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5224" y="4843999"/>
              <a:ext cx="71438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1" name="Rectangle 57">
              <a:extLst>
                <a:ext uri="{FF2B5EF4-FFF2-40B4-BE49-F238E27FC236}">
                  <a16:creationId xmlns:a16="http://schemas.microsoft.com/office/drawing/2014/main" id="{30DD418C-5756-4550-8FA5-64585871E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686" y="4836062"/>
              <a:ext cx="73025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2" name="Rectangle 58">
              <a:extLst>
                <a:ext uri="{FF2B5EF4-FFF2-40B4-BE49-F238E27FC236}">
                  <a16:creationId xmlns:a16="http://schemas.microsoft.com/office/drawing/2014/main" id="{E3EF3CE7-E642-4123-84DB-A5E900CD7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5736" y="4820187"/>
              <a:ext cx="71438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3" name="Rectangle 59">
              <a:extLst>
                <a:ext uri="{FF2B5EF4-FFF2-40B4-BE49-F238E27FC236}">
                  <a16:creationId xmlns:a16="http://schemas.microsoft.com/office/drawing/2014/main" id="{BAF8D905-A508-47CB-AE61-2625D8259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199" y="4812249"/>
              <a:ext cx="73025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4" name="Rectangle 60">
              <a:extLst>
                <a:ext uri="{FF2B5EF4-FFF2-40B4-BE49-F238E27FC236}">
                  <a16:creationId xmlns:a16="http://schemas.microsoft.com/office/drawing/2014/main" id="{B63A20C5-F907-4C41-90BD-335E2B14D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724" y="4796374"/>
              <a:ext cx="73025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5" name="Rectangle 61">
              <a:extLst>
                <a:ext uri="{FF2B5EF4-FFF2-40B4-BE49-F238E27FC236}">
                  <a16:creationId xmlns:a16="http://schemas.microsoft.com/office/drawing/2014/main" id="{9F2573A0-3911-4E07-B4FB-DB11D9C63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2774" y="4788437"/>
              <a:ext cx="73025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6" name="Rectangle 62">
              <a:extLst>
                <a:ext uri="{FF2B5EF4-FFF2-40B4-BE49-F238E27FC236}">
                  <a16:creationId xmlns:a16="http://schemas.microsoft.com/office/drawing/2014/main" id="{D9BBD94F-B33D-4ADB-BC19-4DFF0EB19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7236" y="4780499"/>
              <a:ext cx="73025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7" name="Rectangle 63">
              <a:extLst>
                <a:ext uri="{FF2B5EF4-FFF2-40B4-BE49-F238E27FC236}">
                  <a16:creationId xmlns:a16="http://schemas.microsoft.com/office/drawing/2014/main" id="{198F381C-4BCC-4CEB-B297-A967C4E32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3286" y="4772562"/>
              <a:ext cx="73025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8" name="Rectangle 64">
              <a:extLst>
                <a:ext uri="{FF2B5EF4-FFF2-40B4-BE49-F238E27FC236}">
                  <a16:creationId xmlns:a16="http://schemas.microsoft.com/office/drawing/2014/main" id="{9E058E19-BD44-4A80-8AF5-40542C2EF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7749" y="4764624"/>
              <a:ext cx="73025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9" name="Rectangle 65">
              <a:extLst>
                <a:ext uri="{FF2B5EF4-FFF2-40B4-BE49-F238E27FC236}">
                  <a16:creationId xmlns:a16="http://schemas.microsoft.com/office/drawing/2014/main" id="{CF670F0A-54CF-4A0D-8BF4-FD681B9D1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5861" y="4756687"/>
              <a:ext cx="71438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0" name="Rectangle 66">
              <a:extLst>
                <a:ext uri="{FF2B5EF4-FFF2-40B4-BE49-F238E27FC236}">
                  <a16:creationId xmlns:a16="http://schemas.microsoft.com/office/drawing/2014/main" id="{005486B2-7532-4419-8CC6-770B864AD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324" y="4748749"/>
              <a:ext cx="73025" cy="71438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1" name="Rectangle 67">
              <a:extLst>
                <a:ext uri="{FF2B5EF4-FFF2-40B4-BE49-F238E27FC236}">
                  <a16:creationId xmlns:a16="http://schemas.microsoft.com/office/drawing/2014/main" id="{15531100-E628-488F-8D6F-E03508575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6374" y="4739224"/>
              <a:ext cx="71438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2" name="Rectangle 68">
              <a:extLst>
                <a:ext uri="{FF2B5EF4-FFF2-40B4-BE49-F238E27FC236}">
                  <a16:creationId xmlns:a16="http://schemas.microsoft.com/office/drawing/2014/main" id="{4394BCEB-34C8-4AC9-8C6D-FF949A988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0836" y="4731287"/>
              <a:ext cx="73025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3" name="Rectangle 69">
              <a:extLst>
                <a:ext uri="{FF2B5EF4-FFF2-40B4-BE49-F238E27FC236}">
                  <a16:creationId xmlns:a16="http://schemas.microsoft.com/office/drawing/2014/main" id="{19620516-6C0F-4638-81E3-65FA751E3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7361" y="4731287"/>
              <a:ext cx="73025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4" name="Rectangle 70">
              <a:extLst>
                <a:ext uri="{FF2B5EF4-FFF2-40B4-BE49-F238E27FC236}">
                  <a16:creationId xmlns:a16="http://schemas.microsoft.com/office/drawing/2014/main" id="{40EAB97A-68D6-4FD9-A14E-34CACB85D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3411" y="4723349"/>
              <a:ext cx="73025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5" name="Rectangle 71">
              <a:extLst>
                <a:ext uri="{FF2B5EF4-FFF2-40B4-BE49-F238E27FC236}">
                  <a16:creationId xmlns:a16="http://schemas.microsoft.com/office/drawing/2014/main" id="{37B2DDDC-36EF-414E-A390-161E9CA1B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7874" y="4715412"/>
              <a:ext cx="73025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6" name="Rectangle 72">
              <a:extLst>
                <a:ext uri="{FF2B5EF4-FFF2-40B4-BE49-F238E27FC236}">
                  <a16:creationId xmlns:a16="http://schemas.microsoft.com/office/drawing/2014/main" id="{B22BD279-EC25-4C45-84A1-59A7B5961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3924" y="4707474"/>
              <a:ext cx="73025" cy="73025"/>
            </a:xfrm>
            <a:prstGeom prst="rect">
              <a:avLst/>
            </a:prstGeom>
            <a:noFill/>
            <a:ln w="7938">
              <a:solidFill>
                <a:srgbClr val="00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7" name="Oval 74">
              <a:extLst>
                <a:ext uri="{FF2B5EF4-FFF2-40B4-BE49-F238E27FC236}">
                  <a16:creationId xmlns:a16="http://schemas.microsoft.com/office/drawing/2014/main" id="{53429CB3-7965-4450-B9CC-724B83FF9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4973" y="5229762"/>
              <a:ext cx="71438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8" name="Oval 75">
              <a:extLst>
                <a:ext uri="{FF2B5EF4-FFF2-40B4-BE49-F238E27FC236}">
                  <a16:creationId xmlns:a16="http://schemas.microsoft.com/office/drawing/2014/main" id="{2A13416A-D3D2-454B-9A4D-86F1A2AF2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498" y="5140862"/>
              <a:ext cx="73025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9" name="Oval 76">
              <a:extLst>
                <a:ext uri="{FF2B5EF4-FFF2-40B4-BE49-F238E27FC236}">
                  <a16:creationId xmlns:a16="http://schemas.microsoft.com/office/drawing/2014/main" id="{C38CEF4C-69F6-4ECA-808E-2F2DCBA93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5961" y="5045612"/>
              <a:ext cx="73025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0" name="Oval 77">
              <a:extLst>
                <a:ext uri="{FF2B5EF4-FFF2-40B4-BE49-F238E27FC236}">
                  <a16:creationId xmlns:a16="http://schemas.microsoft.com/office/drawing/2014/main" id="{0C40C423-5A38-4F2E-86F9-7AF9DA374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011" y="4956712"/>
              <a:ext cx="73025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" name="Oval 78">
              <a:extLst>
                <a:ext uri="{FF2B5EF4-FFF2-40B4-BE49-F238E27FC236}">
                  <a16:creationId xmlns:a16="http://schemas.microsoft.com/office/drawing/2014/main" id="{B7A28D9A-A382-49FF-AA79-576043EC8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474" y="4859874"/>
              <a:ext cx="73025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" name="Oval 79">
              <a:extLst>
                <a:ext uri="{FF2B5EF4-FFF2-40B4-BE49-F238E27FC236}">
                  <a16:creationId xmlns:a16="http://schemas.microsoft.com/office/drawing/2014/main" id="{23599882-19AA-44A9-A6D3-1287C6961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586" y="4772562"/>
              <a:ext cx="71438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" name="Oval 80">
              <a:extLst>
                <a:ext uri="{FF2B5EF4-FFF2-40B4-BE49-F238E27FC236}">
                  <a16:creationId xmlns:a16="http://schemas.microsoft.com/office/drawing/2014/main" id="{37C7E46D-97A5-4B3C-869F-1374A5EE7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9049" y="4675724"/>
              <a:ext cx="73025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" name="Oval 81">
              <a:extLst>
                <a:ext uri="{FF2B5EF4-FFF2-40B4-BE49-F238E27FC236}">
                  <a16:creationId xmlns:a16="http://schemas.microsoft.com/office/drawing/2014/main" id="{949F9932-6FD6-40B9-BCC1-AD84614DB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099" y="4586824"/>
              <a:ext cx="71438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5" name="Oval 82">
              <a:extLst>
                <a:ext uri="{FF2B5EF4-FFF2-40B4-BE49-F238E27FC236}">
                  <a16:creationId xmlns:a16="http://schemas.microsoft.com/office/drawing/2014/main" id="{FCC16F3D-1B45-4368-8A3C-95C5F0354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9561" y="4491574"/>
              <a:ext cx="73025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6" name="Oval 83">
              <a:extLst>
                <a:ext uri="{FF2B5EF4-FFF2-40B4-BE49-F238E27FC236}">
                  <a16:creationId xmlns:a16="http://schemas.microsoft.com/office/drawing/2014/main" id="{EDD0DD0E-426C-4A5F-9EFB-8F45B0F45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086" y="4402674"/>
              <a:ext cx="73025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7" name="Oval 84">
              <a:extLst>
                <a:ext uri="{FF2B5EF4-FFF2-40B4-BE49-F238E27FC236}">
                  <a16:creationId xmlns:a16="http://schemas.microsoft.com/office/drawing/2014/main" id="{66954FA0-08D8-4B74-939A-21C81804D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136" y="4305837"/>
              <a:ext cx="73025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" name="Oval 85">
              <a:extLst>
                <a:ext uri="{FF2B5EF4-FFF2-40B4-BE49-F238E27FC236}">
                  <a16:creationId xmlns:a16="http://schemas.microsoft.com/office/drawing/2014/main" id="{56A873CF-6BDC-4FBF-9B2C-2255AA4E8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599" y="4218524"/>
              <a:ext cx="73025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" name="Oval 86">
              <a:extLst>
                <a:ext uri="{FF2B5EF4-FFF2-40B4-BE49-F238E27FC236}">
                  <a16:creationId xmlns:a16="http://schemas.microsoft.com/office/drawing/2014/main" id="{D02425C7-A460-4220-8D1E-5D950E664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649" y="4121687"/>
              <a:ext cx="73025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" name="Oval 87">
              <a:extLst>
                <a:ext uri="{FF2B5EF4-FFF2-40B4-BE49-F238E27FC236}">
                  <a16:creationId xmlns:a16="http://schemas.microsoft.com/office/drawing/2014/main" id="{E70F974D-21B4-4760-BA4F-8C05E06A9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111" y="4032787"/>
              <a:ext cx="73025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1" name="Oval 88">
              <a:extLst>
                <a:ext uri="{FF2B5EF4-FFF2-40B4-BE49-F238E27FC236}">
                  <a16:creationId xmlns:a16="http://schemas.microsoft.com/office/drawing/2014/main" id="{C51635E5-C623-4D7A-A99B-206CDBF9A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5224" y="3937537"/>
              <a:ext cx="71438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2" name="Oval 89">
              <a:extLst>
                <a:ext uri="{FF2B5EF4-FFF2-40B4-BE49-F238E27FC236}">
                  <a16:creationId xmlns:a16="http://schemas.microsoft.com/office/drawing/2014/main" id="{526857C2-F23D-430F-B2C6-03D30C63A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686" y="3848637"/>
              <a:ext cx="73025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3" name="Oval 90">
              <a:extLst>
                <a:ext uri="{FF2B5EF4-FFF2-40B4-BE49-F238E27FC236}">
                  <a16:creationId xmlns:a16="http://schemas.microsoft.com/office/drawing/2014/main" id="{59FE027B-6159-4935-990A-1D9E195E2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5736" y="3751799"/>
              <a:ext cx="71438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4" name="Oval 91">
              <a:extLst>
                <a:ext uri="{FF2B5EF4-FFF2-40B4-BE49-F238E27FC236}">
                  <a16:creationId xmlns:a16="http://schemas.microsoft.com/office/drawing/2014/main" id="{8F9E93DC-DC56-4420-A433-F3CD9B538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199" y="3664487"/>
              <a:ext cx="73025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5" name="Oval 92">
              <a:extLst>
                <a:ext uri="{FF2B5EF4-FFF2-40B4-BE49-F238E27FC236}">
                  <a16:creationId xmlns:a16="http://schemas.microsoft.com/office/drawing/2014/main" id="{E808261C-B1E6-43AA-BBF3-5FF2055B3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724" y="3567649"/>
              <a:ext cx="73025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6" name="Oval 93">
              <a:extLst>
                <a:ext uri="{FF2B5EF4-FFF2-40B4-BE49-F238E27FC236}">
                  <a16:creationId xmlns:a16="http://schemas.microsoft.com/office/drawing/2014/main" id="{DC7713A8-A7D7-40BD-AD80-A30CE4B16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2774" y="3478749"/>
              <a:ext cx="73025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7" name="Oval 94">
              <a:extLst>
                <a:ext uri="{FF2B5EF4-FFF2-40B4-BE49-F238E27FC236}">
                  <a16:creationId xmlns:a16="http://schemas.microsoft.com/office/drawing/2014/main" id="{7359A437-8D68-4F6A-9011-B7353CA25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7236" y="3381912"/>
              <a:ext cx="73025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8" name="Oval 95">
              <a:extLst>
                <a:ext uri="{FF2B5EF4-FFF2-40B4-BE49-F238E27FC236}">
                  <a16:creationId xmlns:a16="http://schemas.microsoft.com/office/drawing/2014/main" id="{BA50B892-8E9E-4557-9A3D-0E0A88E0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3286" y="3294599"/>
              <a:ext cx="73025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" name="Oval 96">
              <a:extLst>
                <a:ext uri="{FF2B5EF4-FFF2-40B4-BE49-F238E27FC236}">
                  <a16:creationId xmlns:a16="http://schemas.microsoft.com/office/drawing/2014/main" id="{46571523-26EE-4F70-BD35-45EAD0D7D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7749" y="3197762"/>
              <a:ext cx="73025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" name="Oval 97">
              <a:extLst>
                <a:ext uri="{FF2B5EF4-FFF2-40B4-BE49-F238E27FC236}">
                  <a16:creationId xmlns:a16="http://schemas.microsoft.com/office/drawing/2014/main" id="{74853785-9A6C-4793-9D92-57BD6BF97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5861" y="3108862"/>
              <a:ext cx="71438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" name="Oval 98">
              <a:extLst>
                <a:ext uri="{FF2B5EF4-FFF2-40B4-BE49-F238E27FC236}">
                  <a16:creationId xmlns:a16="http://schemas.microsoft.com/office/drawing/2014/main" id="{DE8B4BF0-BF50-43F3-AAFE-C77D59EA1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324" y="3013612"/>
              <a:ext cx="73025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" name="Oval 99">
              <a:extLst>
                <a:ext uri="{FF2B5EF4-FFF2-40B4-BE49-F238E27FC236}">
                  <a16:creationId xmlns:a16="http://schemas.microsoft.com/office/drawing/2014/main" id="{933D7BC3-96BF-4387-B113-50A95B5BF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6374" y="2924712"/>
              <a:ext cx="71438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3" name="Oval 100">
              <a:extLst>
                <a:ext uri="{FF2B5EF4-FFF2-40B4-BE49-F238E27FC236}">
                  <a16:creationId xmlns:a16="http://schemas.microsoft.com/office/drawing/2014/main" id="{4FBBDCA0-42D6-4A5D-8320-3812CD75A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0836" y="2827874"/>
              <a:ext cx="73025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4" name="Oval 101">
              <a:extLst>
                <a:ext uri="{FF2B5EF4-FFF2-40B4-BE49-F238E27FC236}">
                  <a16:creationId xmlns:a16="http://schemas.microsoft.com/office/drawing/2014/main" id="{D3DC4D6C-43FD-48F0-9C6F-B6F8CF64A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7361" y="2740562"/>
              <a:ext cx="73025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5" name="Oval 102">
              <a:extLst>
                <a:ext uri="{FF2B5EF4-FFF2-40B4-BE49-F238E27FC236}">
                  <a16:creationId xmlns:a16="http://schemas.microsoft.com/office/drawing/2014/main" id="{0871FBB5-5E76-4344-ACE6-CE4B7BC00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3411" y="2643724"/>
              <a:ext cx="73025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6" name="Oval 103">
              <a:extLst>
                <a:ext uri="{FF2B5EF4-FFF2-40B4-BE49-F238E27FC236}">
                  <a16:creationId xmlns:a16="http://schemas.microsoft.com/office/drawing/2014/main" id="{E4B4321A-0C62-444A-A5FF-C668B129D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7874" y="2554824"/>
              <a:ext cx="73025" cy="73025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7" name="Oval 104">
              <a:extLst>
                <a:ext uri="{FF2B5EF4-FFF2-40B4-BE49-F238E27FC236}">
                  <a16:creationId xmlns:a16="http://schemas.microsoft.com/office/drawing/2014/main" id="{02B30085-DD79-4754-A11B-48333FC89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3924" y="2459574"/>
              <a:ext cx="73025" cy="71438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88" name="사각형: 잘린 한쪽 모서리 187">
            <a:extLst>
              <a:ext uri="{FF2B5EF4-FFF2-40B4-BE49-F238E27FC236}">
                <a16:creationId xmlns:a16="http://schemas.microsoft.com/office/drawing/2014/main" id="{B1E1B4F7-0AD0-478B-872C-CF098C59FE53}"/>
              </a:ext>
            </a:extLst>
          </p:cNvPr>
          <p:cNvSpPr/>
          <p:nvPr/>
        </p:nvSpPr>
        <p:spPr>
          <a:xfrm>
            <a:off x="658813" y="1124909"/>
            <a:ext cx="7309048" cy="572028"/>
          </a:xfrm>
          <a:prstGeom prst="snip1Rect">
            <a:avLst>
              <a:gd name="adj" fmla="val 2430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89" name="Line 13">
            <a:extLst>
              <a:ext uri="{FF2B5EF4-FFF2-40B4-BE49-F238E27FC236}">
                <a16:creationId xmlns:a16="http://schemas.microsoft.com/office/drawing/2014/main" id="{9C75196D-A5A6-43BD-A2CE-C94899EED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166" y="5292428"/>
            <a:ext cx="5018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0" name="Line 14">
            <a:extLst>
              <a:ext uri="{FF2B5EF4-FFF2-40B4-BE49-F238E27FC236}">
                <a16:creationId xmlns:a16="http://schemas.microsoft.com/office/drawing/2014/main" id="{C76A918A-50AD-4F6D-B899-DC28CA772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166" y="4827291"/>
            <a:ext cx="5018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1" name="Line 15">
            <a:extLst>
              <a:ext uri="{FF2B5EF4-FFF2-40B4-BE49-F238E27FC236}">
                <a16:creationId xmlns:a16="http://schemas.microsoft.com/office/drawing/2014/main" id="{2BD9487E-F8FF-4639-92A4-BAAF7808B6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166" y="4370091"/>
            <a:ext cx="5018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2" name="Line 16">
            <a:extLst>
              <a:ext uri="{FF2B5EF4-FFF2-40B4-BE49-F238E27FC236}">
                <a16:creationId xmlns:a16="http://schemas.microsoft.com/office/drawing/2014/main" id="{A7CFB6C1-1B3D-4F22-B3A5-723CAC6C23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166" y="3903366"/>
            <a:ext cx="5018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3" name="Line 17">
            <a:extLst>
              <a:ext uri="{FF2B5EF4-FFF2-40B4-BE49-F238E27FC236}">
                <a16:creationId xmlns:a16="http://schemas.microsoft.com/office/drawing/2014/main" id="{763B89ED-31BD-477B-BF61-5B45A4181C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166" y="3446166"/>
            <a:ext cx="5018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4" name="Line 18">
            <a:extLst>
              <a:ext uri="{FF2B5EF4-FFF2-40B4-BE49-F238E27FC236}">
                <a16:creationId xmlns:a16="http://schemas.microsoft.com/office/drawing/2014/main" id="{253BB9D2-7B07-4FE1-BAEE-4BFFD5F39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166" y="2979441"/>
            <a:ext cx="5018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5" name="Line 21">
            <a:extLst>
              <a:ext uri="{FF2B5EF4-FFF2-40B4-BE49-F238E27FC236}">
                <a16:creationId xmlns:a16="http://schemas.microsoft.com/office/drawing/2014/main" id="{48760144-89CF-49A1-A78D-A445405E9D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166" y="2522241"/>
            <a:ext cx="0" cy="3228975"/>
          </a:xfrm>
          <a:prstGeom prst="line">
            <a:avLst/>
          </a:prstGeom>
          <a:noFill/>
          <a:ln w="12700">
            <a:solidFill>
              <a:srgbClr val="105BA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6" name="Line 22">
            <a:extLst>
              <a:ext uri="{FF2B5EF4-FFF2-40B4-BE49-F238E27FC236}">
                <a16:creationId xmlns:a16="http://schemas.microsoft.com/office/drawing/2014/main" id="{0FCE501F-504C-4C41-9599-0F2FE8822C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079" y="5751216"/>
            <a:ext cx="65088" cy="0"/>
          </a:xfrm>
          <a:prstGeom prst="line">
            <a:avLst/>
          </a:prstGeom>
          <a:noFill/>
          <a:ln w="12700">
            <a:solidFill>
              <a:srgbClr val="105BA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7" name="Line 23">
            <a:extLst>
              <a:ext uri="{FF2B5EF4-FFF2-40B4-BE49-F238E27FC236}">
                <a16:creationId xmlns:a16="http://schemas.microsoft.com/office/drawing/2014/main" id="{333DB906-1221-4B43-A207-CD1230B6C7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079" y="5292428"/>
            <a:ext cx="65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8" name="Line 24">
            <a:extLst>
              <a:ext uri="{FF2B5EF4-FFF2-40B4-BE49-F238E27FC236}">
                <a16:creationId xmlns:a16="http://schemas.microsoft.com/office/drawing/2014/main" id="{0AAA79C3-6D0B-4E72-94E5-225034784A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079" y="4827291"/>
            <a:ext cx="65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9" name="Line 25">
            <a:extLst>
              <a:ext uri="{FF2B5EF4-FFF2-40B4-BE49-F238E27FC236}">
                <a16:creationId xmlns:a16="http://schemas.microsoft.com/office/drawing/2014/main" id="{E2FBDBCA-3216-4FB0-A068-DF3A8340A8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079" y="4370091"/>
            <a:ext cx="65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0" name="Line 26">
            <a:extLst>
              <a:ext uri="{FF2B5EF4-FFF2-40B4-BE49-F238E27FC236}">
                <a16:creationId xmlns:a16="http://schemas.microsoft.com/office/drawing/2014/main" id="{D7262B10-7FBD-4937-ABBF-BD38E01C06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079" y="3903366"/>
            <a:ext cx="65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1" name="Line 27">
            <a:extLst>
              <a:ext uri="{FF2B5EF4-FFF2-40B4-BE49-F238E27FC236}">
                <a16:creationId xmlns:a16="http://schemas.microsoft.com/office/drawing/2014/main" id="{45BCD43A-B6B1-420D-9CFE-A0ACC12A91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079" y="3446166"/>
            <a:ext cx="65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2" name="Line 28">
            <a:extLst>
              <a:ext uri="{FF2B5EF4-FFF2-40B4-BE49-F238E27FC236}">
                <a16:creationId xmlns:a16="http://schemas.microsoft.com/office/drawing/2014/main" id="{9E2528BF-0CF3-4A25-9C43-6C5E17D748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079" y="2979441"/>
            <a:ext cx="65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3" name="Line 29">
            <a:extLst>
              <a:ext uri="{FF2B5EF4-FFF2-40B4-BE49-F238E27FC236}">
                <a16:creationId xmlns:a16="http://schemas.microsoft.com/office/drawing/2014/main" id="{C92F4073-3FB6-413A-8AF0-28E16CB64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079" y="2522241"/>
            <a:ext cx="650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" name="Line 30">
            <a:extLst>
              <a:ext uri="{FF2B5EF4-FFF2-40B4-BE49-F238E27FC236}">
                <a16:creationId xmlns:a16="http://schemas.microsoft.com/office/drawing/2014/main" id="{962386ED-D153-4D47-8123-882FD3D23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166" y="5751216"/>
            <a:ext cx="5018088" cy="0"/>
          </a:xfrm>
          <a:prstGeom prst="line">
            <a:avLst/>
          </a:prstGeom>
          <a:noFill/>
          <a:ln w="12700">
            <a:solidFill>
              <a:srgbClr val="105BA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5" name="Line 31">
            <a:extLst>
              <a:ext uri="{FF2B5EF4-FFF2-40B4-BE49-F238E27FC236}">
                <a16:creationId xmlns:a16="http://schemas.microsoft.com/office/drawing/2014/main" id="{08A6C458-DD65-47C9-B185-39C669CB3D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32166" y="5751216"/>
            <a:ext cx="0" cy="63500"/>
          </a:xfrm>
          <a:prstGeom prst="line">
            <a:avLst/>
          </a:prstGeom>
          <a:noFill/>
          <a:ln w="12700">
            <a:solidFill>
              <a:srgbClr val="105BA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6" name="Freeform 40">
            <a:extLst>
              <a:ext uri="{FF2B5EF4-FFF2-40B4-BE49-F238E27FC236}">
                <a16:creationId xmlns:a16="http://schemas.microsoft.com/office/drawing/2014/main" id="{C0DCFB6A-D4FE-4FAC-AB6C-0218723C0DC2}"/>
              </a:ext>
            </a:extLst>
          </p:cNvPr>
          <p:cNvSpPr>
            <a:spLocks/>
          </p:cNvSpPr>
          <p:nvPr/>
        </p:nvSpPr>
        <p:spPr bwMode="auto">
          <a:xfrm>
            <a:off x="2178216" y="2795291"/>
            <a:ext cx="4443413" cy="2867025"/>
          </a:xfrm>
          <a:custGeom>
            <a:avLst/>
            <a:gdLst>
              <a:gd name="T0" fmla="*/ 0 w 551"/>
              <a:gd name="T1" fmla="*/ 357 h 357"/>
              <a:gd name="T2" fmla="*/ 18 w 551"/>
              <a:gd name="T3" fmla="*/ 345 h 357"/>
              <a:gd name="T4" fmla="*/ 35 w 551"/>
              <a:gd name="T5" fmla="*/ 334 h 357"/>
              <a:gd name="T6" fmla="*/ 53 w 551"/>
              <a:gd name="T7" fmla="*/ 322 h 357"/>
              <a:gd name="T8" fmla="*/ 71 w 551"/>
              <a:gd name="T9" fmla="*/ 311 h 357"/>
              <a:gd name="T10" fmla="*/ 89 w 551"/>
              <a:gd name="T11" fmla="*/ 299 h 357"/>
              <a:gd name="T12" fmla="*/ 106 w 551"/>
              <a:gd name="T13" fmla="*/ 288 h 357"/>
              <a:gd name="T14" fmla="*/ 124 w 551"/>
              <a:gd name="T15" fmla="*/ 276 h 357"/>
              <a:gd name="T16" fmla="*/ 142 w 551"/>
              <a:gd name="T17" fmla="*/ 265 h 357"/>
              <a:gd name="T18" fmla="*/ 160 w 551"/>
              <a:gd name="T19" fmla="*/ 253 h 357"/>
              <a:gd name="T20" fmla="*/ 177 w 551"/>
              <a:gd name="T21" fmla="*/ 242 h 357"/>
              <a:gd name="T22" fmla="*/ 195 w 551"/>
              <a:gd name="T23" fmla="*/ 230 h 357"/>
              <a:gd name="T24" fmla="*/ 213 w 551"/>
              <a:gd name="T25" fmla="*/ 219 h 357"/>
              <a:gd name="T26" fmla="*/ 231 w 551"/>
              <a:gd name="T27" fmla="*/ 207 h 357"/>
              <a:gd name="T28" fmla="*/ 249 w 551"/>
              <a:gd name="T29" fmla="*/ 196 h 357"/>
              <a:gd name="T30" fmla="*/ 266 w 551"/>
              <a:gd name="T31" fmla="*/ 184 h 357"/>
              <a:gd name="T32" fmla="*/ 284 w 551"/>
              <a:gd name="T33" fmla="*/ 173 h 357"/>
              <a:gd name="T34" fmla="*/ 302 w 551"/>
              <a:gd name="T35" fmla="*/ 161 h 357"/>
              <a:gd name="T36" fmla="*/ 320 w 551"/>
              <a:gd name="T37" fmla="*/ 150 h 357"/>
              <a:gd name="T38" fmla="*/ 337 w 551"/>
              <a:gd name="T39" fmla="*/ 138 h 357"/>
              <a:gd name="T40" fmla="*/ 355 w 551"/>
              <a:gd name="T41" fmla="*/ 127 h 357"/>
              <a:gd name="T42" fmla="*/ 373 w 551"/>
              <a:gd name="T43" fmla="*/ 115 h 357"/>
              <a:gd name="T44" fmla="*/ 391 w 551"/>
              <a:gd name="T45" fmla="*/ 104 h 357"/>
              <a:gd name="T46" fmla="*/ 409 w 551"/>
              <a:gd name="T47" fmla="*/ 92 h 357"/>
              <a:gd name="T48" fmla="*/ 426 w 551"/>
              <a:gd name="T49" fmla="*/ 81 h 357"/>
              <a:gd name="T50" fmla="*/ 444 w 551"/>
              <a:gd name="T51" fmla="*/ 69 h 357"/>
              <a:gd name="T52" fmla="*/ 462 w 551"/>
              <a:gd name="T53" fmla="*/ 58 h 357"/>
              <a:gd name="T54" fmla="*/ 480 w 551"/>
              <a:gd name="T55" fmla="*/ 46 h 357"/>
              <a:gd name="T56" fmla="*/ 497 w 551"/>
              <a:gd name="T57" fmla="*/ 35 h 357"/>
              <a:gd name="T58" fmla="*/ 515 w 551"/>
              <a:gd name="T59" fmla="*/ 23 h 357"/>
              <a:gd name="T60" fmla="*/ 533 w 551"/>
              <a:gd name="T61" fmla="*/ 12 h 357"/>
              <a:gd name="T62" fmla="*/ 551 w 551"/>
              <a:gd name="T63" fmla="*/ 0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51" h="357">
                <a:moveTo>
                  <a:pt x="0" y="357"/>
                </a:moveTo>
                <a:lnTo>
                  <a:pt x="18" y="345"/>
                </a:lnTo>
                <a:lnTo>
                  <a:pt x="35" y="334"/>
                </a:lnTo>
                <a:lnTo>
                  <a:pt x="53" y="322"/>
                </a:lnTo>
                <a:lnTo>
                  <a:pt x="71" y="311"/>
                </a:lnTo>
                <a:lnTo>
                  <a:pt x="89" y="299"/>
                </a:lnTo>
                <a:lnTo>
                  <a:pt x="106" y="288"/>
                </a:lnTo>
                <a:lnTo>
                  <a:pt x="124" y="276"/>
                </a:lnTo>
                <a:lnTo>
                  <a:pt x="142" y="265"/>
                </a:lnTo>
                <a:lnTo>
                  <a:pt x="160" y="253"/>
                </a:lnTo>
                <a:lnTo>
                  <a:pt x="177" y="242"/>
                </a:lnTo>
                <a:lnTo>
                  <a:pt x="195" y="230"/>
                </a:lnTo>
                <a:lnTo>
                  <a:pt x="213" y="219"/>
                </a:lnTo>
                <a:lnTo>
                  <a:pt x="231" y="207"/>
                </a:lnTo>
                <a:lnTo>
                  <a:pt x="249" y="196"/>
                </a:lnTo>
                <a:lnTo>
                  <a:pt x="266" y="184"/>
                </a:lnTo>
                <a:lnTo>
                  <a:pt x="284" y="173"/>
                </a:lnTo>
                <a:lnTo>
                  <a:pt x="302" y="161"/>
                </a:lnTo>
                <a:lnTo>
                  <a:pt x="320" y="150"/>
                </a:lnTo>
                <a:lnTo>
                  <a:pt x="337" y="138"/>
                </a:lnTo>
                <a:lnTo>
                  <a:pt x="355" y="127"/>
                </a:lnTo>
                <a:lnTo>
                  <a:pt x="373" y="115"/>
                </a:lnTo>
                <a:lnTo>
                  <a:pt x="391" y="104"/>
                </a:lnTo>
                <a:lnTo>
                  <a:pt x="409" y="92"/>
                </a:lnTo>
                <a:lnTo>
                  <a:pt x="426" y="81"/>
                </a:lnTo>
                <a:lnTo>
                  <a:pt x="444" y="69"/>
                </a:lnTo>
                <a:lnTo>
                  <a:pt x="462" y="58"/>
                </a:lnTo>
                <a:lnTo>
                  <a:pt x="480" y="46"/>
                </a:lnTo>
                <a:lnTo>
                  <a:pt x="497" y="35"/>
                </a:lnTo>
                <a:lnTo>
                  <a:pt x="515" y="23"/>
                </a:lnTo>
                <a:lnTo>
                  <a:pt x="533" y="12"/>
                </a:lnTo>
                <a:lnTo>
                  <a:pt x="551" y="0"/>
                </a:lnTo>
              </a:path>
            </a:pathLst>
          </a:custGeom>
          <a:noFill/>
          <a:ln w="793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7" name="Rectangle 41">
            <a:extLst>
              <a:ext uri="{FF2B5EF4-FFF2-40B4-BE49-F238E27FC236}">
                <a16:creationId xmlns:a16="http://schemas.microsoft.com/office/drawing/2014/main" id="{EE6C4726-A220-4DCE-B295-3660D840B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6941" y="5622628"/>
            <a:ext cx="73025" cy="71438"/>
          </a:xfrm>
          <a:prstGeom prst="rect">
            <a:avLst/>
          </a:prstGeom>
          <a:noFill/>
          <a:ln w="7938">
            <a:solidFill>
              <a:srgbClr val="0000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8" name="Oval 73">
            <a:extLst>
              <a:ext uri="{FF2B5EF4-FFF2-40B4-BE49-F238E27FC236}">
                <a16:creationId xmlns:a16="http://schemas.microsoft.com/office/drawing/2014/main" id="{422ECBFC-C8B5-48FE-ABB8-2DBF534E4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6941" y="5622628"/>
            <a:ext cx="73025" cy="71438"/>
          </a:xfrm>
          <a:prstGeom prst="ellipse">
            <a:avLst/>
          </a:prstGeom>
          <a:solidFill>
            <a:srgbClr val="000000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9" name="Rectangle 105">
            <a:extLst>
              <a:ext uri="{FF2B5EF4-FFF2-40B4-BE49-F238E27FC236}">
                <a16:creationId xmlns:a16="http://schemas.microsoft.com/office/drawing/2014/main" id="{50B83750-7EAC-4C2C-9D99-70C95855C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466" y="5654378"/>
            <a:ext cx="137858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0</a:t>
            </a:r>
          </a:p>
        </p:txBody>
      </p:sp>
      <p:sp>
        <p:nvSpPr>
          <p:cNvPr id="210" name="Rectangle 106">
            <a:extLst>
              <a:ext uri="{FF2B5EF4-FFF2-40B4-BE49-F238E27FC236}">
                <a16:creationId xmlns:a16="http://schemas.microsoft.com/office/drawing/2014/main" id="{0BF70894-F732-460B-9CA9-55C277B92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5129" y="5197178"/>
            <a:ext cx="291747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0.5</a:t>
            </a:r>
          </a:p>
        </p:txBody>
      </p:sp>
      <p:sp>
        <p:nvSpPr>
          <p:cNvPr id="211" name="Rectangle 107">
            <a:extLst>
              <a:ext uri="{FF2B5EF4-FFF2-40B4-BE49-F238E27FC236}">
                <a16:creationId xmlns:a16="http://schemas.microsoft.com/office/drawing/2014/main" id="{8EB883EC-5B92-48E0-BAAF-BFC78AF91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466" y="4730453"/>
            <a:ext cx="112210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1</a:t>
            </a:r>
          </a:p>
        </p:txBody>
      </p:sp>
      <p:sp>
        <p:nvSpPr>
          <p:cNvPr id="212" name="Rectangle 108">
            <a:extLst>
              <a:ext uri="{FF2B5EF4-FFF2-40B4-BE49-F238E27FC236}">
                <a16:creationId xmlns:a16="http://schemas.microsoft.com/office/drawing/2014/main" id="{659E5986-EDF1-4C8E-A10A-19C3D652E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5129" y="4273253"/>
            <a:ext cx="266098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1.5</a:t>
            </a:r>
          </a:p>
        </p:txBody>
      </p:sp>
      <p:sp>
        <p:nvSpPr>
          <p:cNvPr id="213" name="Rectangle 109">
            <a:extLst>
              <a:ext uri="{FF2B5EF4-FFF2-40B4-BE49-F238E27FC236}">
                <a16:creationId xmlns:a16="http://schemas.microsoft.com/office/drawing/2014/main" id="{93CEA75A-8A92-4AB6-A8CC-1E706F84D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466" y="3806528"/>
            <a:ext cx="115416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2</a:t>
            </a:r>
          </a:p>
        </p:txBody>
      </p:sp>
      <p:sp>
        <p:nvSpPr>
          <p:cNvPr id="214" name="Rectangle 110">
            <a:extLst>
              <a:ext uri="{FF2B5EF4-FFF2-40B4-BE49-F238E27FC236}">
                <a16:creationId xmlns:a16="http://schemas.microsoft.com/office/drawing/2014/main" id="{A571F373-628D-47CC-A86D-F021DB2EA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5129" y="3349328"/>
            <a:ext cx="269304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2.5</a:t>
            </a:r>
          </a:p>
        </p:txBody>
      </p:sp>
      <p:sp>
        <p:nvSpPr>
          <p:cNvPr id="215" name="Rectangle 111">
            <a:extLst>
              <a:ext uri="{FF2B5EF4-FFF2-40B4-BE49-F238E27FC236}">
                <a16:creationId xmlns:a16="http://schemas.microsoft.com/office/drawing/2014/main" id="{09931025-B277-4D38-B583-D27411643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466" y="2884191"/>
            <a:ext cx="115416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3</a:t>
            </a:r>
          </a:p>
        </p:txBody>
      </p:sp>
      <p:sp>
        <p:nvSpPr>
          <p:cNvPr id="216" name="Rectangle 112">
            <a:extLst>
              <a:ext uri="{FF2B5EF4-FFF2-40B4-BE49-F238E27FC236}">
                <a16:creationId xmlns:a16="http://schemas.microsoft.com/office/drawing/2014/main" id="{DC9B45BD-08C9-4B8E-8F0A-952BC77D0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5129" y="2425403"/>
            <a:ext cx="269304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3.5</a:t>
            </a:r>
          </a:p>
        </p:txBody>
      </p:sp>
      <p:sp>
        <p:nvSpPr>
          <p:cNvPr id="217" name="Rectangle 113">
            <a:extLst>
              <a:ext uri="{FF2B5EF4-FFF2-40B4-BE49-F238E27FC236}">
                <a16:creationId xmlns:a16="http://schemas.microsoft.com/office/drawing/2014/main" id="{7C774F9E-0DB7-43CA-915B-9D63DC386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541" y="5951241"/>
            <a:ext cx="137858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2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0</a:t>
            </a:r>
          </a:p>
        </p:txBody>
      </p:sp>
      <p:sp>
        <p:nvSpPr>
          <p:cNvPr id="218" name="Rectangle 114">
            <a:extLst>
              <a:ext uri="{FF2B5EF4-FFF2-40B4-BE49-F238E27FC236}">
                <a16:creationId xmlns:a16="http://schemas.microsoft.com/office/drawing/2014/main" id="{EBEBF327-0882-4BD2-84F3-0F641A97F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091" y="5951241"/>
            <a:ext cx="115416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5</a:t>
            </a:r>
          </a:p>
        </p:txBody>
      </p:sp>
      <p:sp>
        <p:nvSpPr>
          <p:cNvPr id="219" name="Rectangle 115">
            <a:extLst>
              <a:ext uri="{FF2B5EF4-FFF2-40B4-BE49-F238E27FC236}">
                <a16:creationId xmlns:a16="http://schemas.microsoft.com/office/drawing/2014/main" id="{1672F86B-7148-47E6-BBD7-C33B9B375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492" y="5951241"/>
            <a:ext cx="250068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10</a:t>
            </a:r>
          </a:p>
        </p:txBody>
      </p:sp>
      <p:sp>
        <p:nvSpPr>
          <p:cNvPr id="220" name="Rectangle 116">
            <a:extLst>
              <a:ext uri="{FF2B5EF4-FFF2-40B4-BE49-F238E27FC236}">
                <a16:creationId xmlns:a16="http://schemas.microsoft.com/office/drawing/2014/main" id="{AEB105C6-0664-45D2-BF60-7CCCEEC0D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629" y="5951241"/>
            <a:ext cx="227626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15</a:t>
            </a:r>
          </a:p>
        </p:txBody>
      </p:sp>
      <p:sp>
        <p:nvSpPr>
          <p:cNvPr id="221" name="Rectangle 117">
            <a:extLst>
              <a:ext uri="{FF2B5EF4-FFF2-40B4-BE49-F238E27FC236}">
                <a16:creationId xmlns:a16="http://schemas.microsoft.com/office/drawing/2014/main" id="{BB40BF23-205A-4A8B-940C-1BF5CB1E0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1242" y="5951241"/>
            <a:ext cx="253274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20</a:t>
            </a:r>
          </a:p>
        </p:txBody>
      </p:sp>
      <p:sp>
        <p:nvSpPr>
          <p:cNvPr id="222" name="Rectangle 118">
            <a:extLst>
              <a:ext uri="{FF2B5EF4-FFF2-40B4-BE49-F238E27FC236}">
                <a16:creationId xmlns:a16="http://schemas.microsoft.com/office/drawing/2014/main" id="{B4A83333-2E7F-49C2-BCEE-A8C126AE2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792" y="5951241"/>
            <a:ext cx="230832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25</a:t>
            </a:r>
          </a:p>
        </p:txBody>
      </p:sp>
      <p:sp>
        <p:nvSpPr>
          <p:cNvPr id="223" name="Rectangle 119">
            <a:extLst>
              <a:ext uri="{FF2B5EF4-FFF2-40B4-BE49-F238E27FC236}">
                <a16:creationId xmlns:a16="http://schemas.microsoft.com/office/drawing/2014/main" id="{01DD54F5-1E3A-4CC1-91EB-DE18BBD8B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6342" y="5951241"/>
            <a:ext cx="253274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30</a:t>
            </a:r>
          </a:p>
        </p:txBody>
      </p:sp>
      <p:sp>
        <p:nvSpPr>
          <p:cNvPr id="224" name="Rectangle 120">
            <a:extLst>
              <a:ext uri="{FF2B5EF4-FFF2-40B4-BE49-F238E27FC236}">
                <a16:creationId xmlns:a16="http://schemas.microsoft.com/office/drawing/2014/main" id="{84ACE8B1-26FE-4E51-BBB4-DD5FC8A00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479" y="5951241"/>
            <a:ext cx="230832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35</a:t>
            </a:r>
          </a:p>
        </p:txBody>
      </p:sp>
      <p:sp>
        <p:nvSpPr>
          <p:cNvPr id="225" name="Rectangle 121">
            <a:extLst>
              <a:ext uri="{FF2B5EF4-FFF2-40B4-BE49-F238E27FC236}">
                <a16:creationId xmlns:a16="http://schemas.microsoft.com/office/drawing/2014/main" id="{E4A7822C-26C0-4227-A2DE-DE984F880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319" y="5659426"/>
            <a:ext cx="145874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2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N</a:t>
            </a:r>
          </a:p>
        </p:txBody>
      </p:sp>
      <p:sp>
        <p:nvSpPr>
          <p:cNvPr id="226" name="Rectangle 122">
            <a:extLst>
              <a:ext uri="{FF2B5EF4-FFF2-40B4-BE49-F238E27FC236}">
                <a16:creationId xmlns:a16="http://schemas.microsoft.com/office/drawing/2014/main" id="{BE5C69DE-2696-463F-B47B-64FDDE18B28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29291" y="3954644"/>
            <a:ext cx="2516715" cy="27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Minimum Distribution Time</a:t>
            </a:r>
          </a:p>
        </p:txBody>
      </p:sp>
      <p:sp>
        <p:nvSpPr>
          <p:cNvPr id="227" name="Rectangle 123">
            <a:extLst>
              <a:ext uri="{FF2B5EF4-FFF2-40B4-BE49-F238E27FC236}">
                <a16:creationId xmlns:a16="http://schemas.microsoft.com/office/drawing/2014/main" id="{4703BAF5-B5E5-4197-8BDF-F747B4BF3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744" y="2065623"/>
            <a:ext cx="3260726" cy="358158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28" name="Line 124">
            <a:extLst>
              <a:ext uri="{FF2B5EF4-FFF2-40B4-BE49-F238E27FC236}">
                <a16:creationId xmlns:a16="http://schemas.microsoft.com/office/drawing/2014/main" id="{0732072B-34D1-4E0F-A549-D3BF1A0B65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2785" y="2244702"/>
            <a:ext cx="249238" cy="0"/>
          </a:xfrm>
          <a:prstGeom prst="line">
            <a:avLst/>
          </a:prstGeom>
          <a:noFill/>
          <a:ln w="7938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29" name="Rectangle 125">
            <a:extLst>
              <a:ext uri="{FF2B5EF4-FFF2-40B4-BE49-F238E27FC236}">
                <a16:creationId xmlns:a16="http://schemas.microsoft.com/office/drawing/2014/main" id="{1C700873-6BE2-4D2E-A909-E31E79204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2160" y="2208983"/>
            <a:ext cx="73025" cy="71438"/>
          </a:xfrm>
          <a:prstGeom prst="rect">
            <a:avLst/>
          </a:prstGeom>
          <a:noFill/>
          <a:ln w="7938">
            <a:solidFill>
              <a:srgbClr val="0000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0" name="Rectangle 126">
            <a:extLst>
              <a:ext uri="{FF2B5EF4-FFF2-40B4-BE49-F238E27FC236}">
                <a16:creationId xmlns:a16="http://schemas.microsoft.com/office/drawing/2014/main" id="{F4DA15A5-8895-4D73-987C-4E880781C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1235" y="2116270"/>
            <a:ext cx="347852" cy="25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indent="0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ko-KR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P2P</a:t>
            </a:r>
          </a:p>
        </p:txBody>
      </p:sp>
      <p:sp>
        <p:nvSpPr>
          <p:cNvPr id="231" name="Line 127">
            <a:extLst>
              <a:ext uri="{FF2B5EF4-FFF2-40B4-BE49-F238E27FC236}">
                <a16:creationId xmlns:a16="http://schemas.microsoft.com/office/drawing/2014/main" id="{A914E0DB-D2D5-43E6-ABC1-B39CBD3465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864" y="2244702"/>
            <a:ext cx="249238" cy="0"/>
          </a:xfrm>
          <a:prstGeom prst="line">
            <a:avLst/>
          </a:prstGeom>
          <a:noFill/>
          <a:ln w="793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2" name="Oval 128">
            <a:extLst>
              <a:ext uri="{FF2B5EF4-FFF2-40B4-BE49-F238E27FC236}">
                <a16:creationId xmlns:a16="http://schemas.microsoft.com/office/drawing/2014/main" id="{5E15C845-5092-455A-BF73-62333E092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239" y="2208983"/>
            <a:ext cx="73025" cy="71438"/>
          </a:xfrm>
          <a:prstGeom prst="ellipse">
            <a:avLst/>
          </a:prstGeom>
          <a:solidFill>
            <a:srgbClr val="000000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3" name="Rectangle 129">
            <a:extLst>
              <a:ext uri="{FF2B5EF4-FFF2-40B4-BE49-F238E27FC236}">
                <a16:creationId xmlns:a16="http://schemas.microsoft.com/office/drawing/2014/main" id="{BC90B2E2-E633-4D21-8905-5B3CDB766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363" y="2109920"/>
            <a:ext cx="1139351" cy="25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2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Client-Server</a:t>
            </a:r>
          </a:p>
        </p:txBody>
      </p:sp>
      <p:sp>
        <p:nvSpPr>
          <p:cNvPr id="234" name="Rectangle 3">
            <a:extLst>
              <a:ext uri="{FF2B5EF4-FFF2-40B4-BE49-F238E27FC236}">
                <a16:creationId xmlns:a16="http://schemas.microsoft.com/office/drawing/2014/main" id="{DC5108FD-2637-428B-B9C4-754045F50028}"/>
              </a:ext>
            </a:extLst>
          </p:cNvPr>
          <p:cNvSpPr txBox="1">
            <a:spLocks noChangeArrowheads="1"/>
          </p:cNvSpPr>
          <p:nvPr/>
        </p:nvSpPr>
        <p:spPr>
          <a:xfrm>
            <a:off x="521870" y="1172258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 latinLnBrk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ko-KR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client upload rate = u,  F/u = 1 hour,  u</a:t>
            </a:r>
            <a:r>
              <a:rPr lang="en-US" altLang="ko-KR" sz="2400" baseline="-25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</a:t>
            </a:r>
            <a:r>
              <a:rPr lang="en-US" altLang="ko-KR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= 10u,  d</a:t>
            </a:r>
            <a:r>
              <a:rPr lang="en-US" altLang="ko-KR" sz="2400" baseline="-25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min</a:t>
            </a:r>
            <a:r>
              <a:rPr lang="en-US" altLang="ko-KR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≥ u</a:t>
            </a:r>
            <a:r>
              <a:rPr lang="en-US" altLang="ko-KR" sz="2400" baseline="-25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</a:t>
            </a:r>
            <a:endParaRPr lang="en-US" altLang="ko-KR" sz="1800" baseline="-250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330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Line 21">
            <a:extLst>
              <a:ext uri="{FF2B5EF4-FFF2-40B4-BE49-F238E27FC236}">
                <a16:creationId xmlns:a16="http://schemas.microsoft.com/office/drawing/2014/main" id="{EBA9CC9B-83D3-47C6-8316-2D2846B49F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9873" y="3181511"/>
            <a:ext cx="0" cy="628328"/>
          </a:xfrm>
          <a:prstGeom prst="line">
            <a:avLst/>
          </a:prstGeom>
          <a:noFill/>
          <a:ln w="50800">
            <a:solidFill>
              <a:srgbClr val="F27037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P2P </a:t>
            </a:r>
            <a:r>
              <a:rPr lang="ko-KR" altLang="en-US"/>
              <a:t>파일 배포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BitTorrent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762F40F-1D47-46F2-9703-323E1BB71A90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67548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파일을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256Kb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크기의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chunk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들로 분할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Torrent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에 참가한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peer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들은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chunk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를 주고받는다</a:t>
            </a:r>
          </a:p>
        </p:txBody>
      </p:sp>
      <p:sp>
        <p:nvSpPr>
          <p:cNvPr id="6" name="Text Box 37">
            <a:extLst>
              <a:ext uri="{FF2B5EF4-FFF2-40B4-BE49-F238E27FC236}">
                <a16:creationId xmlns:a16="http://schemas.microsoft.com/office/drawing/2014/main" id="{8A7FDE35-61EE-4792-97A8-CA0C69C79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63" y="2060848"/>
            <a:ext cx="2346283" cy="591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tracker 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torrent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에 참여한 </a:t>
            </a:r>
            <a:endParaRPr lang="en-US" altLang="ko-KR" sz="14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peer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들을 추적함</a:t>
            </a:r>
            <a:endParaRPr lang="en-US" altLang="ko-KR" sz="14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7" name="Text Box 41">
            <a:extLst>
              <a:ext uri="{FF2B5EF4-FFF2-40B4-BE49-F238E27FC236}">
                <a16:creationId xmlns:a16="http://schemas.microsoft.com/office/drawing/2014/main" id="{3546FE5D-C75C-489E-B608-EA9856325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3191" y="2384698"/>
            <a:ext cx="2681520" cy="591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torrent 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파일의 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chunk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들을</a:t>
            </a:r>
            <a:endParaRPr lang="en-US" altLang="ko-KR" sz="14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  <a:p>
            <a:pPr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교환하는 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peer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들의 그룹</a:t>
            </a:r>
            <a:endParaRPr lang="en-US" altLang="ko-KR" sz="14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9" name="Line 25">
            <a:extLst>
              <a:ext uri="{FF2B5EF4-FFF2-40B4-BE49-F238E27FC236}">
                <a16:creationId xmlns:a16="http://schemas.microsoft.com/office/drawing/2014/main" id="{4B5AAFAD-3E26-4C53-809E-8BAC1CD61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7638" y="3123249"/>
            <a:ext cx="2724150" cy="14811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" name="Line 26">
            <a:extLst>
              <a:ext uri="{FF2B5EF4-FFF2-40B4-BE49-F238E27FC236}">
                <a16:creationId xmlns:a16="http://schemas.microsoft.com/office/drawing/2014/main" id="{3F14A567-EC3C-4DC1-B7BE-D9FB1CDC3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3338" y="3213735"/>
            <a:ext cx="238760" cy="19107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27">
            <a:extLst>
              <a:ext uri="{FF2B5EF4-FFF2-40B4-BE49-F238E27FC236}">
                <a16:creationId xmlns:a16="http://schemas.microsoft.com/office/drawing/2014/main" id="{711D080E-1C31-4B94-974E-0F35011F430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74334" y="3068637"/>
            <a:ext cx="1226503" cy="3355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2" name="Line 28">
            <a:extLst>
              <a:ext uri="{FF2B5EF4-FFF2-40B4-BE49-F238E27FC236}">
                <a16:creationId xmlns:a16="http://schemas.microsoft.com/office/drawing/2014/main" id="{AED87BD8-F7B2-40E8-8F58-72151499DF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8360" y="3605213"/>
            <a:ext cx="2039938" cy="1987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" name="Line 29">
            <a:extLst>
              <a:ext uri="{FF2B5EF4-FFF2-40B4-BE49-F238E27FC236}">
                <a16:creationId xmlns:a16="http://schemas.microsoft.com/office/drawing/2014/main" id="{4BD52E9C-897E-484E-A6E5-92696DD735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45672" y="5561648"/>
            <a:ext cx="678815" cy="1724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4" name="Line 30">
            <a:extLst>
              <a:ext uri="{FF2B5EF4-FFF2-40B4-BE49-F238E27FC236}">
                <a16:creationId xmlns:a16="http://schemas.microsoft.com/office/drawing/2014/main" id="{04563AE6-6B65-43D2-BEAF-D4AC0285D1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4659" y="3213735"/>
            <a:ext cx="1012190" cy="17297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5" name="Line 31">
            <a:extLst>
              <a:ext uri="{FF2B5EF4-FFF2-40B4-BE49-F238E27FC236}">
                <a16:creationId xmlns:a16="http://schemas.microsoft.com/office/drawing/2014/main" id="{F1F29376-3BC3-464B-AA34-FFC4F914C8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9759" y="4713923"/>
            <a:ext cx="2223453" cy="4216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" name="Line 32">
            <a:extLst>
              <a:ext uri="{FF2B5EF4-FFF2-40B4-BE49-F238E27FC236}">
                <a16:creationId xmlns:a16="http://schemas.microsoft.com/office/drawing/2014/main" id="{7B2C553E-50E5-471A-99F0-CAAD1072AB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5913" y="3166110"/>
            <a:ext cx="1333500" cy="1347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" name="Line 33">
            <a:extLst>
              <a:ext uri="{FF2B5EF4-FFF2-40B4-BE49-F238E27FC236}">
                <a16:creationId xmlns:a16="http://schemas.microsoft.com/office/drawing/2014/main" id="{137BAB18-45F8-404C-BEE5-50BD0B16D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9948" y="5602288"/>
            <a:ext cx="376237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" name="Line 34">
            <a:extLst>
              <a:ext uri="{FF2B5EF4-FFF2-40B4-BE49-F238E27FC236}">
                <a16:creationId xmlns:a16="http://schemas.microsoft.com/office/drawing/2014/main" id="{51755BC2-B76F-47C7-95F4-2A24D05AA0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8373" y="5888038"/>
            <a:ext cx="14906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" name="Line 38">
            <a:extLst>
              <a:ext uri="{FF2B5EF4-FFF2-40B4-BE49-F238E27FC236}">
                <a16:creationId xmlns:a16="http://schemas.microsoft.com/office/drawing/2014/main" id="{A5A64524-CF54-4085-AB4A-AD4CC41814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3660" y="4827588"/>
            <a:ext cx="263525" cy="93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" name="Text Box 35">
            <a:extLst>
              <a:ext uri="{FF2B5EF4-FFF2-40B4-BE49-F238E27FC236}">
                <a16:creationId xmlns:a16="http://schemas.microsoft.com/office/drawing/2014/main" id="{3D375995-9EB9-440A-B6F6-4784D402E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573" y="5112415"/>
            <a:ext cx="179824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… tracker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로부터 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peer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목록을 받고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E7C8302E-ACAA-40C6-B532-7373F3F836D6}"/>
              </a:ext>
            </a:extLst>
          </p:cNvPr>
          <p:cNvGrpSpPr/>
          <p:nvPr/>
        </p:nvGrpSpPr>
        <p:grpSpPr>
          <a:xfrm>
            <a:off x="897573" y="3251834"/>
            <a:ext cx="5784215" cy="3078847"/>
            <a:chOff x="897573" y="3251834"/>
            <a:chExt cx="5784215" cy="3078847"/>
          </a:xfrm>
        </p:grpSpPr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798CF75E-6BE9-42A0-BCF5-811DE441A235}"/>
                </a:ext>
              </a:extLst>
            </p:cNvPr>
            <p:cNvGrpSpPr/>
            <p:nvPr/>
          </p:nvGrpSpPr>
          <p:grpSpPr>
            <a:xfrm>
              <a:off x="3070860" y="3251834"/>
              <a:ext cx="3610928" cy="2071689"/>
              <a:chOff x="3070860" y="3251834"/>
              <a:chExt cx="3610928" cy="2071689"/>
            </a:xfrm>
          </p:grpSpPr>
          <p:sp>
            <p:nvSpPr>
              <p:cNvPr id="23" name="Line 22">
                <a:extLst>
                  <a:ext uri="{FF2B5EF4-FFF2-40B4-BE49-F238E27FC236}">
                    <a16:creationId xmlns:a16="http://schemas.microsoft.com/office/drawing/2014/main" id="{EA8D41BB-E76C-40A2-B8BD-B81B94105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0860" y="3251834"/>
                <a:ext cx="572453" cy="8248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4" name="Line 23">
                <a:extLst>
                  <a:ext uri="{FF2B5EF4-FFF2-40B4-BE49-F238E27FC236}">
                    <a16:creationId xmlns:a16="http://schemas.microsoft.com/office/drawing/2014/main" id="{2E554C05-A504-4CA9-AC99-591FC53BDD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99435" y="3494723"/>
                <a:ext cx="3582353" cy="6708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5" name="Line 24">
                <a:extLst>
                  <a:ext uri="{FF2B5EF4-FFF2-40B4-BE49-F238E27FC236}">
                    <a16:creationId xmlns:a16="http://schemas.microsoft.com/office/drawing/2014/main" id="{1A964766-3D21-4A2F-9544-96D3EFAB40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4836" y="4273550"/>
                <a:ext cx="2290128" cy="10499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6" name="Text Box 35">
              <a:extLst>
                <a:ext uri="{FF2B5EF4-FFF2-40B4-BE49-F238E27FC236}">
                  <a16:creationId xmlns:a16="http://schemas.microsoft.com/office/drawing/2014/main" id="{24D14138-3E5F-4988-ABBB-F5D2CA7571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73" y="5745906"/>
              <a:ext cx="2694199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… torrent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의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peer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들과 파일</a:t>
              </a:r>
              <a:endPara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chunk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를 교환하기 시작한다</a:t>
              </a:r>
              <a:endPara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120086B-D4EB-4DAF-9934-4B723F86E2BD}"/>
              </a:ext>
            </a:extLst>
          </p:cNvPr>
          <p:cNvGrpSpPr/>
          <p:nvPr/>
        </p:nvGrpSpPr>
        <p:grpSpPr>
          <a:xfrm>
            <a:off x="6697667" y="4231982"/>
            <a:ext cx="678493" cy="807517"/>
            <a:chOff x="3182618" y="4520968"/>
            <a:chExt cx="878294" cy="1045313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CB51C04A-CFD5-41CD-B6FF-1CA394941139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E9D91308-ED3B-487D-9FAA-2CCAAD0CB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86C34D4-92B4-4A8B-AA51-DC478EFDE20E}"/>
              </a:ext>
            </a:extLst>
          </p:cNvPr>
          <p:cNvGrpSpPr/>
          <p:nvPr/>
        </p:nvGrpSpPr>
        <p:grpSpPr>
          <a:xfrm>
            <a:off x="6720527" y="3020402"/>
            <a:ext cx="678493" cy="807517"/>
            <a:chOff x="3182618" y="4520968"/>
            <a:chExt cx="878294" cy="1045313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CD73D16-75FB-4F18-BE84-427E85DD3FFC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AAC77591-8B95-4576-AE48-259D93622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569B636-616B-412F-82F5-9CD449585020}"/>
              </a:ext>
            </a:extLst>
          </p:cNvPr>
          <p:cNvGrpSpPr/>
          <p:nvPr/>
        </p:nvGrpSpPr>
        <p:grpSpPr>
          <a:xfrm>
            <a:off x="6248087" y="5687402"/>
            <a:ext cx="678493" cy="807517"/>
            <a:chOff x="3182618" y="4520968"/>
            <a:chExt cx="878294" cy="1045313"/>
          </a:xfrm>
        </p:grpSpPr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7A47133F-036B-4ABB-AF73-AE4798DD58B5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D2DFD495-8642-4C6F-BB5A-747E442B3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D1B0DAAA-DA07-41E5-B3CD-210F495ED92A}"/>
              </a:ext>
            </a:extLst>
          </p:cNvPr>
          <p:cNvGrpSpPr/>
          <p:nvPr/>
        </p:nvGrpSpPr>
        <p:grpSpPr>
          <a:xfrm flipH="1">
            <a:off x="4076387" y="5527382"/>
            <a:ext cx="678493" cy="807517"/>
            <a:chOff x="3182618" y="4520968"/>
            <a:chExt cx="878294" cy="1045313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99DDD922-8009-497F-AC05-6D447874C81D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16CD436E-9AFC-408F-880D-D09E8D9AB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52781C0E-0264-4789-9705-E21AA2B1F476}"/>
              </a:ext>
            </a:extLst>
          </p:cNvPr>
          <p:cNvGrpSpPr/>
          <p:nvPr/>
        </p:nvGrpSpPr>
        <p:grpSpPr>
          <a:xfrm flipH="1">
            <a:off x="3756347" y="4803482"/>
            <a:ext cx="678493" cy="807517"/>
            <a:chOff x="3182618" y="4520968"/>
            <a:chExt cx="878294" cy="1045313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35C15B91-CFA4-428B-AEE9-8CD259A5E967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34544132-308B-4864-804B-5D975CC16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69CA0B1-BEEC-40B1-81F0-1B1222C1ACA6}"/>
              </a:ext>
            </a:extLst>
          </p:cNvPr>
          <p:cNvGrpSpPr/>
          <p:nvPr/>
        </p:nvGrpSpPr>
        <p:grpSpPr>
          <a:xfrm flipH="1">
            <a:off x="2354267" y="3820502"/>
            <a:ext cx="678493" cy="807517"/>
            <a:chOff x="3182618" y="4520968"/>
            <a:chExt cx="878294" cy="1045313"/>
          </a:xfrm>
        </p:grpSpPr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60058E70-A21E-41EC-8BDF-14DE413A8220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B672BCF0-AC69-4799-BC64-74AB615F9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F2BC6B7-9854-4559-AAFC-91C5D0B40526}"/>
              </a:ext>
            </a:extLst>
          </p:cNvPr>
          <p:cNvGrpSpPr/>
          <p:nvPr/>
        </p:nvGrpSpPr>
        <p:grpSpPr>
          <a:xfrm>
            <a:off x="5445848" y="5188432"/>
            <a:ext cx="454172" cy="540538"/>
            <a:chOff x="3182618" y="4520968"/>
            <a:chExt cx="878294" cy="1045313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D290B74C-3C7E-4F3A-82B4-815FCF96565E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D65E732C-4491-4336-8F15-9FFD7F364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AB9B60D6-469C-411F-A2D3-916BD94F47C8}"/>
              </a:ext>
            </a:extLst>
          </p:cNvPr>
          <p:cNvGrpSpPr/>
          <p:nvPr/>
        </p:nvGrpSpPr>
        <p:grpSpPr>
          <a:xfrm>
            <a:off x="4806207" y="2406218"/>
            <a:ext cx="678493" cy="807517"/>
            <a:chOff x="3182618" y="4520968"/>
            <a:chExt cx="878294" cy="1045313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0AFF30A0-3FC0-4C83-89AB-0C41447B7B39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3" name="그림 82">
              <a:extLst>
                <a:ext uri="{FF2B5EF4-FFF2-40B4-BE49-F238E27FC236}">
                  <a16:creationId xmlns:a16="http://schemas.microsoft.com/office/drawing/2014/main" id="{34036F6A-9330-4611-90C9-4366367CB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2CEB5D62-4393-41D4-8F0C-F5BB3F11977B}"/>
              </a:ext>
            </a:extLst>
          </p:cNvPr>
          <p:cNvGrpSpPr/>
          <p:nvPr/>
        </p:nvGrpSpPr>
        <p:grpSpPr>
          <a:xfrm flipH="1">
            <a:off x="3345799" y="2406218"/>
            <a:ext cx="678493" cy="807517"/>
            <a:chOff x="3182618" y="4520968"/>
            <a:chExt cx="878294" cy="1045313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0C2F4CA5-7819-4495-A79C-59CB5CFA2276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79809040-AE57-479A-BEFC-D9F3BAAEE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pic>
        <p:nvPicPr>
          <p:cNvPr id="89" name="그림 88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24A84CE1-FB48-4347-BD0B-F301C1F6A5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075" y="2610887"/>
            <a:ext cx="379646" cy="818113"/>
          </a:xfrm>
          <a:prstGeom prst="rect">
            <a:avLst/>
          </a:prstGeom>
        </p:spPr>
      </p:pic>
      <p:grpSp>
        <p:nvGrpSpPr>
          <p:cNvPr id="93" name="그룹 92">
            <a:extLst>
              <a:ext uri="{FF2B5EF4-FFF2-40B4-BE49-F238E27FC236}">
                <a16:creationId xmlns:a16="http://schemas.microsoft.com/office/drawing/2014/main" id="{2456E4EC-BA11-4EF5-8B72-190BD8E80C0D}"/>
              </a:ext>
            </a:extLst>
          </p:cNvPr>
          <p:cNvGrpSpPr/>
          <p:nvPr/>
        </p:nvGrpSpPr>
        <p:grpSpPr>
          <a:xfrm>
            <a:off x="897573" y="3902993"/>
            <a:ext cx="1503938" cy="1160705"/>
            <a:chOff x="897573" y="3902993"/>
            <a:chExt cx="1503938" cy="1160705"/>
          </a:xfrm>
        </p:grpSpPr>
        <p:sp>
          <p:nvSpPr>
            <p:cNvPr id="19" name="Text Box 35">
              <a:extLst>
                <a:ext uri="{FF2B5EF4-FFF2-40B4-BE49-F238E27FC236}">
                  <a16:creationId xmlns:a16="http://schemas.microsoft.com/office/drawing/2014/main" id="{072610F7-553C-4EFC-8E73-65DCF23C5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73" y="4725144"/>
              <a:ext cx="150393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Alice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가 와서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…</a:t>
              </a:r>
            </a:p>
          </p:txBody>
        </p: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7A395912-BF63-4120-8461-F940B725E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9730" y="3902993"/>
              <a:ext cx="285804" cy="709519"/>
            </a:xfrm>
            <a:prstGeom prst="rect">
              <a:avLst/>
            </a:prstGeom>
          </p:spPr>
        </p:pic>
      </p:grpSp>
      <p:sp>
        <p:nvSpPr>
          <p:cNvPr id="92" name="타원 91">
            <a:extLst>
              <a:ext uri="{FF2B5EF4-FFF2-40B4-BE49-F238E27FC236}">
                <a16:creationId xmlns:a16="http://schemas.microsoft.com/office/drawing/2014/main" id="{47248781-A195-4331-9BB5-F1DC1E55CA65}"/>
              </a:ext>
            </a:extLst>
          </p:cNvPr>
          <p:cNvSpPr/>
          <p:nvPr/>
        </p:nvSpPr>
        <p:spPr>
          <a:xfrm>
            <a:off x="2404965" y="3037987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srgbClr val="105BA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B299C8DE-6FF3-49E8-B31C-95A8EC4BAA62}"/>
              </a:ext>
            </a:extLst>
          </p:cNvPr>
          <p:cNvSpPr/>
          <p:nvPr/>
        </p:nvSpPr>
        <p:spPr>
          <a:xfrm>
            <a:off x="1669160" y="2682240"/>
            <a:ext cx="778011" cy="389881"/>
          </a:xfrm>
          <a:custGeom>
            <a:avLst/>
            <a:gdLst>
              <a:gd name="connsiteX0" fmla="*/ 0 w 1269634"/>
              <a:gd name="connsiteY0" fmla="*/ 0 h 394705"/>
              <a:gd name="connsiteX1" fmla="*/ 322342 w 1269634"/>
              <a:gd name="connsiteY1" fmla="*/ 394705 h 394705"/>
              <a:gd name="connsiteX2" fmla="*/ 1269634 w 1269634"/>
              <a:gd name="connsiteY2" fmla="*/ 394705 h 394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9634" h="394705">
                <a:moveTo>
                  <a:pt x="0" y="0"/>
                </a:moveTo>
                <a:lnTo>
                  <a:pt x="322342" y="394705"/>
                </a:lnTo>
                <a:lnTo>
                  <a:pt x="1269634" y="394705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79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7" grpId="1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P2P </a:t>
            </a:r>
            <a:r>
              <a:rPr lang="ko-KR" altLang="en-US"/>
              <a:t>파일 배포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BitTorrent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87AA4EA-656A-4ADD-8F24-5EF13F1768F3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1585612"/>
            <a:ext cx="6215812" cy="67858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처음엔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chunk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없지만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시간이 흐르면 다른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들로부터 받아서 축적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tracker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등록하고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목록을 받아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그중 일부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(“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이웃”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접속함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9AAC82D-0267-48E5-B88E-AE27F1EA0633}"/>
              </a:ext>
            </a:extLst>
          </p:cNvPr>
          <p:cNvSpPr txBox="1">
            <a:spLocks noChangeArrowheads="1"/>
          </p:cNvSpPr>
          <p:nvPr/>
        </p:nvSpPr>
        <p:spPr>
          <a:xfrm>
            <a:off x="4931332" y="2852936"/>
            <a:ext cx="3193493" cy="22185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download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하면서 다른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들에게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upload</a:t>
            </a:r>
          </a:p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chunk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교환하는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바꿀 수 있다</a:t>
            </a:r>
          </a:p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들락거릴 수 있다</a:t>
            </a:r>
          </a:p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파일을 전부 받았으면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 (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이기적으로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떠날 수도 있고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이타적으로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남아있을 수도 있음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32DF54-15E6-4EF8-A89C-69BA61F91888}"/>
              </a:ext>
            </a:extLst>
          </p:cNvPr>
          <p:cNvGrpSpPr/>
          <p:nvPr/>
        </p:nvGrpSpPr>
        <p:grpSpPr>
          <a:xfrm>
            <a:off x="763588" y="2872943"/>
            <a:ext cx="3880995" cy="2896037"/>
            <a:chOff x="1919730" y="2406218"/>
            <a:chExt cx="5479290" cy="4088701"/>
          </a:xfrm>
        </p:grpSpPr>
        <p:sp>
          <p:nvSpPr>
            <p:cNvPr id="9" name="Line 25">
              <a:extLst>
                <a:ext uri="{FF2B5EF4-FFF2-40B4-BE49-F238E27FC236}">
                  <a16:creationId xmlns:a16="http://schemas.microsoft.com/office/drawing/2014/main" id="{898D572F-537F-4F25-8098-83EA46FE4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638" y="3123249"/>
              <a:ext cx="2724150" cy="1481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" name="Line 26">
              <a:extLst>
                <a:ext uri="{FF2B5EF4-FFF2-40B4-BE49-F238E27FC236}">
                  <a16:creationId xmlns:a16="http://schemas.microsoft.com/office/drawing/2014/main" id="{FD83D584-8D30-4653-9ED9-BAC243850A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338" y="3213735"/>
              <a:ext cx="238760" cy="19107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AE295FE8-42D8-4CD5-9D56-D2D2F8E64C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74334" y="3068637"/>
              <a:ext cx="1226503" cy="3355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2" name="Line 28">
              <a:extLst>
                <a:ext uri="{FF2B5EF4-FFF2-40B4-BE49-F238E27FC236}">
                  <a16:creationId xmlns:a16="http://schemas.microsoft.com/office/drawing/2014/main" id="{74EA6701-9B8A-4A20-A07B-7D9AB5223A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8360" y="3605213"/>
              <a:ext cx="2039938" cy="1987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3" name="Line 29">
              <a:extLst>
                <a:ext uri="{FF2B5EF4-FFF2-40B4-BE49-F238E27FC236}">
                  <a16:creationId xmlns:a16="http://schemas.microsoft.com/office/drawing/2014/main" id="{7AF1BDFA-0585-491F-984C-22FDC7C20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5672" y="5561648"/>
              <a:ext cx="678815" cy="1724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4" name="Line 30">
              <a:extLst>
                <a:ext uri="{FF2B5EF4-FFF2-40B4-BE49-F238E27FC236}">
                  <a16:creationId xmlns:a16="http://schemas.microsoft.com/office/drawing/2014/main" id="{BB4926A4-DF5E-4B51-B9E8-66EFAFD3E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64659" y="3213735"/>
              <a:ext cx="1012190" cy="17297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5" name="Line 31">
              <a:extLst>
                <a:ext uri="{FF2B5EF4-FFF2-40B4-BE49-F238E27FC236}">
                  <a16:creationId xmlns:a16="http://schemas.microsoft.com/office/drawing/2014/main" id="{743E1BDE-32AD-4964-8EF6-416D0DB92D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9759" y="4713923"/>
              <a:ext cx="2223453" cy="421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" name="Line 32">
              <a:extLst>
                <a:ext uri="{FF2B5EF4-FFF2-40B4-BE49-F238E27FC236}">
                  <a16:creationId xmlns:a16="http://schemas.microsoft.com/office/drawing/2014/main" id="{BE05D9C4-CB1F-4C55-80E6-46C26A29A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5913" y="3166110"/>
              <a:ext cx="1333500" cy="1347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7" name="Line 33">
              <a:extLst>
                <a:ext uri="{FF2B5EF4-FFF2-40B4-BE49-F238E27FC236}">
                  <a16:creationId xmlns:a16="http://schemas.microsoft.com/office/drawing/2014/main" id="{54B1ACB1-CFA9-4F5B-A9BF-D4FBA70F7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9948" y="5602288"/>
              <a:ext cx="376237" cy="2174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8" name="Line 34">
              <a:extLst>
                <a:ext uri="{FF2B5EF4-FFF2-40B4-BE49-F238E27FC236}">
                  <a16:creationId xmlns:a16="http://schemas.microsoft.com/office/drawing/2014/main" id="{F5A1FE7A-140A-4CBB-8D85-BE14D008D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8373" y="5888038"/>
              <a:ext cx="1490662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9" name="Line 38">
              <a:extLst>
                <a:ext uri="{FF2B5EF4-FFF2-40B4-BE49-F238E27FC236}">
                  <a16:creationId xmlns:a16="http://schemas.microsoft.com/office/drawing/2014/main" id="{642BF764-21D5-4015-AA7D-EE34124F9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23660" y="4827588"/>
              <a:ext cx="263525" cy="939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3A6991AE-79C5-4CDD-9D8C-612E0D8D80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0860" y="3251834"/>
              <a:ext cx="572453" cy="8248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" name="Line 23">
              <a:extLst>
                <a:ext uri="{FF2B5EF4-FFF2-40B4-BE49-F238E27FC236}">
                  <a16:creationId xmlns:a16="http://schemas.microsoft.com/office/drawing/2014/main" id="{55DA6138-B658-4CFE-8D0C-BBE1E9AFB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9435" y="3494723"/>
              <a:ext cx="3582353" cy="6708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" name="Line 24">
              <a:extLst>
                <a:ext uri="{FF2B5EF4-FFF2-40B4-BE49-F238E27FC236}">
                  <a16:creationId xmlns:a16="http://schemas.microsoft.com/office/drawing/2014/main" id="{E12B66E0-4F0E-4298-B456-C482A8E35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836" y="4273550"/>
              <a:ext cx="2290128" cy="10499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1712AF0-C14B-4FE9-8B26-75C569399DD0}"/>
                </a:ext>
              </a:extLst>
            </p:cNvPr>
            <p:cNvGrpSpPr/>
            <p:nvPr/>
          </p:nvGrpSpPr>
          <p:grpSpPr>
            <a:xfrm>
              <a:off x="6697667" y="4231982"/>
              <a:ext cx="678493" cy="807517"/>
              <a:chOff x="3182618" y="4520968"/>
              <a:chExt cx="878294" cy="1045313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050A8E86-13B5-4F52-B01B-614E42714D78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8BBD364B-E2FD-4CC2-B2BF-93362BA8AD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BA7991A3-6559-4B1D-A8E7-70EDF3801BA4}"/>
                </a:ext>
              </a:extLst>
            </p:cNvPr>
            <p:cNvGrpSpPr/>
            <p:nvPr/>
          </p:nvGrpSpPr>
          <p:grpSpPr>
            <a:xfrm>
              <a:off x="6720527" y="3020402"/>
              <a:ext cx="678493" cy="807517"/>
              <a:chOff x="3182618" y="4520968"/>
              <a:chExt cx="878294" cy="1045313"/>
            </a:xfrm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4E3D1221-EEC8-4850-B813-D236490C7B0B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C55689D0-9CA0-4576-ACD3-3F5BA9DD6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C5DED09-DA0A-4199-BF68-CB24D9EAC73A}"/>
                </a:ext>
              </a:extLst>
            </p:cNvPr>
            <p:cNvGrpSpPr/>
            <p:nvPr/>
          </p:nvGrpSpPr>
          <p:grpSpPr>
            <a:xfrm>
              <a:off x="6248087" y="5687402"/>
              <a:ext cx="678493" cy="807517"/>
              <a:chOff x="3182618" y="4520968"/>
              <a:chExt cx="878294" cy="1045313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46CE2BA-FE3D-464E-B47A-C4AFCE441813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B766A305-26CF-4CBF-9AAF-6EC946B364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409B643F-1E5D-4191-8566-F4E0DAADD599}"/>
                </a:ext>
              </a:extLst>
            </p:cNvPr>
            <p:cNvGrpSpPr/>
            <p:nvPr/>
          </p:nvGrpSpPr>
          <p:grpSpPr>
            <a:xfrm flipH="1">
              <a:off x="4076387" y="5527382"/>
              <a:ext cx="678493" cy="807517"/>
              <a:chOff x="3182618" y="4520968"/>
              <a:chExt cx="878294" cy="1045313"/>
            </a:xfrm>
          </p:grpSpPr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0765FA37-3FA9-4197-8FC2-3158A8DC417B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E4C309B1-731A-4E13-A5C3-C020D1BDF6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E18878AF-F40F-4418-8E90-80FDEF223858}"/>
                </a:ext>
              </a:extLst>
            </p:cNvPr>
            <p:cNvGrpSpPr/>
            <p:nvPr/>
          </p:nvGrpSpPr>
          <p:grpSpPr>
            <a:xfrm flipH="1">
              <a:off x="3756347" y="4803482"/>
              <a:ext cx="678493" cy="807517"/>
              <a:chOff x="3182618" y="4520968"/>
              <a:chExt cx="878294" cy="1045313"/>
            </a:xfrm>
          </p:grpSpPr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98B3938-C183-4A81-98D8-9C167ABC2397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45B42443-6086-400A-BE0F-AE7293C3FE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560FB13F-219A-4ECA-950B-40C5FD152DCC}"/>
                </a:ext>
              </a:extLst>
            </p:cNvPr>
            <p:cNvGrpSpPr/>
            <p:nvPr/>
          </p:nvGrpSpPr>
          <p:grpSpPr>
            <a:xfrm flipH="1">
              <a:off x="2354267" y="3820502"/>
              <a:ext cx="678493" cy="807517"/>
              <a:chOff x="3182618" y="4520968"/>
              <a:chExt cx="878294" cy="1045313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115EA940-AD93-430E-B75A-8D1858218E80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2A950FC1-E306-44DB-A9EA-5D3808EA2C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56F951A7-7D72-47E6-94AC-B68EF30CDABF}"/>
                </a:ext>
              </a:extLst>
            </p:cNvPr>
            <p:cNvGrpSpPr/>
            <p:nvPr/>
          </p:nvGrpSpPr>
          <p:grpSpPr>
            <a:xfrm>
              <a:off x="5445848" y="5188432"/>
              <a:ext cx="454172" cy="540538"/>
              <a:chOff x="3182618" y="4520968"/>
              <a:chExt cx="878294" cy="1045313"/>
            </a:xfrm>
          </p:grpSpPr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D44423F9-808F-4871-9A71-9B2BB8023A88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43" name="그림 42">
                <a:extLst>
                  <a:ext uri="{FF2B5EF4-FFF2-40B4-BE49-F238E27FC236}">
                    <a16:creationId xmlns:a16="http://schemas.microsoft.com/office/drawing/2014/main" id="{7C6A5CC2-A076-40E5-A180-7DB7884F38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272CCCE1-0974-4F61-8F18-0A63B97173DE}"/>
                </a:ext>
              </a:extLst>
            </p:cNvPr>
            <p:cNvGrpSpPr/>
            <p:nvPr/>
          </p:nvGrpSpPr>
          <p:grpSpPr>
            <a:xfrm>
              <a:off x="4806207" y="2406218"/>
              <a:ext cx="678493" cy="807517"/>
              <a:chOff x="3182618" y="4520968"/>
              <a:chExt cx="878294" cy="1045313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68AC633B-E9A0-4F09-92E9-D1B110C7EDEA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46" name="그림 45">
                <a:extLst>
                  <a:ext uri="{FF2B5EF4-FFF2-40B4-BE49-F238E27FC236}">
                    <a16:creationId xmlns:a16="http://schemas.microsoft.com/office/drawing/2014/main" id="{3D3C4A9E-83D0-4265-B8F2-506150AB7A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81596FFA-A672-4AFF-8E81-8874C3BEE844}"/>
                </a:ext>
              </a:extLst>
            </p:cNvPr>
            <p:cNvGrpSpPr/>
            <p:nvPr/>
          </p:nvGrpSpPr>
          <p:grpSpPr>
            <a:xfrm flipH="1">
              <a:off x="3345799" y="2406218"/>
              <a:ext cx="678493" cy="807517"/>
              <a:chOff x="3182618" y="4520968"/>
              <a:chExt cx="878294" cy="1045313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92A6173B-687F-4A98-B324-6DA09E0A061E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49" name="그림 48">
                <a:extLst>
                  <a:ext uri="{FF2B5EF4-FFF2-40B4-BE49-F238E27FC236}">
                    <a16:creationId xmlns:a16="http://schemas.microsoft.com/office/drawing/2014/main" id="{30F6D9EE-7B8C-4F4C-9274-6D7A246536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pic>
          <p:nvPicPr>
            <p:cNvPr id="50" name="그림 4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58436495-9BE1-4C3C-8CBE-5FEF323DE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0094" y="2569981"/>
              <a:ext cx="417610" cy="899923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E30BB76A-63AE-486E-B015-B3B44B541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9730" y="3902993"/>
              <a:ext cx="285804" cy="709519"/>
            </a:xfrm>
            <a:prstGeom prst="rect">
              <a:avLst/>
            </a:prstGeom>
          </p:spPr>
        </p:pic>
      </p:grpSp>
      <p:sp>
        <p:nvSpPr>
          <p:cNvPr id="100" name="Rectangle 3">
            <a:extLst>
              <a:ext uri="{FF2B5EF4-FFF2-40B4-BE49-F238E27FC236}">
                <a16:creationId xmlns:a16="http://schemas.microsoft.com/office/drawing/2014/main" id="{CA2552D9-D6CE-4C59-8394-B6FD479BEE01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58700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latinLnBrk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ko-KR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torrent</a:t>
            </a:r>
            <a:r>
              <a:rPr lang="ko-KR" altLang="en-US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에 가입하는 </a:t>
            </a:r>
            <a:r>
              <a:rPr lang="en-US" altLang="ko-KR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peer</a:t>
            </a:r>
            <a:r>
              <a:rPr lang="ko-KR" altLang="en-US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는 </a:t>
            </a:r>
            <a:r>
              <a:rPr lang="en-US" altLang="ko-KR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</a:t>
            </a:r>
          </a:p>
        </p:txBody>
      </p:sp>
      <p:sp>
        <p:nvSpPr>
          <p:cNvPr id="101" name="Rectangle 123">
            <a:extLst>
              <a:ext uri="{FF2B5EF4-FFF2-40B4-BE49-F238E27FC236}">
                <a16:creationId xmlns:a16="http://schemas.microsoft.com/office/drawing/2014/main" id="{4654CD3B-6C57-4019-BBB7-BB6C5AD55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7594" y="2636913"/>
            <a:ext cx="3378994" cy="3287846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0680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BitTorrent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chunk </a:t>
            </a:r>
            <a:r>
              <a:rPr lang="ko-KR" altLang="en-US" dirty="0">
                <a:solidFill>
                  <a:schemeClr val="bg1"/>
                </a:solidFill>
              </a:rPr>
              <a:t>요청하고 보내기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6D0F2CA-D33D-4582-B253-221179DF7E4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58700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latinLnBrk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Chunk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요청하기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B27B162-75C4-43E6-B23C-D5C16F32E5A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794057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latinLnBrk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Chunk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보내기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: tit-for-tat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6E84856-199A-493C-86C5-F4168520253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484784"/>
            <a:ext cx="729564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임의의 시간에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들은 서로 다른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chunk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들을 가지고 있다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Alice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주기적으로 각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들이 지닌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chunk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목록을 요구한다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Alice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들에게 자기가 없는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chunk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요구한다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(rarest first)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F6650EDC-5633-485A-BB9D-4036F721F92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253020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500" spc="-2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Alice</a:t>
            </a:r>
            <a:r>
              <a:rPr lang="ko-KR" altLang="en-US" sz="1500" spc="-2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는 자기에게 </a:t>
            </a:r>
            <a:r>
              <a:rPr lang="en-US" altLang="ko-KR" sz="1500" spc="-2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chunk</a:t>
            </a:r>
            <a:r>
              <a:rPr lang="ko-KR" altLang="en-US" sz="1500" spc="-2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를 빠르게 보내는 </a:t>
            </a:r>
            <a:r>
              <a:rPr lang="en-US" altLang="ko-KR" sz="1500" spc="-2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4</a:t>
            </a:r>
            <a:r>
              <a:rPr lang="ko-KR" altLang="en-US" sz="1500" spc="-2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개의 </a:t>
            </a:r>
            <a:r>
              <a:rPr lang="en-US" altLang="ko-KR" sz="1500" spc="-2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peer</a:t>
            </a:r>
            <a:r>
              <a:rPr lang="ko-KR" altLang="en-US" sz="1500" spc="-2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에게 최대 속도로 </a:t>
            </a:r>
            <a:r>
              <a:rPr lang="en-US" altLang="ko-KR" sz="1500" spc="-2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chunk</a:t>
            </a:r>
            <a:r>
              <a:rPr lang="ko-KR" altLang="en-US" sz="1500" spc="-2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를 보낸다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FD05EF9-47D1-48B8-94F1-6A7B692728DC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667572"/>
            <a:ext cx="62158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다른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들은 비활성화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(choked) (Alice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로부터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chunk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받지 않는다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10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초마다 상위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재선정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769B3FF-7FCB-492D-8847-B34A1BF7ADE7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509120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30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초마다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다른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peer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를 무작위로 선택해서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chunk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를 보내준다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AA93887-94C6-4806-9242-E22F58E51679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923672"/>
            <a:ext cx="62158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“낙관적으로 활성화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(optimistically unchoke)”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한다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신규 선택된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상위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peer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선정될 수도 있다</a:t>
            </a:r>
          </a:p>
        </p:txBody>
      </p:sp>
    </p:spTree>
    <p:extLst>
      <p:ext uri="{BB962C8B-B14F-4D97-AF65-F5344CB8AC3E}">
        <p14:creationId xmlns:p14="http://schemas.microsoft.com/office/powerpoint/2010/main" val="370195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BitTorrent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tit-for-tat(TFT)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6" name="Text Box 26">
            <a:extLst>
              <a:ext uri="{FF2B5EF4-FFF2-40B4-BE49-F238E27FC236}">
                <a16:creationId xmlns:a16="http://schemas.microsoft.com/office/drawing/2014/main" id="{DBEF3CF2-49D2-4F53-878C-B58B3410B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583" y="1320800"/>
            <a:ext cx="6036589" cy="2308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(1) Alice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는 </a:t>
            </a:r>
            <a:r>
              <a:rPr lang="en-US" altLang="ja-JP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Bob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을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ja-JP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“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낙관적으로 활성화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</a:t>
            </a:r>
            <a:r>
              <a:rPr lang="en-US" altLang="ja-JP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optimistically unchokes)</a:t>
            </a:r>
            <a:r>
              <a:rPr lang="ja-JP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”</a:t>
            </a:r>
            <a:r>
              <a:rPr lang="en-US" altLang="ja-JP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한다</a:t>
            </a:r>
            <a:endParaRPr lang="en-US" altLang="ko-KR" sz="15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7" name="Text Box 27">
            <a:extLst>
              <a:ext uri="{FF2B5EF4-FFF2-40B4-BE49-F238E27FC236}">
                <a16:creationId xmlns:a16="http://schemas.microsoft.com/office/drawing/2014/main" id="{1834748A-002D-4378-A26E-06E3F7915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21" y="1663700"/>
            <a:ext cx="5059077" cy="2308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(2) Alice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가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Bob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의 상위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4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개의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peer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가 되고 </a:t>
            </a:r>
            <a:r>
              <a:rPr lang="en-US" altLang="ja-JP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Bob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이 화답한다</a:t>
            </a:r>
            <a:endParaRPr lang="en-US" altLang="ko-KR" sz="15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8" name="Text Box 28">
            <a:extLst>
              <a:ext uri="{FF2B5EF4-FFF2-40B4-BE49-F238E27FC236}">
                <a16:creationId xmlns:a16="http://schemas.microsoft.com/office/drawing/2014/main" id="{F6792A11-940F-4B90-9F19-E99B2185A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08" y="2019300"/>
            <a:ext cx="3645229" cy="2308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(3) Bob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도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Alice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의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상위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4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개의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peer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가 된다</a:t>
            </a:r>
            <a:endParaRPr lang="en-US" altLang="ko-KR" sz="15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10" name="Line 15">
            <a:extLst>
              <a:ext uri="{FF2B5EF4-FFF2-40B4-BE49-F238E27FC236}">
                <a16:creationId xmlns:a16="http://schemas.microsoft.com/office/drawing/2014/main" id="{CF733E63-0177-4FCE-BFF7-81646AE4A65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63015" y="4058883"/>
            <a:ext cx="961909" cy="37704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squar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11" name="Line 16">
            <a:extLst>
              <a:ext uri="{FF2B5EF4-FFF2-40B4-BE49-F238E27FC236}">
                <a16:creationId xmlns:a16="http://schemas.microsoft.com/office/drawing/2014/main" id="{13027CB3-F011-48E6-8200-A5A514A4DA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55113" y="4657954"/>
            <a:ext cx="855983" cy="33506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squar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12" name="Line 17">
            <a:extLst>
              <a:ext uri="{FF2B5EF4-FFF2-40B4-BE49-F238E27FC236}">
                <a16:creationId xmlns:a16="http://schemas.microsoft.com/office/drawing/2014/main" id="{EE127866-4F4E-42E3-B0DF-0C1DE000AE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96530" y="4857773"/>
            <a:ext cx="568325" cy="644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squar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9330C2FA-9EEB-496D-A9A3-0E57144366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5315" y="2956153"/>
            <a:ext cx="41910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14" name="Line 20">
            <a:extLst>
              <a:ext uri="{FF2B5EF4-FFF2-40B4-BE49-F238E27FC236}">
                <a16:creationId xmlns:a16="http://schemas.microsoft.com/office/drawing/2014/main" id="{4167A956-662C-4592-8503-ADBDA41741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30073" y="3461412"/>
            <a:ext cx="7874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225602DD-5602-4E7E-86C2-14EECC357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292" y="4091776"/>
            <a:ext cx="598636" cy="24998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squar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17" name="Line 23">
            <a:extLst>
              <a:ext uri="{FF2B5EF4-FFF2-40B4-BE49-F238E27FC236}">
                <a16:creationId xmlns:a16="http://schemas.microsoft.com/office/drawing/2014/main" id="{EC8895F2-2331-4D46-967C-08EA136119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4334" y="3684494"/>
            <a:ext cx="1432478" cy="521696"/>
          </a:xfrm>
          <a:prstGeom prst="line">
            <a:avLst/>
          </a:prstGeom>
          <a:noFill/>
          <a:ln w="25400">
            <a:solidFill>
              <a:srgbClr val="F27037"/>
            </a:solidFill>
            <a:prstDash val="sysDot"/>
            <a:round/>
            <a:headEnd/>
            <a:tailEnd type="triangle" w="med" len="med"/>
          </a:ln>
        </p:spPr>
        <p:txBody>
          <a:bodyPr wrap="squar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18" name="Line 24">
            <a:extLst>
              <a:ext uri="{FF2B5EF4-FFF2-40B4-BE49-F238E27FC236}">
                <a16:creationId xmlns:a16="http://schemas.microsoft.com/office/drawing/2014/main" id="{C69C1059-700D-4060-87C0-719946BB81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55893" y="3925951"/>
            <a:ext cx="1279065" cy="444343"/>
          </a:xfrm>
          <a:prstGeom prst="line">
            <a:avLst/>
          </a:prstGeom>
          <a:noFill/>
          <a:ln w="25400">
            <a:solidFill>
              <a:srgbClr val="105BA0"/>
            </a:solidFill>
            <a:round/>
            <a:headEnd/>
            <a:tailEnd type="triangle" w="med" len="med"/>
          </a:ln>
        </p:spPr>
        <p:txBody>
          <a:bodyPr wrap="squar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AB5C2E84-C4C4-47ED-84A0-C30507BA86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4733" y="4081182"/>
            <a:ext cx="1299314" cy="456142"/>
          </a:xfrm>
          <a:prstGeom prst="line">
            <a:avLst/>
          </a:prstGeom>
          <a:noFill/>
          <a:ln w="25400">
            <a:solidFill>
              <a:srgbClr val="105BA0"/>
            </a:solidFill>
            <a:round/>
            <a:headEnd/>
            <a:tailEnd type="triangle" w="med" len="med"/>
          </a:ln>
        </p:spPr>
        <p:txBody>
          <a:bodyPr wrap="square" lIns="0" tIns="0" rIns="0" bIns="0">
            <a:spAutoFit/>
          </a:bodyPr>
          <a:lstStyle/>
          <a:p>
            <a:endParaRPr lang="ko-KR" altLang="en-US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707F6AC-8608-4760-8B2B-3938B3314C4B}"/>
              </a:ext>
            </a:extLst>
          </p:cNvPr>
          <p:cNvGrpSpPr/>
          <p:nvPr/>
        </p:nvGrpSpPr>
        <p:grpSpPr>
          <a:xfrm flipH="1">
            <a:off x="1187859" y="4709959"/>
            <a:ext cx="678493" cy="807517"/>
            <a:chOff x="3182618" y="4520968"/>
            <a:chExt cx="878294" cy="1045313"/>
          </a:xfrm>
        </p:grpSpPr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E753883A-4A54-4565-97C4-C9AD9D953567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4EF5B429-F7A2-41F9-B70B-F193EE233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31AEF5E-393E-479F-B27E-12116FC78DEE}"/>
              </a:ext>
            </a:extLst>
          </p:cNvPr>
          <p:cNvGrpSpPr/>
          <p:nvPr/>
        </p:nvGrpSpPr>
        <p:grpSpPr>
          <a:xfrm flipH="1">
            <a:off x="1866628" y="5413740"/>
            <a:ext cx="678493" cy="807517"/>
            <a:chOff x="3182618" y="4520968"/>
            <a:chExt cx="878294" cy="1045313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FD875FC9-C480-4CE8-AA01-C9298A0D4822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B27CC91A-B2F3-478F-BABA-51EFD96E9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38EBE8A-7DC1-4841-85A3-B3D0C8533841}"/>
              </a:ext>
            </a:extLst>
          </p:cNvPr>
          <p:cNvGrpSpPr/>
          <p:nvPr/>
        </p:nvGrpSpPr>
        <p:grpSpPr>
          <a:xfrm flipH="1">
            <a:off x="1033595" y="3486209"/>
            <a:ext cx="678493" cy="807517"/>
            <a:chOff x="3182618" y="4520968"/>
            <a:chExt cx="878294" cy="1045313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53A56C9A-AAE0-4329-92C8-FB836F824128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93FB27B9-D043-4D41-BD2E-7B3B91E80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9F27E032-7A33-44AD-AA74-B97F07E32C51}"/>
              </a:ext>
            </a:extLst>
          </p:cNvPr>
          <p:cNvGrpSpPr/>
          <p:nvPr/>
        </p:nvGrpSpPr>
        <p:grpSpPr>
          <a:xfrm>
            <a:off x="1895203" y="2845800"/>
            <a:ext cx="984129" cy="1352943"/>
            <a:chOff x="1895203" y="2845800"/>
            <a:chExt cx="984129" cy="1352943"/>
          </a:xfrm>
        </p:grpSpPr>
        <p:sp>
          <p:nvSpPr>
            <p:cNvPr id="50" name="Line 46">
              <a:extLst>
                <a:ext uri="{FF2B5EF4-FFF2-40B4-BE49-F238E27FC236}">
                  <a16:creationId xmlns:a16="http://schemas.microsoft.com/office/drawing/2014/main" id="{17D967F7-1F46-49C3-BC69-37FE51177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7171" y="3618130"/>
              <a:ext cx="432161" cy="5806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BCAF7172-686C-4513-B00A-77860E012AE2}"/>
                </a:ext>
              </a:extLst>
            </p:cNvPr>
            <p:cNvGrpSpPr/>
            <p:nvPr/>
          </p:nvGrpSpPr>
          <p:grpSpPr>
            <a:xfrm flipH="1">
              <a:off x="1895203" y="2845800"/>
              <a:ext cx="678493" cy="807517"/>
              <a:chOff x="3182618" y="4520968"/>
              <a:chExt cx="878294" cy="1045313"/>
            </a:xfrm>
          </p:grpSpPr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D73ABA6C-9972-4C4D-BF3D-5FB2AA44B6B4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65" name="그림 64">
                <a:extLst>
                  <a:ext uri="{FF2B5EF4-FFF2-40B4-BE49-F238E27FC236}">
                    <a16:creationId xmlns:a16="http://schemas.microsoft.com/office/drawing/2014/main" id="{2E187FD2-851D-4A84-BCCB-2DB3068D56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0743D78-B21D-4F49-9CB0-CD5641339F19}"/>
              </a:ext>
            </a:extLst>
          </p:cNvPr>
          <p:cNvGrpSpPr/>
          <p:nvPr/>
        </p:nvGrpSpPr>
        <p:grpSpPr>
          <a:xfrm flipH="1">
            <a:off x="2710543" y="4065000"/>
            <a:ext cx="678493" cy="807517"/>
            <a:chOff x="3182618" y="4520968"/>
            <a:chExt cx="878294" cy="1045313"/>
          </a:xfrm>
        </p:grpSpPr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CFE9C4CC-79C5-46A8-BBC5-11A9C4D13088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5EDF387F-7B94-4418-A57A-C28A527CD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pic>
        <p:nvPicPr>
          <p:cNvPr id="69" name="그림 68">
            <a:extLst>
              <a:ext uri="{FF2B5EF4-FFF2-40B4-BE49-F238E27FC236}">
                <a16:creationId xmlns:a16="http://schemas.microsoft.com/office/drawing/2014/main" id="{0956D049-52D5-454E-A81F-1588DBF009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899" y="4346310"/>
            <a:ext cx="285804" cy="709519"/>
          </a:xfrm>
          <a:prstGeom prst="rect">
            <a:avLst/>
          </a:prstGeom>
        </p:spPr>
      </p:pic>
      <p:grpSp>
        <p:nvGrpSpPr>
          <p:cNvPr id="71" name="그룹 70">
            <a:extLst>
              <a:ext uri="{FF2B5EF4-FFF2-40B4-BE49-F238E27FC236}">
                <a16:creationId xmlns:a16="http://schemas.microsoft.com/office/drawing/2014/main" id="{2135F918-76A1-434F-B323-F76E781ACDB6}"/>
              </a:ext>
            </a:extLst>
          </p:cNvPr>
          <p:cNvGrpSpPr/>
          <p:nvPr/>
        </p:nvGrpSpPr>
        <p:grpSpPr>
          <a:xfrm flipH="1">
            <a:off x="4828793" y="3440051"/>
            <a:ext cx="678493" cy="807517"/>
            <a:chOff x="3182618" y="4520968"/>
            <a:chExt cx="878294" cy="1045313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C47E8CC3-2DA7-468A-9692-526D468AF899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08168A76-F4A9-441F-A44B-A653D6556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FD287F38-492E-4BB9-9DAC-7BB90372C52A}"/>
              </a:ext>
            </a:extLst>
          </p:cNvPr>
          <p:cNvGrpSpPr/>
          <p:nvPr/>
        </p:nvGrpSpPr>
        <p:grpSpPr>
          <a:xfrm>
            <a:off x="4828793" y="2084897"/>
            <a:ext cx="678493" cy="1320484"/>
            <a:chOff x="4828793" y="2084897"/>
            <a:chExt cx="678493" cy="1320484"/>
          </a:xfrm>
        </p:grpSpPr>
        <p:sp>
          <p:nvSpPr>
            <p:cNvPr id="45" name="Line 50">
              <a:extLst>
                <a:ext uri="{FF2B5EF4-FFF2-40B4-BE49-F238E27FC236}">
                  <a16:creationId xmlns:a16="http://schemas.microsoft.com/office/drawing/2014/main" id="{89F2B05F-8297-49F0-80C7-13FD6EA40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6452" y="2916431"/>
              <a:ext cx="3175" cy="488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D6094CA0-2368-468C-B73A-840820C6DB17}"/>
                </a:ext>
              </a:extLst>
            </p:cNvPr>
            <p:cNvGrpSpPr/>
            <p:nvPr/>
          </p:nvGrpSpPr>
          <p:grpSpPr>
            <a:xfrm flipH="1">
              <a:off x="4828793" y="2084897"/>
              <a:ext cx="678493" cy="807517"/>
              <a:chOff x="3182618" y="4520968"/>
              <a:chExt cx="878294" cy="1045313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5EBB8E39-AF01-4280-A29B-27DF092831AB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6E2089A2-5D96-47DE-96B8-BC82E55290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F6B0AF5-6A72-4C6D-864D-DFC08BCBAB38}"/>
              </a:ext>
            </a:extLst>
          </p:cNvPr>
          <p:cNvGrpSpPr/>
          <p:nvPr/>
        </p:nvGrpSpPr>
        <p:grpSpPr>
          <a:xfrm flipH="1">
            <a:off x="5637938" y="2124367"/>
            <a:ext cx="678493" cy="807517"/>
            <a:chOff x="3182618" y="4520968"/>
            <a:chExt cx="878294" cy="1045313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E3C0FA4-66D5-473C-8375-D9DE94E4555E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7F4F2013-AFAE-433B-9A8E-51CFF6C49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4620033F-87D3-460E-B7B4-2A193863B739}"/>
              </a:ext>
            </a:extLst>
          </p:cNvPr>
          <p:cNvGrpSpPr/>
          <p:nvPr/>
        </p:nvGrpSpPr>
        <p:grpSpPr>
          <a:xfrm flipH="1">
            <a:off x="6276045" y="2801944"/>
            <a:ext cx="678493" cy="807517"/>
            <a:chOff x="3182618" y="4520968"/>
            <a:chExt cx="878294" cy="1045313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BA037E69-DF3C-47EB-AD64-9871BC0DB6E5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E78A1487-5F95-49F1-85A8-8BA57024C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9D0916BD-BB97-4D1B-8037-3F9EB2F072BC}"/>
              </a:ext>
            </a:extLst>
          </p:cNvPr>
          <p:cNvGrpSpPr/>
          <p:nvPr/>
        </p:nvGrpSpPr>
        <p:grpSpPr>
          <a:xfrm flipH="1">
            <a:off x="6157633" y="3880804"/>
            <a:ext cx="678493" cy="807517"/>
            <a:chOff x="3182618" y="4520968"/>
            <a:chExt cx="878294" cy="1045313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FDD874A1-2871-4882-9196-3FB8FBAC36CF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E8A05426-7FCB-4678-898E-31534FAEC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pic>
        <p:nvPicPr>
          <p:cNvPr id="70" name="그림 69">
            <a:extLst>
              <a:ext uri="{FF2B5EF4-FFF2-40B4-BE49-F238E27FC236}">
                <a16:creationId xmlns:a16="http://schemas.microsoft.com/office/drawing/2014/main" id="{FFBECBD5-48D8-4BAA-B87A-8058F25182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50371" y="3729292"/>
            <a:ext cx="284727" cy="747997"/>
          </a:xfrm>
          <a:prstGeom prst="rect">
            <a:avLst/>
          </a:prstGeom>
        </p:spPr>
      </p:pic>
      <p:grpSp>
        <p:nvGrpSpPr>
          <p:cNvPr id="92" name="그룹 91">
            <a:extLst>
              <a:ext uri="{FF2B5EF4-FFF2-40B4-BE49-F238E27FC236}">
                <a16:creationId xmlns:a16="http://schemas.microsoft.com/office/drawing/2014/main" id="{8121B9E9-2856-4A2D-9A0D-7A1FCB5ECA9B}"/>
              </a:ext>
            </a:extLst>
          </p:cNvPr>
          <p:cNvGrpSpPr/>
          <p:nvPr/>
        </p:nvGrpSpPr>
        <p:grpSpPr>
          <a:xfrm>
            <a:off x="3374729" y="5340141"/>
            <a:ext cx="4881860" cy="1037265"/>
            <a:chOff x="3374729" y="5340141"/>
            <a:chExt cx="4881860" cy="1037265"/>
          </a:xfrm>
        </p:grpSpPr>
        <p:sp>
          <p:nvSpPr>
            <p:cNvPr id="87" name="사각형: 잘린 한쪽 모서리 86">
              <a:extLst>
                <a:ext uri="{FF2B5EF4-FFF2-40B4-BE49-F238E27FC236}">
                  <a16:creationId xmlns:a16="http://schemas.microsoft.com/office/drawing/2014/main" id="{66699980-5D7C-4E6E-A6CB-57D40E5D1B98}"/>
                </a:ext>
              </a:extLst>
            </p:cNvPr>
            <p:cNvSpPr/>
            <p:nvPr/>
          </p:nvSpPr>
          <p:spPr>
            <a:xfrm>
              <a:off x="3374729" y="5340141"/>
              <a:ext cx="4881860" cy="1037265"/>
            </a:xfrm>
            <a:prstGeom prst="snip1Rect">
              <a:avLst>
                <a:gd name="adj" fmla="val 28162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ym typeface="Arial"/>
              </a:endParaRPr>
            </a:p>
          </p:txBody>
        </p:sp>
        <p:sp>
          <p:nvSpPr>
            <p:cNvPr id="88" name="텍스트 개체 틀 19">
              <a:extLst>
                <a:ext uri="{FF2B5EF4-FFF2-40B4-BE49-F238E27FC236}">
                  <a16:creationId xmlns:a16="http://schemas.microsoft.com/office/drawing/2014/main" id="{84FAF9BB-181B-40C1-B469-851C3041571C}"/>
                </a:ext>
              </a:extLst>
            </p:cNvPr>
            <p:cNvSpPr txBox="1">
              <a:spLocks/>
            </p:cNvSpPr>
            <p:nvPr/>
          </p:nvSpPr>
          <p:spPr>
            <a:xfrm>
              <a:off x="3680490" y="5507578"/>
              <a:ext cx="397746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buClr>
                  <a:schemeClr val="accent2"/>
                </a:buClr>
                <a:buSzPct val="85000"/>
                <a:defRPr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upload 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속도를 높일수록 </a:t>
              </a:r>
              <a:endPara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endParaRPr>
            </a:p>
          </p:txBody>
        </p:sp>
        <p:sp>
          <p:nvSpPr>
            <p:cNvPr id="89" name="텍스트 개체 틀 19">
              <a:extLst>
                <a:ext uri="{FF2B5EF4-FFF2-40B4-BE49-F238E27FC236}">
                  <a16:creationId xmlns:a16="http://schemas.microsoft.com/office/drawing/2014/main" id="{14A32609-B7AC-41AA-8530-9B3323945D64}"/>
                </a:ext>
              </a:extLst>
            </p:cNvPr>
            <p:cNvSpPr txBox="1">
              <a:spLocks/>
            </p:cNvSpPr>
            <p:nvPr/>
          </p:nvSpPr>
          <p:spPr>
            <a:xfrm>
              <a:off x="3680490" y="5889128"/>
              <a:ext cx="4576098" cy="275268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buClr>
                  <a:schemeClr val="accent2"/>
                </a:buClr>
                <a:buSzPct val="85000"/>
                <a:defRPr/>
              </a:pPr>
              <a:r>
                <a:rPr lang="ko-KR" altLang="en-US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더 나은 파트너를 발견하고</a:t>
              </a: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, </a:t>
              </a:r>
              <a:r>
                <a:rPr lang="ko-KR" altLang="en-US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파일을 더 빨리 받게 된다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723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7" grpId="0" animBg="1"/>
      <p:bldP spid="17" grpId="1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F6B13A-E939-4337-A845-33A1EB706C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Chapter 2. </a:t>
            </a:r>
            <a:r>
              <a:rPr lang="ko-KR" altLang="en-US" dirty="0">
                <a:solidFill>
                  <a:schemeClr val="bg1"/>
                </a:solidFill>
              </a:rPr>
              <a:t>애플리케이션 계층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E2FACEF-5939-4AD2-89FC-14A1830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8C9E11-9547-4D20-824E-2351DB6D1C10}"/>
              </a:ext>
            </a:extLst>
          </p:cNvPr>
          <p:cNvSpPr txBox="1"/>
          <p:nvPr/>
        </p:nvSpPr>
        <p:spPr>
          <a:xfrm>
            <a:off x="1419224" y="1825636"/>
            <a:ext cx="6929719" cy="36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애플리케이션의 원리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웹과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HTTP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전자메일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DNS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P2P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파일 분배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비디오 스트리밍과 컨텐츠 분배 네트워크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(CDN)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소켓 프로그래밍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(UDP, TCP)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E72E2-77C6-4972-98CA-EEB2C7E4DFB2}"/>
              </a:ext>
            </a:extLst>
          </p:cNvPr>
          <p:cNvSpPr txBox="1"/>
          <p:nvPr/>
        </p:nvSpPr>
        <p:spPr>
          <a:xfrm>
            <a:off x="860603" y="1825636"/>
            <a:ext cx="582259" cy="364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2.1.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2.2.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2.3.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2.4.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2.5.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2.6.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2.7.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710F9F0-0F20-4F2F-AB5C-B360A5427667}"/>
              </a:ext>
            </a:extLst>
          </p:cNvPr>
          <p:cNvGrpSpPr/>
          <p:nvPr/>
        </p:nvGrpSpPr>
        <p:grpSpPr>
          <a:xfrm>
            <a:off x="1518597" y="3195573"/>
            <a:ext cx="5314727" cy="401841"/>
            <a:chOff x="1518597" y="2670279"/>
            <a:chExt cx="5314727" cy="401841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832FE0FB-A1FA-42CB-B656-4D5FB047277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2670279"/>
              <a:ext cx="5152947" cy="401841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SMTP, POP3, IMAP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B7F53B2-D15B-45C1-8C35-D6A078CD7848}"/>
                </a:ext>
              </a:extLst>
            </p:cNvPr>
            <p:cNvGrpSpPr/>
            <p:nvPr/>
          </p:nvGrpSpPr>
          <p:grpSpPr>
            <a:xfrm>
              <a:off x="1518597" y="2811457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047FE7BA-1863-4D0A-A8A4-3339F63CEE1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FC97AB7F-BBC6-4006-A50D-82A82FC69FFA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94D5442B-6FD3-41D4-A42D-DF6FB05BA276}"/>
              </a:ext>
            </a:extLst>
          </p:cNvPr>
          <p:cNvSpPr/>
          <p:nvPr/>
        </p:nvSpPr>
        <p:spPr>
          <a:xfrm>
            <a:off x="923792" y="1143310"/>
            <a:ext cx="1566489" cy="391715"/>
          </a:xfrm>
          <a:prstGeom prst="snip1Rect">
            <a:avLst>
              <a:gd name="adj" fmla="val 37888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E7DDC2F-3186-42B9-854A-0627DEFF0163}"/>
              </a:ext>
            </a:extLst>
          </p:cNvPr>
          <p:cNvSpPr/>
          <p:nvPr/>
        </p:nvSpPr>
        <p:spPr>
          <a:xfrm>
            <a:off x="789517" y="1561257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30" name="그래픽 29">
            <a:extLst>
              <a:ext uri="{FF2B5EF4-FFF2-40B4-BE49-F238E27FC236}">
                <a16:creationId xmlns:a16="http://schemas.microsoft.com/office/drawing/2014/main" id="{70876D59-86B8-4800-BFA9-83FE7BE686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668982" y="1083045"/>
            <a:ext cx="558670" cy="50280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ED08C44-6920-4F6A-B56B-FC768135D7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145567"/>
            <a:ext cx="275112" cy="364836"/>
          </a:xfrm>
          <a:prstGeom prst="rect">
            <a:avLst/>
          </a:prstGeom>
        </p:spPr>
      </p:pic>
      <p:sp>
        <p:nvSpPr>
          <p:cNvPr id="16" name="텍스트 개체 틀 19">
            <a:extLst>
              <a:ext uri="{FF2B5EF4-FFF2-40B4-BE49-F238E27FC236}">
                <a16:creationId xmlns:a16="http://schemas.microsoft.com/office/drawing/2014/main" id="{C4DEC924-D1B1-4A08-9BF3-59F9B642A86B}"/>
              </a:ext>
            </a:extLst>
          </p:cNvPr>
          <p:cNvSpPr txBox="1">
            <a:spLocks/>
          </p:cNvSpPr>
          <p:nvPr/>
        </p:nvSpPr>
        <p:spPr>
          <a:xfrm>
            <a:off x="1274783" y="1180731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Roadmap </a:t>
            </a:r>
          </a:p>
        </p:txBody>
      </p:sp>
    </p:spTree>
    <p:extLst>
      <p:ext uri="{BB962C8B-B14F-4D97-AF65-F5344CB8AC3E}">
        <p14:creationId xmlns:p14="http://schemas.microsoft.com/office/powerpoint/2010/main" val="4194736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Video Streaming and </a:t>
            </a:r>
            <a:r>
              <a:rPr lang="en-US" altLang="ko-KR"/>
              <a:t>CDNs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context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5699FE-2C2C-4BB0-A581-A4361F51AE51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58700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latinLnBrk="0">
              <a:lnSpc>
                <a:spcPct val="130000"/>
              </a:lnSpc>
              <a:spcBef>
                <a:spcPts val="1200"/>
              </a:spcBef>
              <a:buNone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비디오 트래픽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: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인터넷 대역폭 상당 부분을 차지함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D43C7C0-D0C5-4FFE-AB2F-201DBD9FA7FF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470036"/>
            <a:ext cx="729564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Netflix, YouTube, Amazon Prime</a:t>
            </a:r>
            <a:b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가정용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ISP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에서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download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트래픽의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80%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차지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(2020)</a:t>
            </a: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국내 트래픽*</a:t>
            </a:r>
            <a:b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</a:t>
            </a:r>
            <a:r>
              <a:rPr lang="en-US" altLang="ko-KR" sz="15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youtube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(23.5%), Netflix(5%), </a:t>
            </a:r>
            <a:r>
              <a:rPr lang="en-US" altLang="ko-KR" sz="15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facebook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(4%), Naver(2%), </a:t>
            </a:r>
            <a:r>
              <a:rPr lang="en-US" altLang="ko-KR" sz="15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kakao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(1.3%)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7DF197A-EC9B-4135-8267-7641F0843A4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169003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난점</a:t>
            </a:r>
            <a:r>
              <a:rPr lang="ko-KR" altLang="en-US" sz="1500" spc="-2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en-US" altLang="ko-KR" sz="1500" spc="-2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</a:t>
            </a:r>
            <a:r>
              <a:rPr lang="ko-KR" altLang="en-US" sz="1500" spc="-2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확장성 </a:t>
            </a:r>
            <a:r>
              <a:rPr lang="en-US" altLang="ko-KR" sz="1500" spc="-2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– </a:t>
            </a:r>
            <a:r>
              <a:rPr lang="ko-KR" altLang="en-US" sz="1500" spc="-2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수 십억 사용자를 어떻게</a:t>
            </a:r>
            <a:r>
              <a:rPr lang="en-US" altLang="ko-KR" sz="1500" spc="-2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?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F6603F6-6EF2-40FE-ABE2-AC9423C4FBA4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555913"/>
            <a:ext cx="621581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단일 고성능 서버로는 안 된다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C9A241-702C-421B-9B08-17196B572557}"/>
              </a:ext>
            </a:extLst>
          </p:cNvPr>
          <p:cNvSpPr txBox="1"/>
          <p:nvPr/>
        </p:nvSpPr>
        <p:spPr>
          <a:xfrm>
            <a:off x="894376" y="3810819"/>
            <a:ext cx="1848824" cy="294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>
              <a:lnSpc>
                <a:spcPct val="130000"/>
              </a:lnSpc>
              <a:spcBef>
                <a:spcPts val="600"/>
              </a:spcBef>
            </a:pPr>
            <a:r>
              <a:rPr lang="en-US" altLang="ko-KR" sz="105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*</a:t>
            </a:r>
            <a:r>
              <a:rPr lang="ko-KR" altLang="en-US" sz="105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인터넷 기업 협회</a:t>
            </a:r>
            <a:r>
              <a:rPr lang="en-US" altLang="ko-KR" sz="105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(2020)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EA76626-F98A-4624-B043-6033EED090D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967101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난점 </a:t>
            </a:r>
            <a:r>
              <a:rPr lang="en-US" altLang="ko-KR" sz="1500" spc="-2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</a:t>
            </a:r>
            <a:r>
              <a:rPr lang="ko-KR" altLang="en-US" sz="1500" spc="-2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다양성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3110D00-0F4B-4125-B00E-E20C85905D93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5338771"/>
            <a:ext cx="621581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사용자마다 환경이 다름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유선 대 무선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고 대역폭 대 저 대역폭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CB7C9AF-46E6-412B-AFD0-A32C6C54A098}"/>
              </a:ext>
            </a:extLst>
          </p:cNvPr>
          <p:cNvGrpSpPr/>
          <p:nvPr/>
        </p:nvGrpSpPr>
        <p:grpSpPr>
          <a:xfrm>
            <a:off x="670134" y="5802404"/>
            <a:ext cx="510350" cy="608153"/>
            <a:chOff x="670134" y="5988734"/>
            <a:chExt cx="499079" cy="594722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04F33EF-273C-4669-B44F-B3EECBC73A42}"/>
                </a:ext>
              </a:extLst>
            </p:cNvPr>
            <p:cNvSpPr/>
            <p:nvPr/>
          </p:nvSpPr>
          <p:spPr>
            <a:xfrm>
              <a:off x="758638" y="6499035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0" name="그래픽 16">
              <a:extLst>
                <a:ext uri="{FF2B5EF4-FFF2-40B4-BE49-F238E27FC236}">
                  <a16:creationId xmlns:a16="http://schemas.microsoft.com/office/drawing/2014/main" id="{7677BF1F-BBB5-4A21-BEE0-1B51846E5BC7}"/>
                </a:ext>
              </a:extLst>
            </p:cNvPr>
            <p:cNvSpPr/>
            <p:nvPr/>
          </p:nvSpPr>
          <p:spPr>
            <a:xfrm rot="5400000">
              <a:off x="638045" y="6020823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49378BEE-A195-4360-A4ED-948CBE304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/>
          </p:blipFill>
          <p:spPr>
            <a:xfrm>
              <a:off x="729500" y="6172492"/>
              <a:ext cx="375876" cy="217726"/>
            </a:xfrm>
            <a:prstGeom prst="rect">
              <a:avLst/>
            </a:prstGeom>
          </p:spPr>
        </p:pic>
      </p:grpSp>
      <p:sp>
        <p:nvSpPr>
          <p:cNvPr id="19" name="Rectangle 5">
            <a:extLst>
              <a:ext uri="{FF2B5EF4-FFF2-40B4-BE49-F238E27FC236}">
                <a16:creationId xmlns:a16="http://schemas.microsoft.com/office/drawing/2014/main" id="{B3A47AFC-EBC0-41AF-812D-23DD7E064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5870548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해결책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: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분산된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애플리케이션 레벨의 하부구조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CC5FAE7-C8A6-444C-94E9-CDAD57B8925E}"/>
              </a:ext>
            </a:extLst>
          </p:cNvPr>
          <p:cNvGrpSpPr/>
          <p:nvPr/>
        </p:nvGrpSpPr>
        <p:grpSpPr>
          <a:xfrm>
            <a:off x="982663" y="1604760"/>
            <a:ext cx="6741196" cy="707494"/>
            <a:chOff x="780912" y="1635240"/>
            <a:chExt cx="6741196" cy="707494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6D2EC83-90C2-4124-9406-84C46580910F}"/>
                </a:ext>
              </a:extLst>
            </p:cNvPr>
            <p:cNvSpPr/>
            <p:nvPr/>
          </p:nvSpPr>
          <p:spPr>
            <a:xfrm>
              <a:off x="780912" y="1635240"/>
              <a:ext cx="1268145" cy="707494"/>
            </a:xfrm>
            <a:prstGeom prst="rect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3" name="Picture 5">
              <a:extLst>
                <a:ext uri="{FF2B5EF4-FFF2-40B4-BE49-F238E27FC236}">
                  <a16:creationId xmlns:a16="http://schemas.microsoft.com/office/drawing/2014/main" id="{66E6C723-545D-47D5-B256-38F6545EFC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54" t="8615" r="11554" b="17766"/>
            <a:stretch/>
          </p:blipFill>
          <p:spPr bwMode="auto">
            <a:xfrm>
              <a:off x="4945565" y="1680745"/>
              <a:ext cx="1175112" cy="629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7636AD9C-AEF1-4097-9F33-E89D9B424B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564" b="12564"/>
            <a:stretch/>
          </p:blipFill>
          <p:spPr bwMode="auto">
            <a:xfrm>
              <a:off x="855113" y="1728719"/>
              <a:ext cx="1119743" cy="520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D0DC14FB-947B-47B5-B8ED-712525970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7135" y="1862629"/>
              <a:ext cx="762145" cy="252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6">
              <a:extLst>
                <a:ext uri="{FF2B5EF4-FFF2-40B4-BE49-F238E27FC236}">
                  <a16:creationId xmlns:a16="http://schemas.microsoft.com/office/drawing/2014/main" id="{9E10C3AB-B832-4338-A3D9-DB1C68468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5565" y="1766237"/>
              <a:ext cx="944940" cy="44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" name="Picture 2" descr="넷플릭스, 신작으로 요금인상·망 사용료 논란 덜까">
              <a:extLst>
                <a:ext uri="{FF2B5EF4-FFF2-40B4-BE49-F238E27FC236}">
                  <a16:creationId xmlns:a16="http://schemas.microsoft.com/office/drawing/2014/main" id="{2F652DD9-D409-4240-822D-0BF2B40D9C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31" b="7731"/>
            <a:stretch/>
          </p:blipFill>
          <p:spPr bwMode="auto">
            <a:xfrm>
              <a:off x="2293366" y="1652199"/>
              <a:ext cx="1059854" cy="6735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C2F7D62-5E72-4651-8DC9-D5C3913B2E73}"/>
                </a:ext>
              </a:extLst>
            </p:cNvPr>
            <p:cNvSpPr/>
            <p:nvPr/>
          </p:nvSpPr>
          <p:spPr>
            <a:xfrm>
              <a:off x="2189221" y="1635240"/>
              <a:ext cx="1268145" cy="707494"/>
            </a:xfrm>
            <a:prstGeom prst="rect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DD1D5E4-AD79-4D52-A007-CE3BB616F8D5}"/>
                </a:ext>
              </a:extLst>
            </p:cNvPr>
            <p:cNvSpPr/>
            <p:nvPr/>
          </p:nvSpPr>
          <p:spPr>
            <a:xfrm>
              <a:off x="3544135" y="1635240"/>
              <a:ext cx="1268145" cy="707494"/>
            </a:xfrm>
            <a:prstGeom prst="rect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DB5E42F-131A-4E90-B1E1-CCBDFA8FAFB5}"/>
                </a:ext>
              </a:extLst>
            </p:cNvPr>
            <p:cNvSpPr/>
            <p:nvPr/>
          </p:nvSpPr>
          <p:spPr>
            <a:xfrm>
              <a:off x="4899049" y="1635240"/>
              <a:ext cx="1268145" cy="707494"/>
            </a:xfrm>
            <a:prstGeom prst="rect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7DA9F52-8D54-4934-B0F6-DA43E48771C7}"/>
                </a:ext>
              </a:extLst>
            </p:cNvPr>
            <p:cNvSpPr/>
            <p:nvPr/>
          </p:nvSpPr>
          <p:spPr>
            <a:xfrm>
              <a:off x="6253963" y="1635240"/>
              <a:ext cx="1268145" cy="707494"/>
            </a:xfrm>
            <a:prstGeom prst="rect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2816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Multimedia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video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14</a:t>
            </a:fld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4AFEC223-42A3-4116-9533-872FC06BE8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11824" y="1621053"/>
            <a:ext cx="1642671" cy="1860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B7971370-B3A6-4EDC-9864-BFD3DD2B7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441" y="1600531"/>
            <a:ext cx="163378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……………………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D532F06-4967-425D-BA60-FE9C85388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788" y="1769560"/>
            <a:ext cx="1971173" cy="1185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44000" lvl="3" indent="-144000" latinLnBrk="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공간적 코딩 예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b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같은 색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(purple)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번 보내는 대신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단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두 개의 값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즉 색상 값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(purple)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과 반복 횟수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(N)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만 보냄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DD701585-9AB8-41CC-9C38-9BB5450C5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2902" y="1727479"/>
            <a:ext cx="163378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……………………</a:t>
            </a: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F51596D6-41F8-46B1-B37C-EA95FD5E6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824" y="1309366"/>
            <a:ext cx="8980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frame i</a:t>
            </a: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id="{3AA7297F-CC4E-4C04-931E-D501DA997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861" y="6130787"/>
            <a:ext cx="109196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frame i+1</a:t>
            </a:r>
          </a:p>
        </p:txBody>
      </p:sp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5C362E69-BD63-4907-9C81-67DFB0D9BBA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33159" y="3501751"/>
            <a:ext cx="0" cy="675544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</p:spPr>
      </p:cxnSp>
      <p:pic>
        <p:nvPicPr>
          <p:cNvPr id="12" name="Picture 4">
            <a:extLst>
              <a:ext uri="{FF2B5EF4-FFF2-40B4-BE49-F238E27FC236}">
                <a16:creationId xmlns:a16="http://schemas.microsoft.com/office/drawing/2014/main" id="{29D49999-8C70-44E2-8C87-947DECFFC3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11824" y="4240896"/>
            <a:ext cx="1642671" cy="1860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B1A8B166-F980-4EA3-923A-5346696BF63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52513"/>
            <a:ext cx="729564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비디오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일정 주기로 보이는 연속된 그림들</a:t>
            </a:r>
          </a:p>
          <a:p>
            <a:pPr marL="0" lvl="2" indent="0">
              <a:lnSpc>
                <a:spcPct val="130000"/>
              </a:lnSpc>
              <a:spcBef>
                <a:spcPts val="800"/>
              </a:spcBef>
              <a:buNone/>
            </a:pPr>
            <a:endParaRPr lang="en-US" altLang="ko-KR" sz="15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digital image : pixel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들의 배열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98F7B62F-BD13-4711-9445-DA47200736FE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319252"/>
            <a:ext cx="621581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pixel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은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bit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 나타냄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1B322678-04ED-46F3-8AFE-24F59BA9BBE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019459"/>
            <a:ext cx="398386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코딩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: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그림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내부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 및 그림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사이의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redundancy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를 이용해 비트 수를 줄임</a:t>
            </a:r>
          </a:p>
        </p:txBody>
      </p:sp>
      <p:sp>
        <p:nvSpPr>
          <p:cNvPr id="24" name="사각형: 잘린 대각선 방향 모서리 23">
            <a:extLst>
              <a:ext uri="{FF2B5EF4-FFF2-40B4-BE49-F238E27FC236}">
                <a16:creationId xmlns:a16="http://schemas.microsoft.com/office/drawing/2014/main" id="{3CE2771B-3B4C-4702-A9D7-C9C500A64AED}"/>
              </a:ext>
            </a:extLst>
          </p:cNvPr>
          <p:cNvSpPr/>
          <p:nvPr/>
        </p:nvSpPr>
        <p:spPr>
          <a:xfrm>
            <a:off x="982664" y="3815108"/>
            <a:ext cx="2484162" cy="454285"/>
          </a:xfrm>
          <a:prstGeom prst="snip2Diag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공간적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그림 내부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tx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5" name="사각형: 잘린 대각선 방향 모서리 24">
            <a:extLst>
              <a:ext uri="{FF2B5EF4-FFF2-40B4-BE49-F238E27FC236}">
                <a16:creationId xmlns:a16="http://schemas.microsoft.com/office/drawing/2014/main" id="{D6DF0C6D-D0FE-490E-924A-3EE0B0B91F90}"/>
              </a:ext>
            </a:extLst>
          </p:cNvPr>
          <p:cNvSpPr/>
          <p:nvPr/>
        </p:nvSpPr>
        <p:spPr>
          <a:xfrm>
            <a:off x="982664" y="4365104"/>
            <a:ext cx="2484162" cy="454285"/>
          </a:xfrm>
          <a:prstGeom prst="snip2Diag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시간적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연속된 그림 간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70F6B4BE-67E1-4CE1-A3C1-356F41C58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788" y="4262780"/>
            <a:ext cx="1971173" cy="963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44000" lvl="3" indent="-144000" latinLnBrk="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시간적 코딩 예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i+1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번째 프레임 전체를 보내지 않고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en-US" altLang="ko-KR" sz="12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번째 프레임과의 차이만 보낸다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3BE9979-E79F-4FA8-B6E7-61EC5DEE83F1}"/>
              </a:ext>
            </a:extLst>
          </p:cNvPr>
          <p:cNvSpPr/>
          <p:nvPr/>
        </p:nvSpPr>
        <p:spPr>
          <a:xfrm>
            <a:off x="6319123" y="1881906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srgbClr val="105BA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FF024AD0-024E-405C-947F-F9A2C45FE5BD}"/>
              </a:ext>
            </a:extLst>
          </p:cNvPr>
          <p:cNvSpPr/>
          <p:nvPr/>
        </p:nvSpPr>
        <p:spPr>
          <a:xfrm flipH="1" flipV="1">
            <a:off x="6038850" y="1745998"/>
            <a:ext cx="308649" cy="171040"/>
          </a:xfrm>
          <a:custGeom>
            <a:avLst/>
            <a:gdLst>
              <a:gd name="connsiteX0" fmla="*/ 0 w 1269634"/>
              <a:gd name="connsiteY0" fmla="*/ 0 h 394705"/>
              <a:gd name="connsiteX1" fmla="*/ 322342 w 1269634"/>
              <a:gd name="connsiteY1" fmla="*/ 394705 h 394705"/>
              <a:gd name="connsiteX2" fmla="*/ 1269634 w 1269634"/>
              <a:gd name="connsiteY2" fmla="*/ 394705 h 394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9634" h="394705">
                <a:moveTo>
                  <a:pt x="0" y="0"/>
                </a:moveTo>
                <a:lnTo>
                  <a:pt x="322342" y="394705"/>
                </a:lnTo>
                <a:lnTo>
                  <a:pt x="1269634" y="394705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AE693B-952A-4116-86A3-68AC1475A9E7}"/>
              </a:ext>
            </a:extLst>
          </p:cNvPr>
          <p:cNvSpPr txBox="1"/>
          <p:nvPr/>
        </p:nvSpPr>
        <p:spPr>
          <a:xfrm>
            <a:off x="979248" y="1479123"/>
            <a:ext cx="6115664" cy="33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24 images/sec</a:t>
            </a:r>
          </a:p>
        </p:txBody>
      </p:sp>
    </p:spTree>
    <p:extLst>
      <p:ext uri="{BB962C8B-B14F-4D97-AF65-F5344CB8AC3E}">
        <p14:creationId xmlns:p14="http://schemas.microsoft.com/office/powerpoint/2010/main" val="2454892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Multimedia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video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23E650-84D9-408A-A934-139442828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788" y="1769560"/>
            <a:ext cx="1971173" cy="1185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44000" lvl="3" indent="-144000" latinLnBrk="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공간적 코딩 예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</a:t>
            </a:r>
            <a:b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같은 색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(purple)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번 보내는 대신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단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두 개의 값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즉 색상 값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(purple)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과 반복 횟수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(N)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만 보냄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FEC0C3A-00F3-4540-85CB-68CBC9AD8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788" y="4262780"/>
            <a:ext cx="1971173" cy="963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44000" lvl="3" indent="-144000" latinLnBrk="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시간적 코딩 예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i+1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번째 프레임 전체를 보내지 않고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i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번째 프레임과의 차이만 보낸다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2325776-95B6-4D85-A338-5A84733A6A21}"/>
              </a:ext>
            </a:extLst>
          </p:cNvPr>
          <p:cNvSpPr/>
          <p:nvPr/>
        </p:nvSpPr>
        <p:spPr>
          <a:xfrm>
            <a:off x="6319123" y="1881906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srgbClr val="105BA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430DD731-E658-49BD-B7F1-3A466A449B6E}"/>
              </a:ext>
            </a:extLst>
          </p:cNvPr>
          <p:cNvSpPr/>
          <p:nvPr/>
        </p:nvSpPr>
        <p:spPr>
          <a:xfrm flipH="1" flipV="1">
            <a:off x="6110734" y="1745998"/>
            <a:ext cx="232002" cy="171040"/>
          </a:xfrm>
          <a:custGeom>
            <a:avLst/>
            <a:gdLst>
              <a:gd name="connsiteX0" fmla="*/ 0 w 1269634"/>
              <a:gd name="connsiteY0" fmla="*/ 0 h 394705"/>
              <a:gd name="connsiteX1" fmla="*/ 322342 w 1269634"/>
              <a:gd name="connsiteY1" fmla="*/ 394705 h 394705"/>
              <a:gd name="connsiteX2" fmla="*/ 1269634 w 1269634"/>
              <a:gd name="connsiteY2" fmla="*/ 394705 h 394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9634" h="394705">
                <a:moveTo>
                  <a:pt x="0" y="0"/>
                </a:moveTo>
                <a:lnTo>
                  <a:pt x="322342" y="394705"/>
                </a:lnTo>
                <a:lnTo>
                  <a:pt x="1269634" y="394705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EC422E99-D981-4482-B72D-3D9A4B7156AE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52513"/>
            <a:ext cx="360878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CBR : (constant bit rate)</a:t>
            </a:r>
            <a:b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고정된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encoding rate</a:t>
            </a:r>
          </a:p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VBR : (variable bit rate)</a:t>
            </a:r>
            <a:b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시간적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, 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공간적 코딩의 변화에 따라 바뀌는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encoding rate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48C050D3-784B-4C7B-957E-83B02DE42ABB}"/>
              </a:ext>
            </a:extLst>
          </p:cNvPr>
          <p:cNvSpPr txBox="1">
            <a:spLocks noChangeArrowheads="1"/>
          </p:cNvSpPr>
          <p:nvPr/>
        </p:nvSpPr>
        <p:spPr>
          <a:xfrm>
            <a:off x="908704" y="3582928"/>
            <a:ext cx="3085789" cy="133517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MPEG 1 (CD-ROM) 1.5 Mbps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MPEG2 (DVD) 3-6 Mbps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MPEG4 (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인터넷에서 자주 사용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,  64 K ~ 12 Mbps)</a:t>
            </a:r>
          </a:p>
        </p:txBody>
      </p:sp>
      <p:sp>
        <p:nvSpPr>
          <p:cNvPr id="20" name="사각형: 잘린 한쪽 모서리 19">
            <a:extLst>
              <a:ext uri="{FF2B5EF4-FFF2-40B4-BE49-F238E27FC236}">
                <a16:creationId xmlns:a16="http://schemas.microsoft.com/office/drawing/2014/main" id="{B57580FF-1483-4EC2-9A33-E0C7EA8C410A}"/>
              </a:ext>
            </a:extLst>
          </p:cNvPr>
          <p:cNvSpPr/>
          <p:nvPr/>
        </p:nvSpPr>
        <p:spPr>
          <a:xfrm>
            <a:off x="823343" y="3029634"/>
            <a:ext cx="958392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1" name="텍스트 개체 틀 19">
            <a:extLst>
              <a:ext uri="{FF2B5EF4-FFF2-40B4-BE49-F238E27FC236}">
                <a16:creationId xmlns:a16="http://schemas.microsoft.com/office/drawing/2014/main" id="{337FFFE0-1FF6-450E-B3B9-528BDABB2CCA}"/>
              </a:ext>
            </a:extLst>
          </p:cNvPr>
          <p:cNvSpPr txBox="1">
            <a:spLocks/>
          </p:cNvSpPr>
          <p:nvPr/>
        </p:nvSpPr>
        <p:spPr>
          <a:xfrm>
            <a:off x="1003946" y="3038480"/>
            <a:ext cx="60197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예 시</a:t>
            </a: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839C79E4-0AE5-4BBD-A6A4-79286CA788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11824" y="1621053"/>
            <a:ext cx="1642671" cy="1860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TextBox 5">
            <a:extLst>
              <a:ext uri="{FF2B5EF4-FFF2-40B4-BE49-F238E27FC236}">
                <a16:creationId xmlns:a16="http://schemas.microsoft.com/office/drawing/2014/main" id="{416FA9F7-7175-486F-8183-9878FBDF0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441" y="1600531"/>
            <a:ext cx="163378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……………………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6BE66DDE-2374-4575-9C39-4297FD8A8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2902" y="1727479"/>
            <a:ext cx="163378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……………………</a:t>
            </a: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2CF2F5CD-039E-47FC-AF4F-DCC3F2E8E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824" y="1309366"/>
            <a:ext cx="8980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frame i</a:t>
            </a:r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C98AD05D-DAEE-4FCB-911A-9D491A5AB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861" y="6130787"/>
            <a:ext cx="109196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frame i+1</a:t>
            </a:r>
          </a:p>
        </p:txBody>
      </p:sp>
      <p:cxnSp>
        <p:nvCxnSpPr>
          <p:cNvPr id="34" name="Straight Connector 28">
            <a:extLst>
              <a:ext uri="{FF2B5EF4-FFF2-40B4-BE49-F238E27FC236}">
                <a16:creationId xmlns:a16="http://schemas.microsoft.com/office/drawing/2014/main" id="{F7C303BD-2DC6-4FC0-BEDA-717CC39F466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33159" y="3501751"/>
            <a:ext cx="0" cy="675544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</p:spPr>
      </p:cxnSp>
      <p:pic>
        <p:nvPicPr>
          <p:cNvPr id="35" name="Picture 4">
            <a:extLst>
              <a:ext uri="{FF2B5EF4-FFF2-40B4-BE49-F238E27FC236}">
                <a16:creationId xmlns:a16="http://schemas.microsoft.com/office/drawing/2014/main" id="{45C4825C-60E6-4CD3-B4EE-38618B6572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11824" y="4240896"/>
            <a:ext cx="1642671" cy="1860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55295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D0B3EAE-D744-413F-A1B3-87790A179BA1}"/>
              </a:ext>
            </a:extLst>
          </p:cNvPr>
          <p:cNvSpPr/>
          <p:nvPr/>
        </p:nvSpPr>
        <p:spPr>
          <a:xfrm>
            <a:off x="658813" y="1741391"/>
            <a:ext cx="7597775" cy="241554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62030"/>
            <a:ext cx="9863137" cy="488950"/>
          </a:xfrm>
        </p:spPr>
        <p:txBody>
          <a:bodyPr/>
          <a:lstStyle/>
          <a:p>
            <a:r>
              <a:rPr lang="ko-KR" altLang="en-US" dirty="0"/>
              <a:t>저장된 비디오의 </a:t>
            </a:r>
            <a:r>
              <a:rPr lang="en-US" altLang="ko-KR" dirty="0"/>
              <a:t>Streaming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CCE340-7E77-4BE5-9A43-A89BC9158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1251932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단순한 시나리오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3577FE-20EA-48AD-A478-3C801A8B2B1E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509120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문제점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972190-3BA8-4853-9345-0029FE25DA0E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916052"/>
            <a:ext cx="6215812" cy="67858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-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 사이의 가용 대역폭은 시간에 따라 변화함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지연과 혼잡에 의한 패킷 손실은 비디오 품질 악화를 초래</a:t>
            </a: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F642D1C2-0700-4F36-BA68-64DCAFD6F269}"/>
              </a:ext>
            </a:extLst>
          </p:cNvPr>
          <p:cNvSpPr/>
          <p:nvPr/>
        </p:nvSpPr>
        <p:spPr>
          <a:xfrm>
            <a:off x="5940241" y="2070936"/>
            <a:ext cx="1857080" cy="1609523"/>
          </a:xfrm>
          <a:custGeom>
            <a:avLst/>
            <a:gdLst>
              <a:gd name="connsiteX0" fmla="*/ 1010352 w 2020704"/>
              <a:gd name="connsiteY0" fmla="*/ 0 h 1333262"/>
              <a:gd name="connsiteX1" fmla="*/ 2020704 w 2020704"/>
              <a:gd name="connsiteY1" fmla="*/ 375626 h 1333262"/>
              <a:gd name="connsiteX2" fmla="*/ 1892116 w 2020704"/>
              <a:gd name="connsiteY2" fmla="*/ 375626 h 1333262"/>
              <a:gd name="connsiteX3" fmla="*/ 1892116 w 2020704"/>
              <a:gd name="connsiteY3" fmla="*/ 1333262 h 1333262"/>
              <a:gd name="connsiteX4" fmla="*/ 121542 w 2020704"/>
              <a:gd name="connsiteY4" fmla="*/ 1333262 h 1333262"/>
              <a:gd name="connsiteX5" fmla="*/ 121542 w 2020704"/>
              <a:gd name="connsiteY5" fmla="*/ 375626 h 1333262"/>
              <a:gd name="connsiteX6" fmla="*/ 0 w 2020704"/>
              <a:gd name="connsiteY6" fmla="*/ 375626 h 133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704" h="1333262">
                <a:moveTo>
                  <a:pt x="1010352" y="0"/>
                </a:moveTo>
                <a:lnTo>
                  <a:pt x="2020704" y="375626"/>
                </a:lnTo>
                <a:lnTo>
                  <a:pt x="1892116" y="375626"/>
                </a:lnTo>
                <a:lnTo>
                  <a:pt x="1892116" y="1333262"/>
                </a:lnTo>
                <a:lnTo>
                  <a:pt x="121542" y="1333262"/>
                </a:lnTo>
                <a:lnTo>
                  <a:pt x="121542" y="375626"/>
                </a:lnTo>
                <a:lnTo>
                  <a:pt x="0" y="3756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 dirty="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886964D-5F54-47C2-AAB1-304F739813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11701" y="2453574"/>
            <a:ext cx="517814" cy="736924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C5FF9897-AECD-4BA4-B051-31FE7DFDDE6C}"/>
              </a:ext>
            </a:extLst>
          </p:cNvPr>
          <p:cNvSpPr txBox="1">
            <a:spLocks noChangeArrowheads="1"/>
          </p:cNvSpPr>
          <p:nvPr/>
        </p:nvSpPr>
        <p:spPr>
          <a:xfrm>
            <a:off x="6055995" y="3239652"/>
            <a:ext cx="1630680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client</a:t>
            </a:r>
          </a:p>
        </p:txBody>
      </p:sp>
      <p:pic>
        <p:nvPicPr>
          <p:cNvPr id="11" name="그림 10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711C729E-7608-45A1-B293-C0F2EE2BF1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573" y="2277878"/>
            <a:ext cx="463102" cy="997957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C660D8E8-60F3-4B17-B41B-073AD9670E28}"/>
              </a:ext>
            </a:extLst>
          </p:cNvPr>
          <p:cNvSpPr txBox="1">
            <a:spLocks noChangeArrowheads="1"/>
          </p:cNvSpPr>
          <p:nvPr/>
        </p:nvSpPr>
        <p:spPr>
          <a:xfrm>
            <a:off x="950595" y="3239652"/>
            <a:ext cx="1630680" cy="627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video server</a:t>
            </a:r>
            <a:b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저장된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video)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A267E2E-00DE-48DA-9B07-CF165C9640AC}"/>
              </a:ext>
            </a:extLst>
          </p:cNvPr>
          <p:cNvGrpSpPr/>
          <p:nvPr/>
        </p:nvGrpSpPr>
        <p:grpSpPr>
          <a:xfrm>
            <a:off x="2576969" y="2184120"/>
            <a:ext cx="2863850" cy="1558553"/>
            <a:chOff x="2971800" y="4553940"/>
            <a:chExt cx="2863850" cy="1558553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A1BC96AF-89AD-4F47-9A8A-05271B953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800" y="4553940"/>
              <a:ext cx="2863850" cy="155855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" name="Text Box 44">
              <a:extLst>
                <a:ext uri="{FF2B5EF4-FFF2-40B4-BE49-F238E27FC236}">
                  <a16:creationId xmlns:a16="http://schemas.microsoft.com/office/drawing/2014/main" id="{C863F6A4-86DA-4A64-B726-7D4BCAAB7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3622" y="5429488"/>
              <a:ext cx="12202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Internet</a:t>
              </a:r>
            </a:p>
          </p:txBody>
        </p:sp>
      </p:grpSp>
      <p:cxnSp>
        <p:nvCxnSpPr>
          <p:cNvPr id="14" name="Straight Connector 45">
            <a:extLst>
              <a:ext uri="{FF2B5EF4-FFF2-40B4-BE49-F238E27FC236}">
                <a16:creationId xmlns:a16="http://schemas.microsoft.com/office/drawing/2014/main" id="{E706AB10-EEDD-457A-BEB5-43E82E2A8D6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85975" y="2911475"/>
            <a:ext cx="1497330" cy="0"/>
          </a:xfrm>
          <a:prstGeom prst="line">
            <a:avLst/>
          </a:prstGeom>
          <a:noFill/>
          <a:ln w="31750">
            <a:solidFill>
              <a:srgbClr val="105BA0"/>
            </a:solidFill>
            <a:round/>
            <a:headEnd/>
            <a:tailEnd type="triangle" w="med" len="med"/>
          </a:ln>
        </p:spPr>
      </p:cxnSp>
      <p:cxnSp>
        <p:nvCxnSpPr>
          <p:cNvPr id="15" name="Straight Connector 46">
            <a:extLst>
              <a:ext uri="{FF2B5EF4-FFF2-40B4-BE49-F238E27FC236}">
                <a16:creationId xmlns:a16="http://schemas.microsoft.com/office/drawing/2014/main" id="{142AC63D-2667-4996-A691-7A0559A20F1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34483" y="2911475"/>
            <a:ext cx="1531937" cy="0"/>
          </a:xfrm>
          <a:prstGeom prst="line">
            <a:avLst/>
          </a:prstGeom>
          <a:noFill/>
          <a:ln w="31750">
            <a:solidFill>
              <a:srgbClr val="105BA0"/>
            </a:solidFill>
            <a:round/>
            <a:headEnd/>
            <a:tailEnd type="triangle" w="med" len="med"/>
          </a:ln>
        </p:spPr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F3DD02B6-1A87-428E-8C04-A26514A5DEB5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20838" y="1942494"/>
            <a:ext cx="598487" cy="5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180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Text Box 354">
            <a:extLst>
              <a:ext uri="{FF2B5EF4-FFF2-40B4-BE49-F238E27FC236}">
                <a16:creationId xmlns:a16="http://schemas.microsoft.com/office/drawing/2014/main" id="{0BA7281A-DEDC-4EB8-941F-60B84C9A3D0E}"/>
              </a:ext>
            </a:extLst>
          </p:cNvPr>
          <p:cNvSpPr txBox="1">
            <a:spLocks noChangeArrowheads="1"/>
          </p:cNvSpPr>
          <p:nvPr/>
        </p:nvSpPr>
        <p:spPr bwMode="auto">
          <a:xfrm rot="-5433387">
            <a:off x="-291797" y="2786638"/>
            <a:ext cx="212242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Cumulative data</a:t>
            </a:r>
          </a:p>
        </p:txBody>
      </p:sp>
      <p:sp>
        <p:nvSpPr>
          <p:cNvPr id="481" name="직사각형 480">
            <a:extLst>
              <a:ext uri="{FF2B5EF4-FFF2-40B4-BE49-F238E27FC236}">
                <a16:creationId xmlns:a16="http://schemas.microsoft.com/office/drawing/2014/main" id="{916BE524-D9B5-4838-851E-8E900671F327}"/>
              </a:ext>
            </a:extLst>
          </p:cNvPr>
          <p:cNvSpPr/>
          <p:nvPr/>
        </p:nvSpPr>
        <p:spPr>
          <a:xfrm>
            <a:off x="945706" y="1543050"/>
            <a:ext cx="6887206" cy="2413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저장된 비디오의 </a:t>
            </a:r>
            <a:r>
              <a:rPr lang="en-US" altLang="ko-KR" dirty="0"/>
              <a:t>Streaming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17</a:t>
            </a:fld>
            <a:endParaRPr lang="en-US" dirty="0"/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0E893B6C-835A-4409-9CBD-D9396157A31C}"/>
              </a:ext>
            </a:extLst>
          </p:cNvPr>
          <p:cNvGrpSpPr/>
          <p:nvPr/>
        </p:nvGrpSpPr>
        <p:grpSpPr>
          <a:xfrm>
            <a:off x="2788099" y="4090234"/>
            <a:ext cx="474821" cy="855651"/>
            <a:chOff x="1441898" y="1881779"/>
            <a:chExt cx="773594" cy="1394056"/>
          </a:xfrm>
        </p:grpSpPr>
        <p:pic>
          <p:nvPicPr>
            <p:cNvPr id="196" name="그림 195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EA20CCE9-B439-44D4-A752-21141E356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1898" y="2277878"/>
              <a:ext cx="463102" cy="997957"/>
            </a:xfrm>
            <a:prstGeom prst="rect">
              <a:avLst/>
            </a:prstGeom>
          </p:spPr>
        </p:pic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2AFA40D9-E3F0-4D5E-BCA2-305A2B198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1322" y="1881779"/>
              <a:ext cx="724170" cy="699655"/>
            </a:xfrm>
            <a:prstGeom prst="rect">
              <a:avLst/>
            </a:prstGeom>
          </p:spPr>
        </p:pic>
      </p:grp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59242D0E-B49D-4A70-A068-204B9E4E79D5}"/>
              </a:ext>
            </a:extLst>
          </p:cNvPr>
          <p:cNvSpPr/>
          <p:nvPr/>
        </p:nvSpPr>
        <p:spPr>
          <a:xfrm>
            <a:off x="979063" y="1543050"/>
            <a:ext cx="6509724" cy="2384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3" name="Line 168">
            <a:extLst>
              <a:ext uri="{FF2B5EF4-FFF2-40B4-BE49-F238E27FC236}">
                <a16:creationId xmlns:a16="http://schemas.microsoft.com/office/drawing/2014/main" id="{F3FA34C2-EF04-4B74-9653-1FAE7E768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945706" y="1543051"/>
            <a:ext cx="0" cy="2394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500" dirty="0">
              <a:latin typeface="Arial"/>
              <a:cs typeface="Arial"/>
            </a:endParaRPr>
          </a:p>
        </p:txBody>
      </p:sp>
      <p:grpSp>
        <p:nvGrpSpPr>
          <p:cNvPr id="483" name="그룹 482">
            <a:extLst>
              <a:ext uri="{FF2B5EF4-FFF2-40B4-BE49-F238E27FC236}">
                <a16:creationId xmlns:a16="http://schemas.microsoft.com/office/drawing/2014/main" id="{D6AC26BC-4673-4DAA-A81E-5028B352CA97}"/>
              </a:ext>
            </a:extLst>
          </p:cNvPr>
          <p:cNvGrpSpPr/>
          <p:nvPr/>
        </p:nvGrpSpPr>
        <p:grpSpPr>
          <a:xfrm>
            <a:off x="1472791" y="3199861"/>
            <a:ext cx="1368836" cy="1773319"/>
            <a:chOff x="1472791" y="3199861"/>
            <a:chExt cx="1368836" cy="1773319"/>
          </a:xfrm>
        </p:grpSpPr>
        <p:sp>
          <p:nvSpPr>
            <p:cNvPr id="46" name="Text Box 208">
              <a:extLst>
                <a:ext uri="{FF2B5EF4-FFF2-40B4-BE49-F238E27FC236}">
                  <a16:creationId xmlns:a16="http://schemas.microsoft.com/office/drawing/2014/main" id="{DC35AA8B-D77F-4E71-8CA6-4C220D9B6C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791" y="4009711"/>
              <a:ext cx="1340453" cy="963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1. video</a:t>
              </a:r>
            </a:p>
            <a:p>
              <a:pPr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recorded </a:t>
              </a:r>
              <a:b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(e.g., 30 frames/sec)</a:t>
              </a:r>
            </a:p>
          </p:txBody>
        </p:sp>
        <p:sp>
          <p:nvSpPr>
            <p:cNvPr id="45" name="Freeform 207">
              <a:extLst>
                <a:ext uri="{FF2B5EF4-FFF2-40B4-BE49-F238E27FC236}">
                  <a16:creationId xmlns:a16="http://schemas.microsoft.com/office/drawing/2014/main" id="{E093C631-7C42-49BE-B6F0-951505A2B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788" y="3199861"/>
              <a:ext cx="871839" cy="879765"/>
            </a:xfrm>
            <a:custGeom>
              <a:avLst/>
              <a:gdLst>
                <a:gd name="T0" fmla="*/ 0 w 660"/>
                <a:gd name="T1" fmla="*/ 0 h 666"/>
                <a:gd name="T2" fmla="*/ 660 w 660"/>
                <a:gd name="T3" fmla="*/ 666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666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500" dirty="0">
                <a:latin typeface="Arial"/>
                <a:cs typeface="Arial"/>
              </a:endParaRPr>
            </a:p>
          </p:txBody>
        </p:sp>
      </p:grpSp>
      <p:grpSp>
        <p:nvGrpSpPr>
          <p:cNvPr id="47" name="Group 262">
            <a:extLst>
              <a:ext uri="{FF2B5EF4-FFF2-40B4-BE49-F238E27FC236}">
                <a16:creationId xmlns:a16="http://schemas.microsoft.com/office/drawing/2014/main" id="{3E519BDD-1775-453F-A255-6A3CEC1AD74E}"/>
              </a:ext>
            </a:extLst>
          </p:cNvPr>
          <p:cNvGrpSpPr>
            <a:grpSpLocks/>
          </p:cNvGrpSpPr>
          <p:nvPr/>
        </p:nvGrpSpPr>
        <p:grpSpPr bwMode="auto">
          <a:xfrm>
            <a:off x="1137579" y="1822089"/>
            <a:ext cx="2124114" cy="2101657"/>
            <a:chOff x="648" y="1147"/>
            <a:chExt cx="1608" cy="1591"/>
          </a:xfrm>
        </p:grpSpPr>
        <p:grpSp>
          <p:nvGrpSpPr>
            <p:cNvPr id="48" name="Group 206">
              <a:extLst>
                <a:ext uri="{FF2B5EF4-FFF2-40B4-BE49-F238E27FC236}">
                  <a16:creationId xmlns:a16="http://schemas.microsoft.com/office/drawing/2014/main" id="{047EEA25-06CE-47A0-92B6-5D372C068F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64" name="Group 189">
                <a:extLst>
                  <a:ext uri="{FF2B5EF4-FFF2-40B4-BE49-F238E27FC236}">
                    <a16:creationId xmlns:a16="http://schemas.microsoft.com/office/drawing/2014/main" id="{A353525D-CA6B-40BC-9E61-A44D82D4A2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75" name="Group 181">
                  <a:extLst>
                    <a:ext uri="{FF2B5EF4-FFF2-40B4-BE49-F238E27FC236}">
                      <a16:creationId xmlns:a16="http://schemas.microsoft.com/office/drawing/2014/main" id="{F25BE0DE-3E49-4020-9F9D-7961C3F608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83" name="Group 177">
                    <a:extLst>
                      <a:ext uri="{FF2B5EF4-FFF2-40B4-BE49-F238E27FC236}">
                        <a16:creationId xmlns:a16="http://schemas.microsoft.com/office/drawing/2014/main" id="{7DA1F22B-8B9D-46BB-940F-B6B9050811A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87" name="Line 173">
                      <a:extLst>
                        <a:ext uri="{FF2B5EF4-FFF2-40B4-BE49-F238E27FC236}">
                          <a16:creationId xmlns:a16="http://schemas.microsoft.com/office/drawing/2014/main" id="{08A63795-CF6E-4810-850D-FF7431A6A6A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88" name="Line 176">
                      <a:extLst>
                        <a:ext uri="{FF2B5EF4-FFF2-40B4-BE49-F238E27FC236}">
                          <a16:creationId xmlns:a16="http://schemas.microsoft.com/office/drawing/2014/main" id="{4FE3BEA6-696D-4313-A781-FF8B49E92E6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84" name="Group 178">
                    <a:extLst>
                      <a:ext uri="{FF2B5EF4-FFF2-40B4-BE49-F238E27FC236}">
                        <a16:creationId xmlns:a16="http://schemas.microsoft.com/office/drawing/2014/main" id="{E3A183F6-5515-463B-A5E6-96026BA026B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85" name="Line 179">
                      <a:extLst>
                        <a:ext uri="{FF2B5EF4-FFF2-40B4-BE49-F238E27FC236}">
                          <a16:creationId xmlns:a16="http://schemas.microsoft.com/office/drawing/2014/main" id="{76854896-13B5-41ED-AE70-0107193198C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86" name="Line 180">
                      <a:extLst>
                        <a:ext uri="{FF2B5EF4-FFF2-40B4-BE49-F238E27FC236}">
                          <a16:creationId xmlns:a16="http://schemas.microsoft.com/office/drawing/2014/main" id="{652E6E8C-2C5A-4639-B5E0-BC44787DB18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76" name="Group 182">
                  <a:extLst>
                    <a:ext uri="{FF2B5EF4-FFF2-40B4-BE49-F238E27FC236}">
                      <a16:creationId xmlns:a16="http://schemas.microsoft.com/office/drawing/2014/main" id="{102BE16C-3CE3-457C-9350-4FE5E90314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77" name="Group 183">
                    <a:extLst>
                      <a:ext uri="{FF2B5EF4-FFF2-40B4-BE49-F238E27FC236}">
                        <a16:creationId xmlns:a16="http://schemas.microsoft.com/office/drawing/2014/main" id="{3EAA3F30-4B62-4E4B-975E-B47C542E7FC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81" name="Line 184">
                      <a:extLst>
                        <a:ext uri="{FF2B5EF4-FFF2-40B4-BE49-F238E27FC236}">
                          <a16:creationId xmlns:a16="http://schemas.microsoft.com/office/drawing/2014/main" id="{555BD17D-BA8F-4FF6-A03B-C6529EEDE65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82" name="Line 185">
                      <a:extLst>
                        <a:ext uri="{FF2B5EF4-FFF2-40B4-BE49-F238E27FC236}">
                          <a16:creationId xmlns:a16="http://schemas.microsoft.com/office/drawing/2014/main" id="{621087D3-CC49-48ED-98EC-A8EF4219A7C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78" name="Group 186">
                    <a:extLst>
                      <a:ext uri="{FF2B5EF4-FFF2-40B4-BE49-F238E27FC236}">
                        <a16:creationId xmlns:a16="http://schemas.microsoft.com/office/drawing/2014/main" id="{296EDD11-F8BC-49A5-88CB-CBBDD3ECC6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79" name="Line 187">
                      <a:extLst>
                        <a:ext uri="{FF2B5EF4-FFF2-40B4-BE49-F238E27FC236}">
                          <a16:creationId xmlns:a16="http://schemas.microsoft.com/office/drawing/2014/main" id="{FF05148C-7C2B-464F-AD73-8E0D4A9A0A2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80" name="Line 188">
                      <a:extLst>
                        <a:ext uri="{FF2B5EF4-FFF2-40B4-BE49-F238E27FC236}">
                          <a16:creationId xmlns:a16="http://schemas.microsoft.com/office/drawing/2014/main" id="{418BBAED-0261-4831-88C6-2491FB2EFD8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65" name="Group 191">
                <a:extLst>
                  <a:ext uri="{FF2B5EF4-FFF2-40B4-BE49-F238E27FC236}">
                    <a16:creationId xmlns:a16="http://schemas.microsoft.com/office/drawing/2014/main" id="{B31BD60E-ED09-47B6-9ED3-7EC9D32DAA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69" name="Group 192">
                  <a:extLst>
                    <a:ext uri="{FF2B5EF4-FFF2-40B4-BE49-F238E27FC236}">
                      <a16:creationId xmlns:a16="http://schemas.microsoft.com/office/drawing/2014/main" id="{1C71FFD1-3EB8-4396-A587-B7C0FDF4CF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73" name="Line 193">
                    <a:extLst>
                      <a:ext uri="{FF2B5EF4-FFF2-40B4-BE49-F238E27FC236}">
                        <a16:creationId xmlns:a16="http://schemas.microsoft.com/office/drawing/2014/main" id="{67B73156-9B0D-44B3-A3E8-96FAAEB6F11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74" name="Line 194">
                    <a:extLst>
                      <a:ext uri="{FF2B5EF4-FFF2-40B4-BE49-F238E27FC236}">
                        <a16:creationId xmlns:a16="http://schemas.microsoft.com/office/drawing/2014/main" id="{BC426995-0486-4A01-A673-AD9ECD607B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70" name="Group 195">
                  <a:extLst>
                    <a:ext uri="{FF2B5EF4-FFF2-40B4-BE49-F238E27FC236}">
                      <a16:creationId xmlns:a16="http://schemas.microsoft.com/office/drawing/2014/main" id="{CA5952F7-190F-4299-9DF7-B49B5B31D9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71" name="Line 196">
                    <a:extLst>
                      <a:ext uri="{FF2B5EF4-FFF2-40B4-BE49-F238E27FC236}">
                        <a16:creationId xmlns:a16="http://schemas.microsoft.com/office/drawing/2014/main" id="{256E9276-D24F-400F-850B-8ACA1DA14A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72" name="Line 197">
                    <a:extLst>
                      <a:ext uri="{FF2B5EF4-FFF2-40B4-BE49-F238E27FC236}">
                        <a16:creationId xmlns:a16="http://schemas.microsoft.com/office/drawing/2014/main" id="{44969E76-3411-434F-A0E3-1A6AF7E13E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66" name="Group 199">
                <a:extLst>
                  <a:ext uri="{FF2B5EF4-FFF2-40B4-BE49-F238E27FC236}">
                    <a16:creationId xmlns:a16="http://schemas.microsoft.com/office/drawing/2014/main" id="{BE6854BB-52AF-4E34-A975-2F49D321A7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1" y="1071"/>
                <a:ext cx="145" cy="144"/>
                <a:chOff x="672" y="1920"/>
                <a:chExt cx="145" cy="144"/>
              </a:xfrm>
            </p:grpSpPr>
            <p:sp>
              <p:nvSpPr>
                <p:cNvPr id="67" name="Line 200">
                  <a:extLst>
                    <a:ext uri="{FF2B5EF4-FFF2-40B4-BE49-F238E27FC236}">
                      <a16:creationId xmlns:a16="http://schemas.microsoft.com/office/drawing/2014/main" id="{5D172CC3-DB66-4EA0-BDEC-D2E832B339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5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68" name="Line 201">
                  <a:extLst>
                    <a:ext uri="{FF2B5EF4-FFF2-40B4-BE49-F238E27FC236}">
                      <a16:creationId xmlns:a16="http://schemas.microsoft.com/office/drawing/2014/main" id="{6088FB84-68DE-486B-8089-E3985314DC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500" dirty="0">
                    <a:latin typeface="Arial"/>
                    <a:cs typeface="Arial"/>
                  </a:endParaRPr>
                </a:p>
              </p:txBody>
            </p:sp>
          </p:grpSp>
        </p:grpSp>
        <p:grpSp>
          <p:nvGrpSpPr>
            <p:cNvPr id="49" name="Group 237">
              <a:extLst>
                <a:ext uri="{FF2B5EF4-FFF2-40B4-BE49-F238E27FC236}">
                  <a16:creationId xmlns:a16="http://schemas.microsoft.com/office/drawing/2014/main" id="{E300600E-F410-4B55-B059-B9128901AE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50" name="Group 238">
                <a:extLst>
                  <a:ext uri="{FF2B5EF4-FFF2-40B4-BE49-F238E27FC236}">
                    <a16:creationId xmlns:a16="http://schemas.microsoft.com/office/drawing/2014/main" id="{47DD10BA-A52E-4DDF-826E-296FC5E8B3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58" name="Group 239">
                  <a:extLst>
                    <a:ext uri="{FF2B5EF4-FFF2-40B4-BE49-F238E27FC236}">
                      <a16:creationId xmlns:a16="http://schemas.microsoft.com/office/drawing/2014/main" id="{FB794EA3-BB40-4E7E-825B-0680823C117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62" name="Line 240">
                    <a:extLst>
                      <a:ext uri="{FF2B5EF4-FFF2-40B4-BE49-F238E27FC236}">
                        <a16:creationId xmlns:a16="http://schemas.microsoft.com/office/drawing/2014/main" id="{93A6B4C8-1C95-48BD-BEF4-C8E19A255C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63" name="Line 241">
                    <a:extLst>
                      <a:ext uri="{FF2B5EF4-FFF2-40B4-BE49-F238E27FC236}">
                        <a16:creationId xmlns:a16="http://schemas.microsoft.com/office/drawing/2014/main" id="{989F3347-7F3D-469E-B918-CE9711A5B6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59" name="Group 242">
                  <a:extLst>
                    <a:ext uri="{FF2B5EF4-FFF2-40B4-BE49-F238E27FC236}">
                      <a16:creationId xmlns:a16="http://schemas.microsoft.com/office/drawing/2014/main" id="{AFFBD68C-6FDE-4E25-8A39-62CB31A1D6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60" name="Line 243">
                    <a:extLst>
                      <a:ext uri="{FF2B5EF4-FFF2-40B4-BE49-F238E27FC236}">
                        <a16:creationId xmlns:a16="http://schemas.microsoft.com/office/drawing/2014/main" id="{3ECCD68D-0FF4-4FFE-9C07-02BDD195F2D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61" name="Line 244">
                    <a:extLst>
                      <a:ext uri="{FF2B5EF4-FFF2-40B4-BE49-F238E27FC236}">
                        <a16:creationId xmlns:a16="http://schemas.microsoft.com/office/drawing/2014/main" id="{AB3AC61C-B6F9-4936-8DDA-97B999A5F2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51" name="Group 245">
                <a:extLst>
                  <a:ext uri="{FF2B5EF4-FFF2-40B4-BE49-F238E27FC236}">
                    <a16:creationId xmlns:a16="http://schemas.microsoft.com/office/drawing/2014/main" id="{1832E29F-35AB-4C19-B613-257C8E58B0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52" name="Group 246">
                  <a:extLst>
                    <a:ext uri="{FF2B5EF4-FFF2-40B4-BE49-F238E27FC236}">
                      <a16:creationId xmlns:a16="http://schemas.microsoft.com/office/drawing/2014/main" id="{E23E7B18-5081-42F9-A353-204D362E214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56" name="Line 247">
                    <a:extLst>
                      <a:ext uri="{FF2B5EF4-FFF2-40B4-BE49-F238E27FC236}">
                        <a16:creationId xmlns:a16="http://schemas.microsoft.com/office/drawing/2014/main" id="{2D405956-4A74-42AA-A9A7-D3D9D0D009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57" name="Line 248">
                    <a:extLst>
                      <a:ext uri="{FF2B5EF4-FFF2-40B4-BE49-F238E27FC236}">
                        <a16:creationId xmlns:a16="http://schemas.microsoft.com/office/drawing/2014/main" id="{3E6D57D5-5BDE-464C-9A46-86D2029CB6E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53" name="Group 249">
                  <a:extLst>
                    <a:ext uri="{FF2B5EF4-FFF2-40B4-BE49-F238E27FC236}">
                      <a16:creationId xmlns:a16="http://schemas.microsoft.com/office/drawing/2014/main" id="{1AFD5114-9A45-4C9E-99D0-8E8AAAD4CD8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54" name="Line 250">
                    <a:extLst>
                      <a:ext uri="{FF2B5EF4-FFF2-40B4-BE49-F238E27FC236}">
                        <a16:creationId xmlns:a16="http://schemas.microsoft.com/office/drawing/2014/main" id="{F4993FA0-3DE1-4C53-AD8E-91A2C09CEB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55" name="Line 251">
                    <a:extLst>
                      <a:ext uri="{FF2B5EF4-FFF2-40B4-BE49-F238E27FC236}">
                        <a16:creationId xmlns:a16="http://schemas.microsoft.com/office/drawing/2014/main" id="{E42CFB2C-C3B1-4B66-AA1D-02EC1BA4AC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</p:grpSp>
          </p:grpSp>
        </p:grpSp>
      </p:grpSp>
      <p:grpSp>
        <p:nvGrpSpPr>
          <p:cNvPr id="484" name="그룹 483">
            <a:extLst>
              <a:ext uri="{FF2B5EF4-FFF2-40B4-BE49-F238E27FC236}">
                <a16:creationId xmlns:a16="http://schemas.microsoft.com/office/drawing/2014/main" id="{295B1DB8-2774-49C0-AACA-33C372AD98BD}"/>
              </a:ext>
            </a:extLst>
          </p:cNvPr>
          <p:cNvGrpSpPr/>
          <p:nvPr/>
        </p:nvGrpSpPr>
        <p:grpSpPr>
          <a:xfrm>
            <a:off x="2588559" y="3130328"/>
            <a:ext cx="1469676" cy="961182"/>
            <a:chOff x="2588559" y="3130328"/>
            <a:chExt cx="1469676" cy="961182"/>
          </a:xfrm>
        </p:grpSpPr>
        <p:sp>
          <p:nvSpPr>
            <p:cNvPr id="90" name="Freeform 209">
              <a:extLst>
                <a:ext uri="{FF2B5EF4-FFF2-40B4-BE49-F238E27FC236}">
                  <a16:creationId xmlns:a16="http://schemas.microsoft.com/office/drawing/2014/main" id="{8DCD7A97-99B7-4599-85DF-8076F54D4FE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182434" y="3215708"/>
              <a:ext cx="871838" cy="879765"/>
            </a:xfrm>
            <a:custGeom>
              <a:avLst/>
              <a:gdLst>
                <a:gd name="T0" fmla="*/ 0 w 660"/>
                <a:gd name="T1" fmla="*/ 0 h 666"/>
                <a:gd name="T2" fmla="*/ 660 w 660"/>
                <a:gd name="T3" fmla="*/ 666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666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w="19050" cap="flat" cmpd="sng">
              <a:solidFill>
                <a:srgbClr val="F27037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500" dirty="0">
                <a:latin typeface="Arial"/>
                <a:cs typeface="Arial"/>
              </a:endParaRPr>
            </a:p>
          </p:txBody>
        </p:sp>
        <p:sp>
          <p:nvSpPr>
            <p:cNvPr id="91" name="Text Box 305">
              <a:extLst>
                <a:ext uri="{FF2B5EF4-FFF2-40B4-BE49-F238E27FC236}">
                  <a16:creationId xmlns:a16="http://schemas.microsoft.com/office/drawing/2014/main" id="{C217FB9D-D403-4C44-8673-5F3E12117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8559" y="3130328"/>
              <a:ext cx="915745" cy="520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2</a:t>
              </a:r>
              <a:r>
                <a:rPr 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. video </a:t>
              </a:r>
              <a:br>
                <a:rPr 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</a:br>
              <a:r>
                <a:rPr 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sent</a:t>
              </a:r>
              <a:endParaRPr 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</p:grpSp>
      <p:grpSp>
        <p:nvGrpSpPr>
          <p:cNvPr id="486" name="그룹 485">
            <a:extLst>
              <a:ext uri="{FF2B5EF4-FFF2-40B4-BE49-F238E27FC236}">
                <a16:creationId xmlns:a16="http://schemas.microsoft.com/office/drawing/2014/main" id="{20FA86BE-2A01-40D6-ACED-847A646F94E6}"/>
              </a:ext>
            </a:extLst>
          </p:cNvPr>
          <p:cNvGrpSpPr/>
          <p:nvPr/>
        </p:nvGrpSpPr>
        <p:grpSpPr>
          <a:xfrm>
            <a:off x="3473545" y="4108058"/>
            <a:ext cx="1583841" cy="783475"/>
            <a:chOff x="3473545" y="4108058"/>
            <a:chExt cx="1583841" cy="783475"/>
          </a:xfrm>
        </p:grpSpPr>
        <p:sp>
          <p:nvSpPr>
            <p:cNvPr id="97" name="Text Box 362">
              <a:extLst>
                <a:ext uri="{FF2B5EF4-FFF2-40B4-BE49-F238E27FC236}">
                  <a16:creationId xmlns:a16="http://schemas.microsoft.com/office/drawing/2014/main" id="{DC81EE4D-3685-4B86-8CD4-30D7A77FFE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2274" y="4149663"/>
              <a:ext cx="1526383" cy="741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 delay</a:t>
              </a:r>
            </a:p>
            <a:p>
              <a:pPr algn="ctr" latinLnBrk="0"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(fixed in this example)</a:t>
              </a:r>
            </a:p>
          </p:txBody>
        </p:sp>
        <p:sp>
          <p:nvSpPr>
            <p:cNvPr id="98" name="Line 363">
              <a:extLst>
                <a:ext uri="{FF2B5EF4-FFF2-40B4-BE49-F238E27FC236}">
                  <a16:creationId xmlns:a16="http://schemas.microsoft.com/office/drawing/2014/main" id="{4A0F14EC-FD7A-4EAE-A42A-200B2E40F6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3545" y="4108058"/>
              <a:ext cx="15838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500" dirty="0">
                <a:latin typeface="Arial"/>
                <a:cs typeface="Arial"/>
              </a:endParaRPr>
            </a:p>
          </p:txBody>
        </p:sp>
      </p:grpSp>
      <p:sp>
        <p:nvSpPr>
          <p:cNvPr id="191" name="Line 169">
            <a:extLst>
              <a:ext uri="{FF2B5EF4-FFF2-40B4-BE49-F238E27FC236}">
                <a16:creationId xmlns:a16="http://schemas.microsoft.com/office/drawing/2014/main" id="{376115E9-0F29-44AA-A727-98ABB7EA17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5705" y="3938013"/>
            <a:ext cx="685127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500" dirty="0">
              <a:latin typeface="Arial"/>
              <a:cs typeface="Arial"/>
            </a:endParaRPr>
          </a:p>
        </p:txBody>
      </p:sp>
      <p:grpSp>
        <p:nvGrpSpPr>
          <p:cNvPr id="192" name="Group 10">
            <a:extLst>
              <a:ext uri="{FF2B5EF4-FFF2-40B4-BE49-F238E27FC236}">
                <a16:creationId xmlns:a16="http://schemas.microsoft.com/office/drawing/2014/main" id="{2E66AD66-A7D3-4408-8BB5-4AB2B4926950}"/>
              </a:ext>
            </a:extLst>
          </p:cNvPr>
          <p:cNvGrpSpPr/>
          <p:nvPr/>
        </p:nvGrpSpPr>
        <p:grpSpPr>
          <a:xfrm>
            <a:off x="2962252" y="3771732"/>
            <a:ext cx="207824" cy="242770"/>
            <a:chOff x="9055510" y="606165"/>
            <a:chExt cx="249757" cy="291754"/>
          </a:xfrm>
        </p:grpSpPr>
        <p:sp>
          <p:nvSpPr>
            <p:cNvPr id="193" name="Rectangle 9">
              <a:extLst>
                <a:ext uri="{FF2B5EF4-FFF2-40B4-BE49-F238E27FC236}">
                  <a16:creationId xmlns:a16="http://schemas.microsoft.com/office/drawing/2014/main" id="{0B588564-D195-4642-9378-DBB1E0E701AD}"/>
                </a:ext>
              </a:extLst>
            </p:cNvPr>
            <p:cNvSpPr/>
            <p:nvPr/>
          </p:nvSpPr>
          <p:spPr>
            <a:xfrm rot="1596992">
              <a:off x="9109854" y="606165"/>
              <a:ext cx="133240" cy="2917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cxnSp>
          <p:nvCxnSpPr>
            <p:cNvPr id="194" name="Straight Connector 8">
              <a:extLst>
                <a:ext uri="{FF2B5EF4-FFF2-40B4-BE49-F238E27FC236}">
                  <a16:creationId xmlns:a16="http://schemas.microsoft.com/office/drawing/2014/main" id="{CE16DE29-00D9-47AD-8A85-B98B4924CFEE}"/>
                </a:ext>
              </a:extLst>
            </p:cNvPr>
            <p:cNvCxnSpPr/>
            <p:nvPr/>
          </p:nvCxnSpPr>
          <p:spPr>
            <a:xfrm flipH="1">
              <a:off x="9055510" y="634181"/>
              <a:ext cx="128405" cy="25072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F33676FB-E4DF-4FE1-9339-113B63ADD33F}"/>
                </a:ext>
              </a:extLst>
            </p:cNvPr>
            <p:cNvCxnSpPr/>
            <p:nvPr/>
          </p:nvCxnSpPr>
          <p:spPr>
            <a:xfrm flipH="1">
              <a:off x="9176862" y="638677"/>
              <a:ext cx="128405" cy="25072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5" name="그룹 484">
            <a:extLst>
              <a:ext uri="{FF2B5EF4-FFF2-40B4-BE49-F238E27FC236}">
                <a16:creationId xmlns:a16="http://schemas.microsoft.com/office/drawing/2014/main" id="{37D86588-85ED-43FC-A482-0F3037431425}"/>
              </a:ext>
            </a:extLst>
          </p:cNvPr>
          <p:cNvGrpSpPr/>
          <p:nvPr/>
        </p:nvGrpSpPr>
        <p:grpSpPr>
          <a:xfrm>
            <a:off x="3539097" y="1837940"/>
            <a:ext cx="4263335" cy="2109586"/>
            <a:chOff x="3539097" y="1837940"/>
            <a:chExt cx="4263335" cy="2109586"/>
          </a:xfrm>
        </p:grpSpPr>
        <p:grpSp>
          <p:nvGrpSpPr>
            <p:cNvPr id="101" name="Group 263">
              <a:extLst>
                <a:ext uri="{FF2B5EF4-FFF2-40B4-BE49-F238E27FC236}">
                  <a16:creationId xmlns:a16="http://schemas.microsoft.com/office/drawing/2014/main" id="{84BDF22B-9DA9-4858-AF38-5220425E5C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9097" y="1837940"/>
              <a:ext cx="2124114" cy="2101660"/>
              <a:chOff x="648" y="1147"/>
              <a:chExt cx="1608" cy="1591"/>
            </a:xfrm>
          </p:grpSpPr>
          <p:grpSp>
            <p:nvGrpSpPr>
              <p:cNvPr id="150" name="Group 264">
                <a:extLst>
                  <a:ext uri="{FF2B5EF4-FFF2-40B4-BE49-F238E27FC236}">
                    <a16:creationId xmlns:a16="http://schemas.microsoft.com/office/drawing/2014/main" id="{DBE0F353-64CD-4A14-9C9B-A29A022842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166" name="Group 265">
                  <a:extLst>
                    <a:ext uri="{FF2B5EF4-FFF2-40B4-BE49-F238E27FC236}">
                      <a16:creationId xmlns:a16="http://schemas.microsoft.com/office/drawing/2014/main" id="{9DBBF2E5-0825-4061-8C67-F9817805C9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177" name="Group 266">
                    <a:extLst>
                      <a:ext uri="{FF2B5EF4-FFF2-40B4-BE49-F238E27FC236}">
                        <a16:creationId xmlns:a16="http://schemas.microsoft.com/office/drawing/2014/main" id="{DF10DA34-7D5A-4F49-BA32-82673939480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185" name="Group 267">
                      <a:extLst>
                        <a:ext uri="{FF2B5EF4-FFF2-40B4-BE49-F238E27FC236}">
                          <a16:creationId xmlns:a16="http://schemas.microsoft.com/office/drawing/2014/main" id="{B974CC1B-E4E0-4D5C-8C48-BBA6CED8B54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189" name="Line 268">
                        <a:extLst>
                          <a:ext uri="{FF2B5EF4-FFF2-40B4-BE49-F238E27FC236}">
                            <a16:creationId xmlns:a16="http://schemas.microsoft.com/office/drawing/2014/main" id="{96DD4AAB-7503-499C-9B1C-2181CFBC5FD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F27037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190" name="Line 269">
                        <a:extLst>
                          <a:ext uri="{FF2B5EF4-FFF2-40B4-BE49-F238E27FC236}">
                            <a16:creationId xmlns:a16="http://schemas.microsoft.com/office/drawing/2014/main" id="{101DE71C-4502-4417-BFCD-1B8D3A7236E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F27037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186" name="Group 270">
                      <a:extLst>
                        <a:ext uri="{FF2B5EF4-FFF2-40B4-BE49-F238E27FC236}">
                          <a16:creationId xmlns:a16="http://schemas.microsoft.com/office/drawing/2014/main" id="{ECAB65C0-20B5-4439-8252-65FAAE05B4C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187" name="Line 271">
                        <a:extLst>
                          <a:ext uri="{FF2B5EF4-FFF2-40B4-BE49-F238E27FC236}">
                            <a16:creationId xmlns:a16="http://schemas.microsoft.com/office/drawing/2014/main" id="{88C458CA-C2A1-4FA0-9CA4-C56000507FF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F27037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188" name="Line 272">
                        <a:extLst>
                          <a:ext uri="{FF2B5EF4-FFF2-40B4-BE49-F238E27FC236}">
                            <a16:creationId xmlns:a16="http://schemas.microsoft.com/office/drawing/2014/main" id="{893D6D06-2B20-4288-9C50-D13883298F6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F27037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178" name="Group 273">
                    <a:extLst>
                      <a:ext uri="{FF2B5EF4-FFF2-40B4-BE49-F238E27FC236}">
                        <a16:creationId xmlns:a16="http://schemas.microsoft.com/office/drawing/2014/main" id="{37516C0B-192E-4577-95DA-1CA42E67EA2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179" name="Group 274">
                      <a:extLst>
                        <a:ext uri="{FF2B5EF4-FFF2-40B4-BE49-F238E27FC236}">
                          <a16:creationId xmlns:a16="http://schemas.microsoft.com/office/drawing/2014/main" id="{24F8E808-DB30-4A3E-9AA6-902C7208408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183" name="Line 275">
                        <a:extLst>
                          <a:ext uri="{FF2B5EF4-FFF2-40B4-BE49-F238E27FC236}">
                            <a16:creationId xmlns:a16="http://schemas.microsoft.com/office/drawing/2014/main" id="{E45002B4-1EA4-4ADD-A6FF-D7C56A1FFC0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F27037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184" name="Line 276">
                        <a:extLst>
                          <a:ext uri="{FF2B5EF4-FFF2-40B4-BE49-F238E27FC236}">
                            <a16:creationId xmlns:a16="http://schemas.microsoft.com/office/drawing/2014/main" id="{20FCF46F-D21A-45A6-B94D-74D47E6C3B2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F27037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180" name="Group 277">
                      <a:extLst>
                        <a:ext uri="{FF2B5EF4-FFF2-40B4-BE49-F238E27FC236}">
                          <a16:creationId xmlns:a16="http://schemas.microsoft.com/office/drawing/2014/main" id="{EB75BBBB-7909-441F-9DBE-5D36AEC8B6A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181" name="Line 278">
                        <a:extLst>
                          <a:ext uri="{FF2B5EF4-FFF2-40B4-BE49-F238E27FC236}">
                            <a16:creationId xmlns:a16="http://schemas.microsoft.com/office/drawing/2014/main" id="{74C8748B-7102-4249-B925-C914FAEEBF3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F27037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182" name="Line 279">
                        <a:extLst>
                          <a:ext uri="{FF2B5EF4-FFF2-40B4-BE49-F238E27FC236}">
                            <a16:creationId xmlns:a16="http://schemas.microsoft.com/office/drawing/2014/main" id="{D1653344-A9BE-48D6-93A0-9F0B1840FAB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F27037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67" name="Group 280">
                  <a:extLst>
                    <a:ext uri="{FF2B5EF4-FFF2-40B4-BE49-F238E27FC236}">
                      <a16:creationId xmlns:a16="http://schemas.microsoft.com/office/drawing/2014/main" id="{64EDAC4F-20BA-4AAD-BDC7-C00723AB2E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171" name="Group 281">
                    <a:extLst>
                      <a:ext uri="{FF2B5EF4-FFF2-40B4-BE49-F238E27FC236}">
                        <a16:creationId xmlns:a16="http://schemas.microsoft.com/office/drawing/2014/main" id="{874B307E-2BCD-448F-897C-916CB51367A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75" name="Line 282">
                      <a:extLst>
                        <a:ext uri="{FF2B5EF4-FFF2-40B4-BE49-F238E27FC236}">
                          <a16:creationId xmlns:a16="http://schemas.microsoft.com/office/drawing/2014/main" id="{BCCF3826-F8CD-4255-AEF6-987713AEF71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176" name="Line 283">
                      <a:extLst>
                        <a:ext uri="{FF2B5EF4-FFF2-40B4-BE49-F238E27FC236}">
                          <a16:creationId xmlns:a16="http://schemas.microsoft.com/office/drawing/2014/main" id="{C596DD58-7622-4280-97DE-22EC1ED8927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172" name="Group 284">
                    <a:extLst>
                      <a:ext uri="{FF2B5EF4-FFF2-40B4-BE49-F238E27FC236}">
                        <a16:creationId xmlns:a16="http://schemas.microsoft.com/office/drawing/2014/main" id="{3FB9DA6D-D35F-4872-9175-FA81BA2206A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73" name="Line 285">
                      <a:extLst>
                        <a:ext uri="{FF2B5EF4-FFF2-40B4-BE49-F238E27FC236}">
                          <a16:creationId xmlns:a16="http://schemas.microsoft.com/office/drawing/2014/main" id="{304A292D-E37F-476E-8BFF-4F16CAE5783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174" name="Line 286">
                      <a:extLst>
                        <a:ext uri="{FF2B5EF4-FFF2-40B4-BE49-F238E27FC236}">
                          <a16:creationId xmlns:a16="http://schemas.microsoft.com/office/drawing/2014/main" id="{7B3EB665-E443-44D8-A485-225C6A493A9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68" name="Group 287">
                  <a:extLst>
                    <a:ext uri="{FF2B5EF4-FFF2-40B4-BE49-F238E27FC236}">
                      <a16:creationId xmlns:a16="http://schemas.microsoft.com/office/drawing/2014/main" id="{1342C9A5-4724-4754-974F-79F52E86058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169" name="Line 288">
                    <a:extLst>
                      <a:ext uri="{FF2B5EF4-FFF2-40B4-BE49-F238E27FC236}">
                        <a16:creationId xmlns:a16="http://schemas.microsoft.com/office/drawing/2014/main" id="{2350E3B1-E561-4CB8-93CD-D7AB08BDA5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170" name="Line 289">
                    <a:extLst>
                      <a:ext uri="{FF2B5EF4-FFF2-40B4-BE49-F238E27FC236}">
                        <a16:creationId xmlns:a16="http://schemas.microsoft.com/office/drawing/2014/main" id="{D916D30F-3166-4934-A160-562D5CEB25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51" name="Group 290">
                <a:extLst>
                  <a:ext uri="{FF2B5EF4-FFF2-40B4-BE49-F238E27FC236}">
                    <a16:creationId xmlns:a16="http://schemas.microsoft.com/office/drawing/2014/main" id="{4D82913B-851F-4FCD-9FC8-702F1E925B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152" name="Group 291">
                  <a:extLst>
                    <a:ext uri="{FF2B5EF4-FFF2-40B4-BE49-F238E27FC236}">
                      <a16:creationId xmlns:a16="http://schemas.microsoft.com/office/drawing/2014/main" id="{C9DF62CE-B607-4BE6-9B57-5C907827FA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160" name="Group 292">
                    <a:extLst>
                      <a:ext uri="{FF2B5EF4-FFF2-40B4-BE49-F238E27FC236}">
                        <a16:creationId xmlns:a16="http://schemas.microsoft.com/office/drawing/2014/main" id="{37763752-3D24-45A8-9708-C13CE0CF8B7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64" name="Line 293">
                      <a:extLst>
                        <a:ext uri="{FF2B5EF4-FFF2-40B4-BE49-F238E27FC236}">
                          <a16:creationId xmlns:a16="http://schemas.microsoft.com/office/drawing/2014/main" id="{12C87AC2-F6EE-44E9-9B3E-FFE53CFCB66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165" name="Line 294">
                      <a:extLst>
                        <a:ext uri="{FF2B5EF4-FFF2-40B4-BE49-F238E27FC236}">
                          <a16:creationId xmlns:a16="http://schemas.microsoft.com/office/drawing/2014/main" id="{30F67221-B8F3-4D93-9E4B-739A642E1F6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161" name="Group 295">
                    <a:extLst>
                      <a:ext uri="{FF2B5EF4-FFF2-40B4-BE49-F238E27FC236}">
                        <a16:creationId xmlns:a16="http://schemas.microsoft.com/office/drawing/2014/main" id="{32847CEB-5358-4FC0-B058-555D413797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62" name="Line 296">
                      <a:extLst>
                        <a:ext uri="{FF2B5EF4-FFF2-40B4-BE49-F238E27FC236}">
                          <a16:creationId xmlns:a16="http://schemas.microsoft.com/office/drawing/2014/main" id="{1AD8F0FA-B1D8-4BD0-8113-D0903199EF2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163" name="Line 297">
                      <a:extLst>
                        <a:ext uri="{FF2B5EF4-FFF2-40B4-BE49-F238E27FC236}">
                          <a16:creationId xmlns:a16="http://schemas.microsoft.com/office/drawing/2014/main" id="{CC6F7EF9-B7D5-496B-8E1B-F5DBBBD399E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53" name="Group 298">
                  <a:extLst>
                    <a:ext uri="{FF2B5EF4-FFF2-40B4-BE49-F238E27FC236}">
                      <a16:creationId xmlns:a16="http://schemas.microsoft.com/office/drawing/2014/main" id="{0D7A6C34-271D-4265-AC9A-B0520AFF78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154" name="Group 299">
                    <a:extLst>
                      <a:ext uri="{FF2B5EF4-FFF2-40B4-BE49-F238E27FC236}">
                        <a16:creationId xmlns:a16="http://schemas.microsoft.com/office/drawing/2014/main" id="{A7557616-2A34-41D6-9B76-47AF812406C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58" name="Line 300">
                      <a:extLst>
                        <a:ext uri="{FF2B5EF4-FFF2-40B4-BE49-F238E27FC236}">
                          <a16:creationId xmlns:a16="http://schemas.microsoft.com/office/drawing/2014/main" id="{D7256059-7A40-4411-AB51-24EEC19C839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159" name="Line 301">
                      <a:extLst>
                        <a:ext uri="{FF2B5EF4-FFF2-40B4-BE49-F238E27FC236}">
                          <a16:creationId xmlns:a16="http://schemas.microsoft.com/office/drawing/2014/main" id="{9385C9CD-85BC-4E0B-A3D7-DE8D07C5335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155" name="Group 302">
                    <a:extLst>
                      <a:ext uri="{FF2B5EF4-FFF2-40B4-BE49-F238E27FC236}">
                        <a16:creationId xmlns:a16="http://schemas.microsoft.com/office/drawing/2014/main" id="{11C2A5F5-C8B4-4E19-A02D-B652337984F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56" name="Line 303">
                      <a:extLst>
                        <a:ext uri="{FF2B5EF4-FFF2-40B4-BE49-F238E27FC236}">
                          <a16:creationId xmlns:a16="http://schemas.microsoft.com/office/drawing/2014/main" id="{9BE4AFFA-7BB8-4BA6-B461-4AFAF868BBA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157" name="Line 304">
                      <a:extLst>
                        <a:ext uri="{FF2B5EF4-FFF2-40B4-BE49-F238E27FC236}">
                          <a16:creationId xmlns:a16="http://schemas.microsoft.com/office/drawing/2014/main" id="{A12AE85A-D4B0-4571-ADEF-EDF57D8E08D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102" name="Group 306">
              <a:extLst>
                <a:ext uri="{FF2B5EF4-FFF2-40B4-BE49-F238E27FC236}">
                  <a16:creationId xmlns:a16="http://schemas.microsoft.com/office/drawing/2014/main" id="{13A69D40-6331-4D69-9F85-FB4EABFFC4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4627" y="1845866"/>
              <a:ext cx="2124114" cy="2101660"/>
              <a:chOff x="648" y="1147"/>
              <a:chExt cx="1608" cy="1591"/>
            </a:xfrm>
          </p:grpSpPr>
          <p:grpSp>
            <p:nvGrpSpPr>
              <p:cNvPr id="109" name="Group 307">
                <a:extLst>
                  <a:ext uri="{FF2B5EF4-FFF2-40B4-BE49-F238E27FC236}">
                    <a16:creationId xmlns:a16="http://schemas.microsoft.com/office/drawing/2014/main" id="{3DD9ED29-4172-4754-95D7-7AB568B10A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125" name="Group 308">
                  <a:extLst>
                    <a:ext uri="{FF2B5EF4-FFF2-40B4-BE49-F238E27FC236}">
                      <a16:creationId xmlns:a16="http://schemas.microsoft.com/office/drawing/2014/main" id="{91E44744-35C6-4839-9A58-257B3BB734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136" name="Group 309">
                    <a:extLst>
                      <a:ext uri="{FF2B5EF4-FFF2-40B4-BE49-F238E27FC236}">
                        <a16:creationId xmlns:a16="http://schemas.microsoft.com/office/drawing/2014/main" id="{C7FAF76C-EDFC-4D02-A336-CA8416C9C5E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144" name="Group 310">
                      <a:extLst>
                        <a:ext uri="{FF2B5EF4-FFF2-40B4-BE49-F238E27FC236}">
                          <a16:creationId xmlns:a16="http://schemas.microsoft.com/office/drawing/2014/main" id="{FA4AA8D9-9F91-417C-977B-73D57705B65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148" name="Line 311">
                        <a:extLst>
                          <a:ext uri="{FF2B5EF4-FFF2-40B4-BE49-F238E27FC236}">
                            <a16:creationId xmlns:a16="http://schemas.microsoft.com/office/drawing/2014/main" id="{F24E9185-FE6C-469B-B373-55F2BA01C7C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149" name="Line 312">
                        <a:extLst>
                          <a:ext uri="{FF2B5EF4-FFF2-40B4-BE49-F238E27FC236}">
                            <a16:creationId xmlns:a16="http://schemas.microsoft.com/office/drawing/2014/main" id="{F4A41ADF-BCDF-4C17-935E-55BE4600D52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145" name="Group 313">
                      <a:extLst>
                        <a:ext uri="{FF2B5EF4-FFF2-40B4-BE49-F238E27FC236}">
                          <a16:creationId xmlns:a16="http://schemas.microsoft.com/office/drawing/2014/main" id="{FC0E4646-C20E-469E-B0DD-F5B05D41480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146" name="Line 314">
                        <a:extLst>
                          <a:ext uri="{FF2B5EF4-FFF2-40B4-BE49-F238E27FC236}">
                            <a16:creationId xmlns:a16="http://schemas.microsoft.com/office/drawing/2014/main" id="{739E7429-BC85-4A80-B6C2-C30EB3B0119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147" name="Line 315">
                        <a:extLst>
                          <a:ext uri="{FF2B5EF4-FFF2-40B4-BE49-F238E27FC236}">
                            <a16:creationId xmlns:a16="http://schemas.microsoft.com/office/drawing/2014/main" id="{86535DA4-2819-499D-AE8B-EC35ADD5740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137" name="Group 316">
                    <a:extLst>
                      <a:ext uri="{FF2B5EF4-FFF2-40B4-BE49-F238E27FC236}">
                        <a16:creationId xmlns:a16="http://schemas.microsoft.com/office/drawing/2014/main" id="{79F62AD2-C0F3-4C5E-BBA4-02F2A581DE8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138" name="Group 317">
                      <a:extLst>
                        <a:ext uri="{FF2B5EF4-FFF2-40B4-BE49-F238E27FC236}">
                          <a16:creationId xmlns:a16="http://schemas.microsoft.com/office/drawing/2014/main" id="{513F25B8-2E5A-471E-9BBE-A2112FF7EDF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142" name="Line 318">
                        <a:extLst>
                          <a:ext uri="{FF2B5EF4-FFF2-40B4-BE49-F238E27FC236}">
                            <a16:creationId xmlns:a16="http://schemas.microsoft.com/office/drawing/2014/main" id="{423A5809-FA03-4D25-9531-CA1D1B36104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143" name="Line 319">
                        <a:extLst>
                          <a:ext uri="{FF2B5EF4-FFF2-40B4-BE49-F238E27FC236}">
                            <a16:creationId xmlns:a16="http://schemas.microsoft.com/office/drawing/2014/main" id="{58E86EE5-968D-4C86-83DB-F1126947C83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139" name="Group 320">
                      <a:extLst>
                        <a:ext uri="{FF2B5EF4-FFF2-40B4-BE49-F238E27FC236}">
                          <a16:creationId xmlns:a16="http://schemas.microsoft.com/office/drawing/2014/main" id="{1E50E365-143A-4DD2-AA4A-434536260FF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140" name="Line 321">
                        <a:extLst>
                          <a:ext uri="{FF2B5EF4-FFF2-40B4-BE49-F238E27FC236}">
                            <a16:creationId xmlns:a16="http://schemas.microsoft.com/office/drawing/2014/main" id="{544DDA99-050A-4F7F-BA19-DE01F2DD917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141" name="Line 322">
                        <a:extLst>
                          <a:ext uri="{FF2B5EF4-FFF2-40B4-BE49-F238E27FC236}">
                            <a16:creationId xmlns:a16="http://schemas.microsoft.com/office/drawing/2014/main" id="{ADE0E48E-A38A-4029-B99D-CC66F3BC8BE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sz="150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26" name="Group 323">
                  <a:extLst>
                    <a:ext uri="{FF2B5EF4-FFF2-40B4-BE49-F238E27FC236}">
                      <a16:creationId xmlns:a16="http://schemas.microsoft.com/office/drawing/2014/main" id="{0909D41B-BF65-4539-AFDB-B2412271D7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130" name="Group 324">
                    <a:extLst>
                      <a:ext uri="{FF2B5EF4-FFF2-40B4-BE49-F238E27FC236}">
                        <a16:creationId xmlns:a16="http://schemas.microsoft.com/office/drawing/2014/main" id="{1AC2D17C-0E35-4B6B-B05F-DFBC3850B0F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34" name="Line 325">
                      <a:extLst>
                        <a:ext uri="{FF2B5EF4-FFF2-40B4-BE49-F238E27FC236}">
                          <a16:creationId xmlns:a16="http://schemas.microsoft.com/office/drawing/2014/main" id="{0B54CA0E-FD3F-4E65-ACD6-B592F7A92B2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135" name="Line 326">
                      <a:extLst>
                        <a:ext uri="{FF2B5EF4-FFF2-40B4-BE49-F238E27FC236}">
                          <a16:creationId xmlns:a16="http://schemas.microsoft.com/office/drawing/2014/main" id="{8BF44225-B3F4-4B81-9544-ECA85243A98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131" name="Group 327">
                    <a:extLst>
                      <a:ext uri="{FF2B5EF4-FFF2-40B4-BE49-F238E27FC236}">
                        <a16:creationId xmlns:a16="http://schemas.microsoft.com/office/drawing/2014/main" id="{63BF700A-A74F-4299-AE6D-3C81BA7D151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32" name="Line 328">
                      <a:extLst>
                        <a:ext uri="{FF2B5EF4-FFF2-40B4-BE49-F238E27FC236}">
                          <a16:creationId xmlns:a16="http://schemas.microsoft.com/office/drawing/2014/main" id="{886BC7DF-1C49-4AE3-8DB5-773564DFE5F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133" name="Line 329">
                      <a:extLst>
                        <a:ext uri="{FF2B5EF4-FFF2-40B4-BE49-F238E27FC236}">
                          <a16:creationId xmlns:a16="http://schemas.microsoft.com/office/drawing/2014/main" id="{19F50FD3-63C9-45DD-B797-981B8D1F654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27" name="Group 330">
                  <a:extLst>
                    <a:ext uri="{FF2B5EF4-FFF2-40B4-BE49-F238E27FC236}">
                      <a16:creationId xmlns:a16="http://schemas.microsoft.com/office/drawing/2014/main" id="{CD5F38B4-2F80-4BCB-A931-E742F747FB0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128" name="Line 331">
                    <a:extLst>
                      <a:ext uri="{FF2B5EF4-FFF2-40B4-BE49-F238E27FC236}">
                        <a16:creationId xmlns:a16="http://schemas.microsoft.com/office/drawing/2014/main" id="{C46EBF6A-5B94-41D9-ADCC-5F93BEB285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105BA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129" name="Line 332">
                    <a:extLst>
                      <a:ext uri="{FF2B5EF4-FFF2-40B4-BE49-F238E27FC236}">
                        <a16:creationId xmlns:a16="http://schemas.microsoft.com/office/drawing/2014/main" id="{E0601282-FDFA-4F87-B315-CD9E18CD81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105BA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150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10" name="Group 333">
                <a:extLst>
                  <a:ext uri="{FF2B5EF4-FFF2-40B4-BE49-F238E27FC236}">
                    <a16:creationId xmlns:a16="http://schemas.microsoft.com/office/drawing/2014/main" id="{AD8D1504-FC30-4D50-8455-EDD2C631DE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111" name="Group 334">
                  <a:extLst>
                    <a:ext uri="{FF2B5EF4-FFF2-40B4-BE49-F238E27FC236}">
                      <a16:creationId xmlns:a16="http://schemas.microsoft.com/office/drawing/2014/main" id="{1ED77554-223A-44F2-BA5A-0E1C06599CD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119" name="Group 335">
                    <a:extLst>
                      <a:ext uri="{FF2B5EF4-FFF2-40B4-BE49-F238E27FC236}">
                        <a16:creationId xmlns:a16="http://schemas.microsoft.com/office/drawing/2014/main" id="{426234DC-84CA-402A-B6F3-867C712AFD1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23" name="Line 336">
                      <a:extLst>
                        <a:ext uri="{FF2B5EF4-FFF2-40B4-BE49-F238E27FC236}">
                          <a16:creationId xmlns:a16="http://schemas.microsoft.com/office/drawing/2014/main" id="{B23D45BE-8121-4DBC-911B-99A85F3C13D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124" name="Line 337">
                      <a:extLst>
                        <a:ext uri="{FF2B5EF4-FFF2-40B4-BE49-F238E27FC236}">
                          <a16:creationId xmlns:a16="http://schemas.microsoft.com/office/drawing/2014/main" id="{59480C5E-8040-4CFD-A37D-EC631138C5C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120" name="Group 338">
                    <a:extLst>
                      <a:ext uri="{FF2B5EF4-FFF2-40B4-BE49-F238E27FC236}">
                        <a16:creationId xmlns:a16="http://schemas.microsoft.com/office/drawing/2014/main" id="{9DE0A704-6602-414E-86A6-B39FD3D395A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21" name="Line 339">
                      <a:extLst>
                        <a:ext uri="{FF2B5EF4-FFF2-40B4-BE49-F238E27FC236}">
                          <a16:creationId xmlns:a16="http://schemas.microsoft.com/office/drawing/2014/main" id="{AF4B2136-EB10-4BCD-95AB-6DAE9A8286C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122" name="Line 340">
                      <a:extLst>
                        <a:ext uri="{FF2B5EF4-FFF2-40B4-BE49-F238E27FC236}">
                          <a16:creationId xmlns:a16="http://schemas.microsoft.com/office/drawing/2014/main" id="{ECA085FD-5572-474A-92E9-AE126569533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12" name="Group 341">
                  <a:extLst>
                    <a:ext uri="{FF2B5EF4-FFF2-40B4-BE49-F238E27FC236}">
                      <a16:creationId xmlns:a16="http://schemas.microsoft.com/office/drawing/2014/main" id="{5E57D51C-3106-4FE0-ABD4-B6F063B5CEE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113" name="Group 342">
                    <a:extLst>
                      <a:ext uri="{FF2B5EF4-FFF2-40B4-BE49-F238E27FC236}">
                        <a16:creationId xmlns:a16="http://schemas.microsoft.com/office/drawing/2014/main" id="{9623D0E3-EE32-415A-8B3D-8AF275FBEAA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17" name="Line 343">
                      <a:extLst>
                        <a:ext uri="{FF2B5EF4-FFF2-40B4-BE49-F238E27FC236}">
                          <a16:creationId xmlns:a16="http://schemas.microsoft.com/office/drawing/2014/main" id="{81F81F0C-2CC6-462B-ADF8-4A295CDF82A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118" name="Line 344">
                      <a:extLst>
                        <a:ext uri="{FF2B5EF4-FFF2-40B4-BE49-F238E27FC236}">
                          <a16:creationId xmlns:a16="http://schemas.microsoft.com/office/drawing/2014/main" id="{32BDDACF-FA08-49A4-9AA3-9C6BAFD997E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114" name="Group 345">
                    <a:extLst>
                      <a:ext uri="{FF2B5EF4-FFF2-40B4-BE49-F238E27FC236}">
                        <a16:creationId xmlns:a16="http://schemas.microsoft.com/office/drawing/2014/main" id="{125306A7-FE15-411E-921A-271F7405674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15" name="Line 346">
                      <a:extLst>
                        <a:ext uri="{FF2B5EF4-FFF2-40B4-BE49-F238E27FC236}">
                          <a16:creationId xmlns:a16="http://schemas.microsoft.com/office/drawing/2014/main" id="{78BB056A-C242-4B45-93C1-C8E69382CFB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116" name="Line 347">
                      <a:extLst>
                        <a:ext uri="{FF2B5EF4-FFF2-40B4-BE49-F238E27FC236}">
                          <a16:creationId xmlns:a16="http://schemas.microsoft.com/office/drawing/2014/main" id="{41A30B12-842B-4C25-A42C-C9F8C7B06C0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150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</p:grpSp>
        <p:pic>
          <p:nvPicPr>
            <p:cNvPr id="201" name="그림 200">
              <a:extLst>
                <a:ext uri="{FF2B5EF4-FFF2-40B4-BE49-F238E27FC236}">
                  <a16:creationId xmlns:a16="http://schemas.microsoft.com/office/drawing/2014/main" id="{9C28333C-A9C9-44A0-B9EA-E8E2CB6EE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761782" y="2324383"/>
              <a:ext cx="574501" cy="817597"/>
            </a:xfrm>
            <a:prstGeom prst="rect">
              <a:avLst/>
            </a:prstGeom>
          </p:spPr>
        </p:pic>
        <p:sp>
          <p:nvSpPr>
            <p:cNvPr id="103" name="Text Box 348">
              <a:extLst>
                <a:ext uri="{FF2B5EF4-FFF2-40B4-BE49-F238E27FC236}">
                  <a16:creationId xmlns:a16="http://schemas.microsoft.com/office/drawing/2014/main" id="{4D0BA151-A8DE-4B2A-A1E4-27DE55DB0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5750" y="3150500"/>
              <a:ext cx="1866682" cy="741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atinLnBrk="0"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3</a:t>
              </a:r>
              <a:r>
                <a:rPr 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. </a:t>
              </a: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video received, played out </a:t>
              </a:r>
              <a:r>
                <a:rPr 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at client (</a:t>
              </a: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30 frames/sec)</a:t>
              </a:r>
            </a:p>
          </p:txBody>
        </p:sp>
      </p:grpSp>
      <p:sp>
        <p:nvSpPr>
          <p:cNvPr id="482" name="Text Box 366">
            <a:extLst>
              <a:ext uri="{FF2B5EF4-FFF2-40B4-BE49-F238E27FC236}">
                <a16:creationId xmlns:a16="http://schemas.microsoft.com/office/drawing/2014/main" id="{3A0A8D0C-4658-41E1-BFE6-E1C013EA0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1472" y="4007864"/>
            <a:ext cx="636018" cy="345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</a:t>
            </a:r>
          </a:p>
        </p:txBody>
      </p: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CE1CEAF2-68AB-4579-BD87-912999E1C63D}"/>
              </a:ext>
            </a:extLst>
          </p:cNvPr>
          <p:cNvGrpSpPr/>
          <p:nvPr/>
        </p:nvGrpSpPr>
        <p:grpSpPr>
          <a:xfrm>
            <a:off x="3727450" y="2448785"/>
            <a:ext cx="4311650" cy="3906295"/>
            <a:chOff x="3727450" y="2448785"/>
            <a:chExt cx="4311650" cy="3906295"/>
          </a:xfrm>
        </p:grpSpPr>
        <p:sp>
          <p:nvSpPr>
            <p:cNvPr id="95" name="Text Box 361">
              <a:extLst>
                <a:ext uri="{FF2B5EF4-FFF2-40B4-BE49-F238E27FC236}">
                  <a16:creationId xmlns:a16="http://schemas.microsoft.com/office/drawing/2014/main" id="{D8E80090-FC3B-4926-BE00-F40B1008F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1279" y="5258280"/>
              <a:ext cx="4116864" cy="107408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 defTabSz="914583">
                <a:defRPr>
                  <a:solidFill>
                    <a:prstClr val="white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 defTabSz="914400" latinLnBrk="0">
                <a:lnSpc>
                  <a:spcPct val="120000"/>
                </a:lnSpc>
                <a:defRPr/>
              </a:pPr>
              <a:r>
                <a:rPr 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streaming</a:t>
              </a:r>
              <a:r>
                <a:rPr 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: at this time</a:t>
              </a:r>
              <a:r>
                <a:rPr 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client  playing out early part of video, while server still sending later part </a:t>
              </a:r>
              <a:r>
                <a:rPr 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of video</a:t>
              </a:r>
              <a:endParaRPr 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03" name="사각형: 잘린 대각선 방향 모서리 202">
              <a:extLst>
                <a:ext uri="{FF2B5EF4-FFF2-40B4-BE49-F238E27FC236}">
                  <a16:creationId xmlns:a16="http://schemas.microsoft.com/office/drawing/2014/main" id="{09D42511-ECCC-4253-A8D0-C504F2DD72D6}"/>
                </a:ext>
              </a:extLst>
            </p:cNvPr>
            <p:cNvSpPr/>
            <p:nvPr/>
          </p:nvSpPr>
          <p:spPr>
            <a:xfrm>
              <a:off x="3727450" y="5270528"/>
              <a:ext cx="4311650" cy="1084552"/>
            </a:xfrm>
            <a:prstGeom prst="snip2DiagRect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ctr"/>
              <a:endPara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4" name="Line 360">
              <a:extLst>
                <a:ext uri="{FF2B5EF4-FFF2-40B4-BE49-F238E27FC236}">
                  <a16:creationId xmlns:a16="http://schemas.microsoft.com/office/drawing/2014/main" id="{E5EC5703-3090-44D8-9458-97F905AF4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3688" y="2470150"/>
              <a:ext cx="0" cy="2801939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F5010CFC-FC0C-4798-A706-3A5B090F42F8}"/>
                </a:ext>
              </a:extLst>
            </p:cNvPr>
            <p:cNvSpPr/>
            <p:nvPr/>
          </p:nvSpPr>
          <p:spPr>
            <a:xfrm>
              <a:off x="5059396" y="2448785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353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C76F898-787A-4552-A6DF-B647C6D9B3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저장된 비디오의 </a:t>
            </a:r>
            <a:r>
              <a:rPr lang="en-US" altLang="ko-KR" dirty="0"/>
              <a:t>Streaming: challenges</a:t>
            </a:r>
            <a:r>
              <a:rPr lang="ko-KR" altLang="en-US" dirty="0"/>
              <a:t> </a:t>
            </a:r>
          </a:p>
          <a:p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2231B72-3DFE-4770-85FC-18E853B0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4" name="Rectangle 153">
            <a:extLst>
              <a:ext uri="{FF2B5EF4-FFF2-40B4-BE49-F238E27FC236}">
                <a16:creationId xmlns:a16="http://schemas.microsoft.com/office/drawing/2014/main" id="{3240CF3A-4307-4C55-92A0-28BE27E26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801" y="1389828"/>
            <a:ext cx="8553400" cy="4488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82575" indent="-282575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ko-KR" altLang="en-US" dirty="0">
                <a:solidFill>
                  <a:srgbClr val="CC0000"/>
                </a:solidFill>
                <a:latin typeface="+mn-lt"/>
              </a:rPr>
              <a:t>연속</a:t>
            </a:r>
            <a:r>
              <a:rPr lang="en-US" dirty="0">
                <a:solidFill>
                  <a:srgbClr val="CC0000"/>
                </a:solidFill>
                <a:latin typeface="+mn-lt"/>
              </a:rPr>
              <a:t> </a:t>
            </a:r>
            <a:r>
              <a:rPr lang="ko-KR" altLang="en-US" dirty="0">
                <a:solidFill>
                  <a:srgbClr val="CC0000"/>
                </a:solidFill>
                <a:latin typeface="+mn-lt"/>
              </a:rPr>
              <a:t>재생 제약</a:t>
            </a:r>
            <a:r>
              <a:rPr lang="en-US" altLang="ko-KR" dirty="0">
                <a:solidFill>
                  <a:srgbClr val="CC0000"/>
                </a:solidFill>
                <a:latin typeface="+mn-lt"/>
              </a:rPr>
              <a:t>: </a:t>
            </a:r>
            <a:r>
              <a:rPr lang="ko-KR" altLang="en-US" dirty="0">
                <a:latin typeface="+mn-lt"/>
              </a:rPr>
              <a:t>일단 클라이언트 재생이 시작되면</a:t>
            </a:r>
            <a:r>
              <a:rPr lang="en-US" altLang="ko-KR" dirty="0">
                <a:latin typeface="+mn-lt"/>
              </a:rPr>
              <a:t>, </a:t>
            </a:r>
            <a:r>
              <a:rPr lang="ko-KR" altLang="en-US" dirty="0">
                <a:latin typeface="+mn-lt"/>
              </a:rPr>
              <a:t>재생은 원래의 타이밍과 일치해야 한다</a:t>
            </a:r>
            <a:r>
              <a:rPr lang="en-US" altLang="ko-KR" dirty="0">
                <a:latin typeface="+mn-lt"/>
              </a:rPr>
              <a:t>.</a:t>
            </a:r>
            <a:r>
              <a:rPr lang="ko-KR" altLang="en-US" dirty="0">
                <a:latin typeface="+mn-lt"/>
              </a:rPr>
              <a:t> </a:t>
            </a:r>
            <a:endParaRPr lang="en-US" altLang="ko-KR" dirty="0">
              <a:latin typeface="+mn-lt"/>
            </a:endParaRPr>
          </a:p>
          <a:p>
            <a:pPr marL="739775" lvl="1" indent="-282575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i="0" dirty="0">
                <a:latin typeface="+mn-lt"/>
              </a:rPr>
              <a:t>… </a:t>
            </a:r>
            <a:r>
              <a:rPr lang="ko-KR" altLang="en-US" i="0" dirty="0">
                <a:latin typeface="+mn-lt"/>
              </a:rPr>
              <a:t>그러나 네트워크 지연은 가변적이므로 </a:t>
            </a:r>
            <a:r>
              <a:rPr lang="en-US" altLang="ko-KR" i="0" dirty="0">
                <a:latin typeface="+mn-lt"/>
              </a:rPr>
              <a:t>(jitter) </a:t>
            </a:r>
            <a:r>
              <a:rPr lang="ko-KR" altLang="en-US" i="0" dirty="0">
                <a:latin typeface="+mn-lt"/>
              </a:rPr>
              <a:t>연속 재생 요구사항을 지키려면 클라이언트 측의 버퍼가 요구됨</a:t>
            </a:r>
            <a:endParaRPr lang="en-US" i="0" dirty="0">
              <a:latin typeface="+mn-lt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Char char="v"/>
              <a:defRPr/>
            </a:pPr>
            <a:endParaRPr lang="en-US" i="0" dirty="0">
              <a:latin typeface="+mn-lt"/>
            </a:endParaRPr>
          </a:p>
        </p:txBody>
      </p:sp>
      <p:sp>
        <p:nvSpPr>
          <p:cNvPr id="5" name="Rectangle 153">
            <a:extLst>
              <a:ext uri="{FF2B5EF4-FFF2-40B4-BE49-F238E27FC236}">
                <a16:creationId xmlns:a16="http://schemas.microsoft.com/office/drawing/2014/main" id="{B4592CC0-1610-41C1-88BD-9F79F1F7B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801" y="3428999"/>
            <a:ext cx="8171815" cy="2449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82575" indent="-282575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ko-KR" altLang="en-US" i="0" dirty="0"/>
              <a:t>기타 과제</a:t>
            </a:r>
            <a:r>
              <a:rPr lang="en-US" i="0" dirty="0"/>
              <a:t>:</a:t>
            </a:r>
          </a:p>
          <a:p>
            <a:pPr marL="682625" lvl="1" indent="-225425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  <a:defRPr/>
            </a:pPr>
            <a:r>
              <a:rPr lang="ko-KR" altLang="en-US" i="0" dirty="0"/>
              <a:t>클라이언트 상호 작용</a:t>
            </a:r>
            <a:r>
              <a:rPr lang="en-US" i="0" dirty="0"/>
              <a:t>: </a:t>
            </a:r>
            <a:r>
              <a:rPr lang="ko-KR" altLang="en-US" i="0" dirty="0"/>
              <a:t>일시 정지</a:t>
            </a:r>
            <a:r>
              <a:rPr lang="en-US" altLang="ko-KR" i="0" dirty="0"/>
              <a:t>, </a:t>
            </a:r>
            <a:r>
              <a:rPr lang="ko-KR" altLang="en-US" i="0" dirty="0"/>
              <a:t>빨리 감기</a:t>
            </a:r>
            <a:r>
              <a:rPr lang="en-US" altLang="ko-KR" i="0" dirty="0"/>
              <a:t>, </a:t>
            </a:r>
            <a:r>
              <a:rPr lang="ko-KR" altLang="en-US" dirty="0"/>
              <a:t>되</a:t>
            </a:r>
            <a:r>
              <a:rPr lang="ko-KR" altLang="en-US" i="0" dirty="0"/>
              <a:t>감기</a:t>
            </a:r>
            <a:r>
              <a:rPr lang="en-US" altLang="ko-KR" i="0" dirty="0"/>
              <a:t>, </a:t>
            </a:r>
            <a:r>
              <a:rPr lang="ko-KR" altLang="en-US" i="0" dirty="0"/>
              <a:t>건너뛰기 </a:t>
            </a:r>
            <a:endParaRPr lang="en-US" i="0" dirty="0"/>
          </a:p>
          <a:p>
            <a:pPr marL="682625" lvl="1" indent="-225425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  <a:defRPr/>
            </a:pPr>
            <a:r>
              <a:rPr lang="ko-KR" altLang="en-US" i="0" dirty="0"/>
              <a:t>비디오 패킷이 손실되거나 재전송 될 수도 있음</a:t>
            </a:r>
            <a:endParaRPr lang="en-US" altLang="ko-KR" i="0" dirty="0"/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Char char="v"/>
              <a:defRPr/>
            </a:pPr>
            <a:endParaRPr lang="en-US" i="0" dirty="0"/>
          </a:p>
        </p:txBody>
      </p:sp>
      <p:pic>
        <p:nvPicPr>
          <p:cNvPr id="6" name="Picture 2" descr="Image result for netflix rebuffering">
            <a:extLst>
              <a:ext uri="{FF2B5EF4-FFF2-40B4-BE49-F238E27FC236}">
                <a16:creationId xmlns:a16="http://schemas.microsoft.com/office/drawing/2014/main" id="{856B8A41-B7A9-4519-AB25-4253A07B5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068" y="2868885"/>
            <a:ext cx="2614265" cy="164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458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저장된 비디오의 </a:t>
            </a:r>
            <a:r>
              <a:rPr lang="en-US" altLang="ko-KR" dirty="0"/>
              <a:t>Streaming</a:t>
            </a:r>
            <a:endParaRPr lang="ko-KR" altLang="en-US" dirty="0"/>
          </a:p>
          <a:p>
            <a:r>
              <a:rPr lang="en-US" altLang="ko-KR" dirty="0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playout buffering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147" name="Text Box 354">
            <a:extLst>
              <a:ext uri="{FF2B5EF4-FFF2-40B4-BE49-F238E27FC236}">
                <a16:creationId xmlns:a16="http://schemas.microsoft.com/office/drawing/2014/main" id="{C234203C-EF8E-4161-864B-3FCB64243E2D}"/>
              </a:ext>
            </a:extLst>
          </p:cNvPr>
          <p:cNvSpPr txBox="1">
            <a:spLocks noChangeArrowheads="1"/>
          </p:cNvSpPr>
          <p:nvPr/>
        </p:nvSpPr>
        <p:spPr bwMode="auto">
          <a:xfrm rot="-5433387">
            <a:off x="-291797" y="2786638"/>
            <a:ext cx="212242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Cumulative data</a:t>
            </a:r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40A3AC77-E90F-4660-9F4C-F060A51EDCDB}"/>
              </a:ext>
            </a:extLst>
          </p:cNvPr>
          <p:cNvGrpSpPr/>
          <p:nvPr/>
        </p:nvGrpSpPr>
        <p:grpSpPr>
          <a:xfrm>
            <a:off x="1142574" y="5107024"/>
            <a:ext cx="6187866" cy="609218"/>
            <a:chOff x="1142574" y="5107024"/>
            <a:chExt cx="6187866" cy="609218"/>
          </a:xfrm>
        </p:grpSpPr>
        <p:sp>
          <p:nvSpPr>
            <p:cNvPr id="150" name="사각형: 잘린 한쪽 모서리 149">
              <a:extLst>
                <a:ext uri="{FF2B5EF4-FFF2-40B4-BE49-F238E27FC236}">
                  <a16:creationId xmlns:a16="http://schemas.microsoft.com/office/drawing/2014/main" id="{82D0613B-993B-4A5E-8CF6-056698A9BA69}"/>
                </a:ext>
              </a:extLst>
            </p:cNvPr>
            <p:cNvSpPr/>
            <p:nvPr/>
          </p:nvSpPr>
          <p:spPr>
            <a:xfrm>
              <a:off x="1485964" y="5160963"/>
              <a:ext cx="5844476" cy="477115"/>
            </a:xfrm>
            <a:prstGeom prst="snip1Rect">
              <a:avLst>
                <a:gd name="adj" fmla="val 24302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D284EE20-24AF-4F40-8BBC-3844E9C8E9EC}"/>
                </a:ext>
              </a:extLst>
            </p:cNvPr>
            <p:cNvSpPr txBox="1"/>
            <p:nvPr/>
          </p:nvSpPr>
          <p:spPr>
            <a:xfrm>
              <a:off x="1586706" y="5245483"/>
              <a:ext cx="551513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+mj-cs"/>
                </a:rPr>
                <a:t>클라이언트 버퍼링의 역할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+mj-cs"/>
                </a:rPr>
                <a:t>: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+mj-cs"/>
                </a:rPr>
                <a:t>네트워크 지연 및 지터를 보완</a:t>
              </a:r>
            </a:p>
          </p:txBody>
        </p: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0AF7EE6F-1C4F-4C09-9832-60535793307F}"/>
                </a:ext>
              </a:extLst>
            </p:cNvPr>
            <p:cNvGrpSpPr/>
            <p:nvPr/>
          </p:nvGrpSpPr>
          <p:grpSpPr>
            <a:xfrm>
              <a:off x="1142574" y="5107024"/>
              <a:ext cx="511244" cy="609218"/>
              <a:chOff x="670134" y="5988734"/>
              <a:chExt cx="499079" cy="594722"/>
            </a:xfrm>
          </p:grpSpPr>
          <p:sp>
            <p:nvSpPr>
              <p:cNvPr id="153" name="타원 152">
                <a:extLst>
                  <a:ext uri="{FF2B5EF4-FFF2-40B4-BE49-F238E27FC236}">
                    <a16:creationId xmlns:a16="http://schemas.microsoft.com/office/drawing/2014/main" id="{7450BBD4-6F66-4EB8-9EE4-27FAABEC7187}"/>
                  </a:ext>
                </a:extLst>
              </p:cNvPr>
              <p:cNvSpPr/>
              <p:nvPr/>
            </p:nvSpPr>
            <p:spPr>
              <a:xfrm>
                <a:off x="758638" y="6499035"/>
                <a:ext cx="314384" cy="84421"/>
              </a:xfrm>
              <a:prstGeom prst="ellipse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54" name="그래픽 16">
                <a:extLst>
                  <a:ext uri="{FF2B5EF4-FFF2-40B4-BE49-F238E27FC236}">
                    <a16:creationId xmlns:a16="http://schemas.microsoft.com/office/drawing/2014/main" id="{3B093ACB-D1B7-4D1B-AD28-A0E5BE169149}"/>
                  </a:ext>
                </a:extLst>
              </p:cNvPr>
              <p:cNvSpPr/>
              <p:nvPr/>
            </p:nvSpPr>
            <p:spPr>
              <a:xfrm rot="5400000">
                <a:off x="638045" y="6020823"/>
                <a:ext cx="563257" cy="499079"/>
              </a:xfrm>
              <a:custGeom>
                <a:avLst/>
                <a:gdLst>
                  <a:gd name="connsiteX0" fmla="*/ 399978 w 563257"/>
                  <a:gd name="connsiteY0" fmla="*/ 29 h 499079"/>
                  <a:gd name="connsiteX1" fmla="*/ 163102 w 563257"/>
                  <a:gd name="connsiteY1" fmla="*/ 29 h 499079"/>
                  <a:gd name="connsiteX2" fmla="*/ 124367 w 563257"/>
                  <a:gd name="connsiteY2" fmla="*/ 22376 h 499079"/>
                  <a:gd name="connsiteX3" fmla="*/ 5929 w 563257"/>
                  <a:gd name="connsiteY3" fmla="*/ 227222 h 499079"/>
                  <a:gd name="connsiteX4" fmla="*/ 5929 w 563257"/>
                  <a:gd name="connsiteY4" fmla="*/ 271916 h 499079"/>
                  <a:gd name="connsiteX5" fmla="*/ 124367 w 563257"/>
                  <a:gd name="connsiteY5" fmla="*/ 476762 h 499079"/>
                  <a:gd name="connsiteX6" fmla="*/ 163102 w 563257"/>
                  <a:gd name="connsiteY6" fmla="*/ 499109 h 499079"/>
                  <a:gd name="connsiteX7" fmla="*/ 399978 w 563257"/>
                  <a:gd name="connsiteY7" fmla="*/ 499109 h 499079"/>
                  <a:gd name="connsiteX8" fmla="*/ 438712 w 563257"/>
                  <a:gd name="connsiteY8" fmla="*/ 476762 h 499079"/>
                  <a:gd name="connsiteX9" fmla="*/ 557150 w 563257"/>
                  <a:gd name="connsiteY9" fmla="*/ 271916 h 499079"/>
                  <a:gd name="connsiteX10" fmla="*/ 557150 w 563257"/>
                  <a:gd name="connsiteY10" fmla="*/ 227222 h 499079"/>
                  <a:gd name="connsiteX11" fmla="*/ 438712 w 563257"/>
                  <a:gd name="connsiteY11" fmla="*/ 22376 h 499079"/>
                  <a:gd name="connsiteX12" fmla="*/ 399978 w 563257"/>
                  <a:gd name="connsiteY12" fmla="*/ 29 h 499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3257" h="499079">
                    <a:moveTo>
                      <a:pt x="399978" y="29"/>
                    </a:moveTo>
                    <a:lnTo>
                      <a:pt x="163102" y="29"/>
                    </a:lnTo>
                    <a:cubicBezTo>
                      <a:pt x="147135" y="57"/>
                      <a:pt x="132384" y="8568"/>
                      <a:pt x="124367" y="22376"/>
                    </a:cubicBezTo>
                    <a:lnTo>
                      <a:pt x="5929" y="227222"/>
                    </a:lnTo>
                    <a:cubicBezTo>
                      <a:pt x="-2093" y="241040"/>
                      <a:pt x="-2093" y="258098"/>
                      <a:pt x="5929" y="271916"/>
                    </a:cubicBezTo>
                    <a:lnTo>
                      <a:pt x="124367" y="476762"/>
                    </a:lnTo>
                    <a:cubicBezTo>
                      <a:pt x="132384" y="490571"/>
                      <a:pt x="147135" y="499081"/>
                      <a:pt x="163102" y="499109"/>
                    </a:cubicBezTo>
                    <a:lnTo>
                      <a:pt x="399978" y="499109"/>
                    </a:lnTo>
                    <a:cubicBezTo>
                      <a:pt x="415937" y="499081"/>
                      <a:pt x="430704" y="490571"/>
                      <a:pt x="438712" y="476762"/>
                    </a:cubicBezTo>
                    <a:lnTo>
                      <a:pt x="557150" y="271916"/>
                    </a:lnTo>
                    <a:cubicBezTo>
                      <a:pt x="565176" y="258098"/>
                      <a:pt x="565176" y="241040"/>
                      <a:pt x="557150" y="227222"/>
                    </a:cubicBezTo>
                    <a:lnTo>
                      <a:pt x="438712" y="22376"/>
                    </a:lnTo>
                    <a:cubicBezTo>
                      <a:pt x="430704" y="8568"/>
                      <a:pt x="415937" y="57"/>
                      <a:pt x="399978" y="2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pic>
            <p:nvPicPr>
              <p:cNvPr id="155" name="그림 154">
                <a:extLst>
                  <a:ext uri="{FF2B5EF4-FFF2-40B4-BE49-F238E27FC236}">
                    <a16:creationId xmlns:a16="http://schemas.microsoft.com/office/drawing/2014/main" id="{5DE8423E-C9E2-4B46-902A-200AA2598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rcRect/>
              <a:stretch/>
            </p:blipFill>
            <p:spPr>
              <a:xfrm>
                <a:off x="729500" y="6172492"/>
                <a:ext cx="375876" cy="217726"/>
              </a:xfrm>
              <a:prstGeom prst="rect">
                <a:avLst/>
              </a:prstGeom>
            </p:spPr>
          </p:pic>
        </p:grpSp>
      </p:grp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4D36A68-F729-43E0-AF98-12B35E3BE1DF}"/>
              </a:ext>
            </a:extLst>
          </p:cNvPr>
          <p:cNvSpPr/>
          <p:nvPr/>
        </p:nvSpPr>
        <p:spPr>
          <a:xfrm>
            <a:off x="945706" y="1543050"/>
            <a:ext cx="6591132" cy="2413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9062B601-3415-4B58-B2C6-277473C2F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946212" y="1543051"/>
            <a:ext cx="0" cy="24274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500" dirty="0">
              <a:latin typeface="Arial"/>
              <a:cs typeface="Arial"/>
            </a:endParaRP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28C32372-F3FE-48D4-BF84-ED111E5F87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8187" y="3962497"/>
            <a:ext cx="658444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500" dirty="0">
              <a:latin typeface="Arial"/>
              <a:cs typeface="Arial"/>
            </a:endParaRPr>
          </a:p>
        </p:txBody>
      </p:sp>
      <p:sp>
        <p:nvSpPr>
          <p:cNvPr id="8" name="Text Box 58">
            <a:extLst>
              <a:ext uri="{FF2B5EF4-FFF2-40B4-BE49-F238E27FC236}">
                <a16:creationId xmlns:a16="http://schemas.microsoft.com/office/drawing/2014/main" id="{94B47F02-5E02-46D9-B6DE-24FC42029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150" y="1678878"/>
            <a:ext cx="1487908" cy="741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       constant bit </a:t>
            </a:r>
          </a:p>
          <a:p>
            <a:pPr>
              <a:lnSpc>
                <a:spcPct val="120000"/>
              </a:lnSpc>
              <a:defRPr/>
            </a:pPr>
            <a:r>
              <a:rPr 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      rate video</a:t>
            </a:r>
          </a:p>
          <a:p>
            <a:pPr>
              <a:lnSpc>
                <a:spcPct val="120000"/>
              </a:lnSpc>
              <a:defRPr/>
            </a:pPr>
            <a:r>
              <a:rPr 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transmission</a:t>
            </a:r>
          </a:p>
        </p:txBody>
      </p:sp>
      <p:grpSp>
        <p:nvGrpSpPr>
          <p:cNvPr id="9" name="Group 60">
            <a:extLst>
              <a:ext uri="{FF2B5EF4-FFF2-40B4-BE49-F238E27FC236}">
                <a16:creationId xmlns:a16="http://schemas.microsoft.com/office/drawing/2014/main" id="{7AE6E6EA-FBCD-4858-80FB-7E001C8882E0}"/>
              </a:ext>
            </a:extLst>
          </p:cNvPr>
          <p:cNvGrpSpPr>
            <a:grpSpLocks/>
          </p:cNvGrpSpPr>
          <p:nvPr/>
        </p:nvGrpSpPr>
        <p:grpSpPr bwMode="auto">
          <a:xfrm>
            <a:off x="1267209" y="1845256"/>
            <a:ext cx="2150678" cy="2127940"/>
            <a:chOff x="648" y="1147"/>
            <a:chExt cx="1608" cy="1591"/>
          </a:xfrm>
        </p:grpSpPr>
        <p:grpSp>
          <p:nvGrpSpPr>
            <p:cNvPr id="103" name="Group 61">
              <a:extLst>
                <a:ext uri="{FF2B5EF4-FFF2-40B4-BE49-F238E27FC236}">
                  <a16:creationId xmlns:a16="http://schemas.microsoft.com/office/drawing/2014/main" id="{F5A910C7-3BC0-4184-B0A9-D5C8A74BD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119" name="Group 62">
                <a:extLst>
                  <a:ext uri="{FF2B5EF4-FFF2-40B4-BE49-F238E27FC236}">
                    <a16:creationId xmlns:a16="http://schemas.microsoft.com/office/drawing/2014/main" id="{DA6298A9-FBA8-48F7-AA9D-F497BD5033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130" name="Group 63">
                  <a:extLst>
                    <a:ext uri="{FF2B5EF4-FFF2-40B4-BE49-F238E27FC236}">
                      <a16:creationId xmlns:a16="http://schemas.microsoft.com/office/drawing/2014/main" id="{7077A512-33D9-4A27-87F0-D01A3CDD97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138" name="Group 64">
                    <a:extLst>
                      <a:ext uri="{FF2B5EF4-FFF2-40B4-BE49-F238E27FC236}">
                        <a16:creationId xmlns:a16="http://schemas.microsoft.com/office/drawing/2014/main" id="{B4DE6962-DFD0-4659-8D72-7400532B19A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42" name="Line 65">
                      <a:extLst>
                        <a:ext uri="{FF2B5EF4-FFF2-40B4-BE49-F238E27FC236}">
                          <a16:creationId xmlns:a16="http://schemas.microsoft.com/office/drawing/2014/main" id="{D3DD12F6-C68C-4C3D-8193-CEB491C32B2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  <p:sp>
                  <p:nvSpPr>
                    <p:cNvPr id="143" name="Line 66">
                      <a:extLst>
                        <a:ext uri="{FF2B5EF4-FFF2-40B4-BE49-F238E27FC236}">
                          <a16:creationId xmlns:a16="http://schemas.microsoft.com/office/drawing/2014/main" id="{3DB4494A-64EE-4307-901B-4CF26EA25DC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139" name="Group 67">
                    <a:extLst>
                      <a:ext uri="{FF2B5EF4-FFF2-40B4-BE49-F238E27FC236}">
                        <a16:creationId xmlns:a16="http://schemas.microsoft.com/office/drawing/2014/main" id="{48E2165E-120A-4C2D-839E-1B5A7E2E2BB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40" name="Line 68">
                      <a:extLst>
                        <a:ext uri="{FF2B5EF4-FFF2-40B4-BE49-F238E27FC236}">
                          <a16:creationId xmlns:a16="http://schemas.microsoft.com/office/drawing/2014/main" id="{B60FC667-7674-4490-A954-B91C6FC78ED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  <p:sp>
                  <p:nvSpPr>
                    <p:cNvPr id="141" name="Line 69">
                      <a:extLst>
                        <a:ext uri="{FF2B5EF4-FFF2-40B4-BE49-F238E27FC236}">
                          <a16:creationId xmlns:a16="http://schemas.microsoft.com/office/drawing/2014/main" id="{3B3CC5BC-44ED-41BE-A1ED-A80949C8FE3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31" name="Group 70">
                  <a:extLst>
                    <a:ext uri="{FF2B5EF4-FFF2-40B4-BE49-F238E27FC236}">
                      <a16:creationId xmlns:a16="http://schemas.microsoft.com/office/drawing/2014/main" id="{C86331A3-B741-4B77-A0A5-987BF54AF5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132" name="Group 71">
                    <a:extLst>
                      <a:ext uri="{FF2B5EF4-FFF2-40B4-BE49-F238E27FC236}">
                        <a16:creationId xmlns:a16="http://schemas.microsoft.com/office/drawing/2014/main" id="{6552FEE3-0462-4FCF-B630-9862CFFF5C7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36" name="Line 72">
                      <a:extLst>
                        <a:ext uri="{FF2B5EF4-FFF2-40B4-BE49-F238E27FC236}">
                          <a16:creationId xmlns:a16="http://schemas.microsoft.com/office/drawing/2014/main" id="{18E7CE6C-CBBF-477C-8450-2264F4A6D96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  <p:sp>
                  <p:nvSpPr>
                    <p:cNvPr id="137" name="Line 73">
                      <a:extLst>
                        <a:ext uri="{FF2B5EF4-FFF2-40B4-BE49-F238E27FC236}">
                          <a16:creationId xmlns:a16="http://schemas.microsoft.com/office/drawing/2014/main" id="{69DCAF31-7E25-43A4-BE36-BECC3FDD6C0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133" name="Group 74">
                    <a:extLst>
                      <a:ext uri="{FF2B5EF4-FFF2-40B4-BE49-F238E27FC236}">
                        <a16:creationId xmlns:a16="http://schemas.microsoft.com/office/drawing/2014/main" id="{AEFCAFD8-2A5E-4B18-8EF5-A284ED1E327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134" name="Line 75">
                      <a:extLst>
                        <a:ext uri="{FF2B5EF4-FFF2-40B4-BE49-F238E27FC236}">
                          <a16:creationId xmlns:a16="http://schemas.microsoft.com/office/drawing/2014/main" id="{1BEC8043-63E1-498E-8FDF-05CE651B1DB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  <p:sp>
                  <p:nvSpPr>
                    <p:cNvPr id="135" name="Line 76">
                      <a:extLst>
                        <a:ext uri="{FF2B5EF4-FFF2-40B4-BE49-F238E27FC236}">
                          <a16:creationId xmlns:a16="http://schemas.microsoft.com/office/drawing/2014/main" id="{57B8FF02-0396-4239-8112-3A42D55FBD7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27037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20" name="Group 77">
                <a:extLst>
                  <a:ext uri="{FF2B5EF4-FFF2-40B4-BE49-F238E27FC236}">
                    <a16:creationId xmlns:a16="http://schemas.microsoft.com/office/drawing/2014/main" id="{114137E0-44AD-4939-AB48-85291216B0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124" name="Group 78">
                  <a:extLst>
                    <a:ext uri="{FF2B5EF4-FFF2-40B4-BE49-F238E27FC236}">
                      <a16:creationId xmlns:a16="http://schemas.microsoft.com/office/drawing/2014/main" id="{11294529-B5B3-4181-8819-8A9AC142E2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128" name="Line 79">
                    <a:extLst>
                      <a:ext uri="{FF2B5EF4-FFF2-40B4-BE49-F238E27FC236}">
                        <a16:creationId xmlns:a16="http://schemas.microsoft.com/office/drawing/2014/main" id="{8C55E3C7-00A4-4E22-9BAE-DFD80E5D07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129" name="Line 80">
                    <a:extLst>
                      <a:ext uri="{FF2B5EF4-FFF2-40B4-BE49-F238E27FC236}">
                        <a16:creationId xmlns:a16="http://schemas.microsoft.com/office/drawing/2014/main" id="{841CC1CC-9938-4FD1-917F-234B47DCBE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  <p:grpSp>
              <p:nvGrpSpPr>
                <p:cNvPr id="125" name="Group 81">
                  <a:extLst>
                    <a:ext uri="{FF2B5EF4-FFF2-40B4-BE49-F238E27FC236}">
                      <a16:creationId xmlns:a16="http://schemas.microsoft.com/office/drawing/2014/main" id="{7B49A87F-AE81-4CBC-BF1A-4F10498F974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126" name="Line 82">
                    <a:extLst>
                      <a:ext uri="{FF2B5EF4-FFF2-40B4-BE49-F238E27FC236}">
                        <a16:creationId xmlns:a16="http://schemas.microsoft.com/office/drawing/2014/main" id="{2D6142B5-E722-43B7-8DD0-459DB386FFC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127" name="Line 83">
                    <a:extLst>
                      <a:ext uri="{FF2B5EF4-FFF2-40B4-BE49-F238E27FC236}">
                        <a16:creationId xmlns:a16="http://schemas.microsoft.com/office/drawing/2014/main" id="{38ABEB4A-1753-4A80-90FD-1AB88B6CFF2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</p:grpSp>
          <p:grpSp>
            <p:nvGrpSpPr>
              <p:cNvPr id="121" name="Group 84">
                <a:extLst>
                  <a:ext uri="{FF2B5EF4-FFF2-40B4-BE49-F238E27FC236}">
                    <a16:creationId xmlns:a16="http://schemas.microsoft.com/office/drawing/2014/main" id="{F4EC4787-48C8-46F5-A15F-2A8B1659A3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1" y="1071"/>
                <a:ext cx="145" cy="144"/>
                <a:chOff x="672" y="1920"/>
                <a:chExt cx="145" cy="144"/>
              </a:xfrm>
            </p:grpSpPr>
            <p:sp>
              <p:nvSpPr>
                <p:cNvPr id="122" name="Line 85">
                  <a:extLst>
                    <a:ext uri="{FF2B5EF4-FFF2-40B4-BE49-F238E27FC236}">
                      <a16:creationId xmlns:a16="http://schemas.microsoft.com/office/drawing/2014/main" id="{C7661B69-C4DB-4490-9BC2-1493E448AC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F2703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defRPr/>
                  </a:pPr>
                  <a:endParaRPr lang="en-US" sz="1500" dirty="0">
                    <a:cs typeface="Arial"/>
                  </a:endParaRPr>
                </a:p>
              </p:txBody>
            </p:sp>
            <p:sp>
              <p:nvSpPr>
                <p:cNvPr id="123" name="Line 86">
                  <a:extLst>
                    <a:ext uri="{FF2B5EF4-FFF2-40B4-BE49-F238E27FC236}">
                      <a16:creationId xmlns:a16="http://schemas.microsoft.com/office/drawing/2014/main" id="{9DA0B04F-E0E9-49F7-973E-3351BDD459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F2703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defRPr/>
                  </a:pPr>
                  <a:endParaRPr lang="en-US" sz="1500" dirty="0">
                    <a:cs typeface="Arial"/>
                  </a:endParaRPr>
                </a:p>
              </p:txBody>
            </p:sp>
          </p:grpSp>
        </p:grpSp>
        <p:grpSp>
          <p:nvGrpSpPr>
            <p:cNvPr id="104" name="Group 87">
              <a:extLst>
                <a:ext uri="{FF2B5EF4-FFF2-40B4-BE49-F238E27FC236}">
                  <a16:creationId xmlns:a16="http://schemas.microsoft.com/office/drawing/2014/main" id="{67589FB1-E8CF-49AB-B45B-245B3AB7DD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105" name="Group 88">
                <a:extLst>
                  <a:ext uri="{FF2B5EF4-FFF2-40B4-BE49-F238E27FC236}">
                    <a16:creationId xmlns:a16="http://schemas.microsoft.com/office/drawing/2014/main" id="{DCC00A5D-38E1-40A9-97FB-D2C13CD252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113" name="Group 89">
                  <a:extLst>
                    <a:ext uri="{FF2B5EF4-FFF2-40B4-BE49-F238E27FC236}">
                      <a16:creationId xmlns:a16="http://schemas.microsoft.com/office/drawing/2014/main" id="{16B2C5CC-2EB0-4E70-82DD-2CE03E8685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117" name="Line 90">
                    <a:extLst>
                      <a:ext uri="{FF2B5EF4-FFF2-40B4-BE49-F238E27FC236}">
                        <a16:creationId xmlns:a16="http://schemas.microsoft.com/office/drawing/2014/main" id="{1B6AD8D7-2F3C-42C2-95C9-A4BB8AE12A2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118" name="Line 91">
                    <a:extLst>
                      <a:ext uri="{FF2B5EF4-FFF2-40B4-BE49-F238E27FC236}">
                        <a16:creationId xmlns:a16="http://schemas.microsoft.com/office/drawing/2014/main" id="{EBE8FE6C-C2E2-4B58-B782-A215D2F706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  <p:grpSp>
              <p:nvGrpSpPr>
                <p:cNvPr id="114" name="Group 92">
                  <a:extLst>
                    <a:ext uri="{FF2B5EF4-FFF2-40B4-BE49-F238E27FC236}">
                      <a16:creationId xmlns:a16="http://schemas.microsoft.com/office/drawing/2014/main" id="{5BC3200B-065B-4302-85BF-E357C6B2D8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115" name="Line 93">
                    <a:extLst>
                      <a:ext uri="{FF2B5EF4-FFF2-40B4-BE49-F238E27FC236}">
                        <a16:creationId xmlns:a16="http://schemas.microsoft.com/office/drawing/2014/main" id="{E6760BE4-CC52-4078-9487-0C0641B472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116" name="Line 94">
                    <a:extLst>
                      <a:ext uri="{FF2B5EF4-FFF2-40B4-BE49-F238E27FC236}">
                        <a16:creationId xmlns:a16="http://schemas.microsoft.com/office/drawing/2014/main" id="{3BE83F5F-54F0-45CA-BE45-58637F7E41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</p:grpSp>
          <p:grpSp>
            <p:nvGrpSpPr>
              <p:cNvPr id="106" name="Group 95">
                <a:extLst>
                  <a:ext uri="{FF2B5EF4-FFF2-40B4-BE49-F238E27FC236}">
                    <a16:creationId xmlns:a16="http://schemas.microsoft.com/office/drawing/2014/main" id="{6D6833E9-D2D5-454A-B53E-4CB11DCC7F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107" name="Group 96">
                  <a:extLst>
                    <a:ext uri="{FF2B5EF4-FFF2-40B4-BE49-F238E27FC236}">
                      <a16:creationId xmlns:a16="http://schemas.microsoft.com/office/drawing/2014/main" id="{07807695-AC2B-428C-AC62-04EBA4B5A3A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111" name="Line 97">
                    <a:extLst>
                      <a:ext uri="{FF2B5EF4-FFF2-40B4-BE49-F238E27FC236}">
                        <a16:creationId xmlns:a16="http://schemas.microsoft.com/office/drawing/2014/main" id="{340792B2-0BA3-4AA9-820A-0F8C1AE8AE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112" name="Line 98">
                    <a:extLst>
                      <a:ext uri="{FF2B5EF4-FFF2-40B4-BE49-F238E27FC236}">
                        <a16:creationId xmlns:a16="http://schemas.microsoft.com/office/drawing/2014/main" id="{C6B6D5CF-E88A-40D2-8979-C971198C807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  <p:grpSp>
              <p:nvGrpSpPr>
                <p:cNvPr id="108" name="Group 99">
                  <a:extLst>
                    <a:ext uri="{FF2B5EF4-FFF2-40B4-BE49-F238E27FC236}">
                      <a16:creationId xmlns:a16="http://schemas.microsoft.com/office/drawing/2014/main" id="{A63757B5-8B2D-478D-9D1E-F5F417DAD0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109" name="Line 100">
                    <a:extLst>
                      <a:ext uri="{FF2B5EF4-FFF2-40B4-BE49-F238E27FC236}">
                        <a16:creationId xmlns:a16="http://schemas.microsoft.com/office/drawing/2014/main" id="{DD3BB2AE-A4B6-4229-999E-38F78E11B4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110" name="Line 101">
                    <a:extLst>
                      <a:ext uri="{FF2B5EF4-FFF2-40B4-BE49-F238E27FC236}">
                        <a16:creationId xmlns:a16="http://schemas.microsoft.com/office/drawing/2014/main" id="{24BCDE30-DE2B-47C3-88B0-21B2FD1E566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27037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</p:grpSp>
        </p:grp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FCED5642-5580-42A4-9102-5AB4AB3828D0}"/>
              </a:ext>
            </a:extLst>
          </p:cNvPr>
          <p:cNvGrpSpPr/>
          <p:nvPr/>
        </p:nvGrpSpPr>
        <p:grpSpPr>
          <a:xfrm>
            <a:off x="2342547" y="1857293"/>
            <a:ext cx="2949159" cy="2123929"/>
            <a:chOff x="2342547" y="1857293"/>
            <a:chExt cx="2949159" cy="2123929"/>
          </a:xfrm>
        </p:grpSpPr>
        <p:grpSp>
          <p:nvGrpSpPr>
            <p:cNvPr id="63" name="Group 198">
              <a:extLst>
                <a:ext uri="{FF2B5EF4-FFF2-40B4-BE49-F238E27FC236}">
                  <a16:creationId xmlns:a16="http://schemas.microsoft.com/office/drawing/2014/main" id="{D76044C8-BEDF-4165-901F-2901EB3A97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068" y="1857293"/>
              <a:ext cx="2459638" cy="2123929"/>
              <a:chOff x="1938" y="1156"/>
              <a:chExt cx="1839" cy="1588"/>
            </a:xfrm>
          </p:grpSpPr>
          <p:grpSp>
            <p:nvGrpSpPr>
              <p:cNvPr id="67" name="Group 106">
                <a:extLst>
                  <a:ext uri="{FF2B5EF4-FFF2-40B4-BE49-F238E27FC236}">
                    <a16:creationId xmlns:a16="http://schemas.microsoft.com/office/drawing/2014/main" id="{33A868F0-63F7-420C-947A-C9F3ABFE08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38" y="2600"/>
                <a:ext cx="319" cy="144"/>
                <a:chOff x="672" y="1920"/>
                <a:chExt cx="145" cy="144"/>
              </a:xfrm>
            </p:grpSpPr>
            <p:sp>
              <p:nvSpPr>
                <p:cNvPr id="101" name="Line 107">
                  <a:extLst>
                    <a:ext uri="{FF2B5EF4-FFF2-40B4-BE49-F238E27FC236}">
                      <a16:creationId xmlns:a16="http://schemas.microsoft.com/office/drawing/2014/main" id="{BB1858A0-98FF-4A2C-9469-9955D43566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defRPr/>
                  </a:pPr>
                  <a:endParaRPr lang="en-US" sz="1500" dirty="0">
                    <a:cs typeface="Arial"/>
                  </a:endParaRPr>
                </a:p>
              </p:txBody>
            </p:sp>
            <p:sp>
              <p:nvSpPr>
                <p:cNvPr id="102" name="Line 108">
                  <a:extLst>
                    <a:ext uri="{FF2B5EF4-FFF2-40B4-BE49-F238E27FC236}">
                      <a16:creationId xmlns:a16="http://schemas.microsoft.com/office/drawing/2014/main" id="{9D446729-97CC-4F98-BC0D-A58BAE75AA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defRPr/>
                  </a:pPr>
                  <a:endParaRPr lang="en-US" sz="1500" dirty="0">
                    <a:cs typeface="Arial"/>
                  </a:endParaRPr>
                </a:p>
              </p:txBody>
            </p:sp>
          </p:grpSp>
          <p:grpSp>
            <p:nvGrpSpPr>
              <p:cNvPr id="68" name="Group 109">
                <a:extLst>
                  <a:ext uri="{FF2B5EF4-FFF2-40B4-BE49-F238E27FC236}">
                    <a16:creationId xmlns:a16="http://schemas.microsoft.com/office/drawing/2014/main" id="{19633C55-B7C8-490F-ADEB-AD3EDF7529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2" y="2456"/>
                <a:ext cx="73" cy="144"/>
                <a:chOff x="672" y="1920"/>
                <a:chExt cx="145" cy="144"/>
              </a:xfrm>
            </p:grpSpPr>
            <p:sp>
              <p:nvSpPr>
                <p:cNvPr id="99" name="Line 110">
                  <a:extLst>
                    <a:ext uri="{FF2B5EF4-FFF2-40B4-BE49-F238E27FC236}">
                      <a16:creationId xmlns:a16="http://schemas.microsoft.com/office/drawing/2014/main" id="{8D24A8A8-32A8-4F7C-9562-E79D3B9C6F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defRPr/>
                  </a:pPr>
                  <a:endParaRPr lang="en-US" sz="1500" dirty="0">
                    <a:cs typeface="Arial"/>
                  </a:endParaRPr>
                </a:p>
              </p:txBody>
            </p:sp>
            <p:sp>
              <p:nvSpPr>
                <p:cNvPr id="100" name="Line 111">
                  <a:extLst>
                    <a:ext uri="{FF2B5EF4-FFF2-40B4-BE49-F238E27FC236}">
                      <a16:creationId xmlns:a16="http://schemas.microsoft.com/office/drawing/2014/main" id="{40A06A3C-8116-461A-84B9-9BF1CCE4B5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9"/>
                  <a:ext cx="0" cy="14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defRPr/>
                  </a:pPr>
                  <a:endParaRPr lang="en-US" sz="1500" dirty="0">
                    <a:cs typeface="Arial"/>
                  </a:endParaRPr>
                </a:p>
              </p:txBody>
            </p:sp>
          </p:grpSp>
          <p:grpSp>
            <p:nvGrpSpPr>
              <p:cNvPr id="69" name="Group 112">
                <a:extLst>
                  <a:ext uri="{FF2B5EF4-FFF2-40B4-BE49-F238E27FC236}">
                    <a16:creationId xmlns:a16="http://schemas.microsoft.com/office/drawing/2014/main" id="{52B3B196-0409-41FF-B52F-E946BE9279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7" y="2169"/>
                <a:ext cx="126" cy="288"/>
                <a:chOff x="672" y="1776"/>
                <a:chExt cx="291" cy="288"/>
              </a:xfrm>
            </p:grpSpPr>
            <p:grpSp>
              <p:nvGrpSpPr>
                <p:cNvPr id="93" name="Group 113">
                  <a:extLst>
                    <a:ext uri="{FF2B5EF4-FFF2-40B4-BE49-F238E27FC236}">
                      <a16:creationId xmlns:a16="http://schemas.microsoft.com/office/drawing/2014/main" id="{63EA00A8-2D01-43AA-A4DE-C01DF88DB8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97" name="Line 114">
                    <a:extLst>
                      <a:ext uri="{FF2B5EF4-FFF2-40B4-BE49-F238E27FC236}">
                        <a16:creationId xmlns:a16="http://schemas.microsoft.com/office/drawing/2014/main" id="{5B6915B1-B034-46F1-B343-CE049583C4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98" name="Line 115">
                    <a:extLst>
                      <a:ext uri="{FF2B5EF4-FFF2-40B4-BE49-F238E27FC236}">
                        <a16:creationId xmlns:a16="http://schemas.microsoft.com/office/drawing/2014/main" id="{46CCE1A6-2BBF-45DC-9249-EF2758934C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7"/>
                    <a:ext cx="0" cy="1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  <p:grpSp>
              <p:nvGrpSpPr>
                <p:cNvPr id="94" name="Group 116">
                  <a:extLst>
                    <a:ext uri="{FF2B5EF4-FFF2-40B4-BE49-F238E27FC236}">
                      <a16:creationId xmlns:a16="http://schemas.microsoft.com/office/drawing/2014/main" id="{A4C46A04-69C7-434C-89B4-91701AEE3E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95" name="Line 117">
                    <a:extLst>
                      <a:ext uri="{FF2B5EF4-FFF2-40B4-BE49-F238E27FC236}">
                        <a16:creationId xmlns:a16="http://schemas.microsoft.com/office/drawing/2014/main" id="{CAE5719B-2F5F-4383-BE00-EB61DE780A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1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96" name="Line 118">
                    <a:extLst>
                      <a:ext uri="{FF2B5EF4-FFF2-40B4-BE49-F238E27FC236}">
                        <a16:creationId xmlns:a16="http://schemas.microsoft.com/office/drawing/2014/main" id="{C7712D3C-6119-454B-9578-ED29ECF765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4" y="1847"/>
                    <a:ext cx="0" cy="14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</p:grpSp>
          <p:grpSp>
            <p:nvGrpSpPr>
              <p:cNvPr id="70" name="Group 119">
                <a:extLst>
                  <a:ext uri="{FF2B5EF4-FFF2-40B4-BE49-F238E27FC236}">
                    <a16:creationId xmlns:a16="http://schemas.microsoft.com/office/drawing/2014/main" id="{C8447D3D-70E3-418C-B656-41E62DF046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1" y="1877"/>
                <a:ext cx="609" cy="288"/>
                <a:chOff x="672" y="1776"/>
                <a:chExt cx="291" cy="288"/>
              </a:xfrm>
            </p:grpSpPr>
            <p:grpSp>
              <p:nvGrpSpPr>
                <p:cNvPr id="87" name="Group 120">
                  <a:extLst>
                    <a:ext uri="{FF2B5EF4-FFF2-40B4-BE49-F238E27FC236}">
                      <a16:creationId xmlns:a16="http://schemas.microsoft.com/office/drawing/2014/main" id="{474F4391-99D4-403A-B3B8-DE0B6AF2AD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91" name="Line 121">
                    <a:extLst>
                      <a:ext uri="{FF2B5EF4-FFF2-40B4-BE49-F238E27FC236}">
                        <a16:creationId xmlns:a16="http://schemas.microsoft.com/office/drawing/2014/main" id="{0CAC62F7-1807-433D-B519-73C4D5E8EA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92" name="Line 122">
                    <a:extLst>
                      <a:ext uri="{FF2B5EF4-FFF2-40B4-BE49-F238E27FC236}">
                        <a16:creationId xmlns:a16="http://schemas.microsoft.com/office/drawing/2014/main" id="{AAC224F6-2C57-47CC-B0F2-8DC41873EF7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  <p:grpSp>
              <p:nvGrpSpPr>
                <p:cNvPr id="88" name="Group 123">
                  <a:extLst>
                    <a:ext uri="{FF2B5EF4-FFF2-40B4-BE49-F238E27FC236}">
                      <a16:creationId xmlns:a16="http://schemas.microsoft.com/office/drawing/2014/main" id="{11F7F5FA-D616-4EC6-8898-26CEDFA85D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89" name="Line 124">
                    <a:extLst>
                      <a:ext uri="{FF2B5EF4-FFF2-40B4-BE49-F238E27FC236}">
                        <a16:creationId xmlns:a16="http://schemas.microsoft.com/office/drawing/2014/main" id="{A42A22A2-F3E2-4B20-B495-AA5EE18FED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90" name="Line 125">
                    <a:extLst>
                      <a:ext uri="{FF2B5EF4-FFF2-40B4-BE49-F238E27FC236}">
                        <a16:creationId xmlns:a16="http://schemas.microsoft.com/office/drawing/2014/main" id="{DA59D3D3-CED7-46C8-AD39-2193FAAFB1F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</p:grpSp>
          <p:grpSp>
            <p:nvGrpSpPr>
              <p:cNvPr id="71" name="Group 126">
                <a:extLst>
                  <a:ext uri="{FF2B5EF4-FFF2-40B4-BE49-F238E27FC236}">
                    <a16:creationId xmlns:a16="http://schemas.microsoft.com/office/drawing/2014/main" id="{7018CCAB-E91C-4017-A330-BFC7E4206E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45" y="1740"/>
                <a:ext cx="52" cy="144"/>
                <a:chOff x="672" y="1920"/>
                <a:chExt cx="145" cy="144"/>
              </a:xfrm>
            </p:grpSpPr>
            <p:sp>
              <p:nvSpPr>
                <p:cNvPr id="85" name="Line 127">
                  <a:extLst>
                    <a:ext uri="{FF2B5EF4-FFF2-40B4-BE49-F238E27FC236}">
                      <a16:creationId xmlns:a16="http://schemas.microsoft.com/office/drawing/2014/main" id="{6D187EDC-A9A0-4B66-A9DA-C9083E0860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defRPr/>
                  </a:pPr>
                  <a:endParaRPr lang="en-US" sz="1500" dirty="0">
                    <a:cs typeface="Arial"/>
                  </a:endParaRPr>
                </a:p>
              </p:txBody>
            </p:sp>
            <p:sp>
              <p:nvSpPr>
                <p:cNvPr id="86" name="Line 128">
                  <a:extLst>
                    <a:ext uri="{FF2B5EF4-FFF2-40B4-BE49-F238E27FC236}">
                      <a16:creationId xmlns:a16="http://schemas.microsoft.com/office/drawing/2014/main" id="{B648EC06-EA0C-4F9F-8C0A-3C7BE548FC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9"/>
                  <a:ext cx="0" cy="1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defRPr/>
                  </a:pPr>
                  <a:endParaRPr lang="en-US" sz="1500" dirty="0">
                    <a:cs typeface="Arial"/>
                  </a:endParaRPr>
                </a:p>
              </p:txBody>
            </p:sp>
          </p:grpSp>
          <p:grpSp>
            <p:nvGrpSpPr>
              <p:cNvPr id="72" name="Group 131">
                <a:extLst>
                  <a:ext uri="{FF2B5EF4-FFF2-40B4-BE49-F238E27FC236}">
                    <a16:creationId xmlns:a16="http://schemas.microsoft.com/office/drawing/2014/main" id="{1A73CA8B-C56F-4C64-8534-307583D1D8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2" y="1590"/>
                <a:ext cx="469" cy="144"/>
                <a:chOff x="672" y="1920"/>
                <a:chExt cx="145" cy="144"/>
              </a:xfrm>
            </p:grpSpPr>
            <p:sp>
              <p:nvSpPr>
                <p:cNvPr id="83" name="Line 132">
                  <a:extLst>
                    <a:ext uri="{FF2B5EF4-FFF2-40B4-BE49-F238E27FC236}">
                      <a16:creationId xmlns:a16="http://schemas.microsoft.com/office/drawing/2014/main" id="{C152A77C-5742-4E81-A485-F70A884A5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defRPr/>
                  </a:pPr>
                  <a:endParaRPr lang="en-US" sz="1500" dirty="0">
                    <a:cs typeface="Arial"/>
                  </a:endParaRPr>
                </a:p>
              </p:txBody>
            </p:sp>
            <p:sp>
              <p:nvSpPr>
                <p:cNvPr id="84" name="Line 133">
                  <a:extLst>
                    <a:ext uri="{FF2B5EF4-FFF2-40B4-BE49-F238E27FC236}">
                      <a16:creationId xmlns:a16="http://schemas.microsoft.com/office/drawing/2014/main" id="{D3E22E2F-A7D2-4178-ABD6-58EAB80258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defRPr/>
                  </a:pPr>
                  <a:endParaRPr lang="en-US" sz="1500" dirty="0">
                    <a:cs typeface="Arial"/>
                  </a:endParaRPr>
                </a:p>
              </p:txBody>
            </p:sp>
          </p:grpSp>
          <p:grpSp>
            <p:nvGrpSpPr>
              <p:cNvPr id="73" name="Group 134">
                <a:extLst>
                  <a:ext uri="{FF2B5EF4-FFF2-40B4-BE49-F238E27FC236}">
                    <a16:creationId xmlns:a16="http://schemas.microsoft.com/office/drawing/2014/main" id="{83A20586-6D90-42C4-AE20-5F62811F64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0" y="1446"/>
                <a:ext cx="145" cy="144"/>
                <a:chOff x="672" y="1920"/>
                <a:chExt cx="145" cy="144"/>
              </a:xfrm>
            </p:grpSpPr>
            <p:sp>
              <p:nvSpPr>
                <p:cNvPr id="81" name="Line 135">
                  <a:extLst>
                    <a:ext uri="{FF2B5EF4-FFF2-40B4-BE49-F238E27FC236}">
                      <a16:creationId xmlns:a16="http://schemas.microsoft.com/office/drawing/2014/main" id="{182D64A3-73F4-4D50-B302-57AFAE791E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defRPr/>
                  </a:pPr>
                  <a:endParaRPr lang="en-US" sz="1500" dirty="0">
                    <a:cs typeface="Arial"/>
                  </a:endParaRPr>
                </a:p>
              </p:txBody>
            </p:sp>
            <p:sp>
              <p:nvSpPr>
                <p:cNvPr id="82" name="Line 136">
                  <a:extLst>
                    <a:ext uri="{FF2B5EF4-FFF2-40B4-BE49-F238E27FC236}">
                      <a16:creationId xmlns:a16="http://schemas.microsoft.com/office/drawing/2014/main" id="{A977AF3A-5D1C-4E85-8161-6AB1A484D0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defRPr/>
                  </a:pPr>
                  <a:endParaRPr lang="en-US" sz="1500" dirty="0">
                    <a:cs typeface="Arial"/>
                  </a:endParaRPr>
                </a:p>
              </p:txBody>
            </p:sp>
          </p:grpSp>
          <p:grpSp>
            <p:nvGrpSpPr>
              <p:cNvPr id="74" name="Group 137">
                <a:extLst>
                  <a:ext uri="{FF2B5EF4-FFF2-40B4-BE49-F238E27FC236}">
                    <a16:creationId xmlns:a16="http://schemas.microsoft.com/office/drawing/2014/main" id="{A4A6B362-E33B-43A4-95D0-59E5CF6F08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0" y="1156"/>
                <a:ext cx="87" cy="288"/>
                <a:chOff x="672" y="1776"/>
                <a:chExt cx="291" cy="288"/>
              </a:xfrm>
            </p:grpSpPr>
            <p:grpSp>
              <p:nvGrpSpPr>
                <p:cNvPr id="75" name="Group 138">
                  <a:extLst>
                    <a:ext uri="{FF2B5EF4-FFF2-40B4-BE49-F238E27FC236}">
                      <a16:creationId xmlns:a16="http://schemas.microsoft.com/office/drawing/2014/main" id="{17FC087E-25B9-4E1B-BD19-B8CA2EE93E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79" name="Line 139">
                    <a:extLst>
                      <a:ext uri="{FF2B5EF4-FFF2-40B4-BE49-F238E27FC236}">
                        <a16:creationId xmlns:a16="http://schemas.microsoft.com/office/drawing/2014/main" id="{6273BA32-E675-4DEB-8A85-FC1D3D826C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80" name="Line 140">
                    <a:extLst>
                      <a:ext uri="{FF2B5EF4-FFF2-40B4-BE49-F238E27FC236}">
                        <a16:creationId xmlns:a16="http://schemas.microsoft.com/office/drawing/2014/main" id="{B5CF190F-A7C6-4956-8E69-42F6F48168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4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  <p:grpSp>
              <p:nvGrpSpPr>
                <p:cNvPr id="76" name="Group 141">
                  <a:extLst>
                    <a:ext uri="{FF2B5EF4-FFF2-40B4-BE49-F238E27FC236}">
                      <a16:creationId xmlns:a16="http://schemas.microsoft.com/office/drawing/2014/main" id="{6E9D5E9E-84B9-4FB0-98BE-DDB039F5A8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77" name="Line 142">
                    <a:extLst>
                      <a:ext uri="{FF2B5EF4-FFF2-40B4-BE49-F238E27FC236}">
                        <a16:creationId xmlns:a16="http://schemas.microsoft.com/office/drawing/2014/main" id="{FB44A1C9-280C-48C4-B909-BB31D6B8A3C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3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78" name="Line 143">
                    <a:extLst>
                      <a:ext uri="{FF2B5EF4-FFF2-40B4-BE49-F238E27FC236}">
                        <a16:creationId xmlns:a16="http://schemas.microsoft.com/office/drawing/2014/main" id="{3ACB7823-CD5F-4D23-8E14-585339CAA41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64" name="Text Box 152">
              <a:extLst>
                <a:ext uri="{FF2B5EF4-FFF2-40B4-BE49-F238E27FC236}">
                  <a16:creationId xmlns:a16="http://schemas.microsoft.com/office/drawing/2014/main" id="{5F80FC0B-AD3A-4D45-B342-63718D0B2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7798" y="2620282"/>
              <a:ext cx="897339" cy="833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variable</a:t>
              </a:r>
            </a:p>
            <a:p>
              <a:pPr algn="ctr"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algn="ctr"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delay</a:t>
              </a:r>
            </a:p>
          </p:txBody>
        </p:sp>
        <p:sp>
          <p:nvSpPr>
            <p:cNvPr id="65" name="Line 153">
              <a:extLst>
                <a:ext uri="{FF2B5EF4-FFF2-40B4-BE49-F238E27FC236}">
                  <a16:creationId xmlns:a16="http://schemas.microsoft.com/office/drawing/2014/main" id="{413911DD-8EE7-46E7-AF64-D0126150A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2547" y="2903208"/>
              <a:ext cx="14685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defRPr/>
              </a:pPr>
              <a:endParaRPr lang="en-US" sz="1500" dirty="0">
                <a:cs typeface="Arial"/>
              </a:endParaRPr>
            </a:p>
          </p:txBody>
        </p:sp>
        <p:sp>
          <p:nvSpPr>
            <p:cNvPr id="66" name="Text Box 197">
              <a:extLst>
                <a:ext uri="{FF2B5EF4-FFF2-40B4-BE49-F238E27FC236}">
                  <a16:creationId xmlns:a16="http://schemas.microsoft.com/office/drawing/2014/main" id="{CDCF9596-69D4-4297-8B07-EDA39C710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8432" y="1890371"/>
              <a:ext cx="1183440" cy="584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client video</a:t>
              </a:r>
            </a:p>
            <a:p>
              <a:pPr algn="r"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reception</a:t>
              </a:r>
            </a:p>
          </p:txBody>
        </p: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AC054543-D5A8-4601-B74A-6B7CEA9EA744}"/>
              </a:ext>
            </a:extLst>
          </p:cNvPr>
          <p:cNvGrpSpPr/>
          <p:nvPr/>
        </p:nvGrpSpPr>
        <p:grpSpPr>
          <a:xfrm>
            <a:off x="2732062" y="1833219"/>
            <a:ext cx="4371436" cy="2868159"/>
            <a:chOff x="2732062" y="1833219"/>
            <a:chExt cx="4371436" cy="2868159"/>
          </a:xfrm>
        </p:grpSpPr>
        <p:sp>
          <p:nvSpPr>
            <p:cNvPr id="20" name="Text Box 144">
              <a:extLst>
                <a:ext uri="{FF2B5EF4-FFF2-40B4-BE49-F238E27FC236}">
                  <a16:creationId xmlns:a16="http://schemas.microsoft.com/office/drawing/2014/main" id="{C78A99BB-468E-407C-9E8B-7A8149A6B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2062" y="4148791"/>
              <a:ext cx="1260873" cy="552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client playout</a:t>
              </a:r>
            </a:p>
            <a:p>
              <a:pPr algn="ctr">
                <a:lnSpc>
                  <a:spcPct val="13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delay</a:t>
              </a:r>
            </a:p>
          </p:txBody>
        </p:sp>
        <p:grpSp>
          <p:nvGrpSpPr>
            <p:cNvPr id="17" name="Group 155">
              <a:extLst>
                <a:ext uri="{FF2B5EF4-FFF2-40B4-BE49-F238E27FC236}">
                  <a16:creationId xmlns:a16="http://schemas.microsoft.com/office/drawing/2014/main" id="{0AE2C54E-B0EB-46D1-A590-5B707A8D6F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3582" y="1833219"/>
              <a:ext cx="2150679" cy="2127941"/>
              <a:chOff x="648" y="1147"/>
              <a:chExt cx="1608" cy="1591"/>
            </a:xfrm>
          </p:grpSpPr>
          <p:grpSp>
            <p:nvGrpSpPr>
              <p:cNvPr id="22" name="Group 156">
                <a:extLst>
                  <a:ext uri="{FF2B5EF4-FFF2-40B4-BE49-F238E27FC236}">
                    <a16:creationId xmlns:a16="http://schemas.microsoft.com/office/drawing/2014/main" id="{A4302B60-9164-4002-97D8-524909E62E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38" name="Group 157">
                  <a:extLst>
                    <a:ext uri="{FF2B5EF4-FFF2-40B4-BE49-F238E27FC236}">
                      <a16:creationId xmlns:a16="http://schemas.microsoft.com/office/drawing/2014/main" id="{AE231A17-1103-4953-978F-7A0C09BFC0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49" name="Group 158">
                    <a:extLst>
                      <a:ext uri="{FF2B5EF4-FFF2-40B4-BE49-F238E27FC236}">
                        <a16:creationId xmlns:a16="http://schemas.microsoft.com/office/drawing/2014/main" id="{14777F40-CCC9-4FC0-A862-833BAB7E73A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57" name="Group 159">
                      <a:extLst>
                        <a:ext uri="{FF2B5EF4-FFF2-40B4-BE49-F238E27FC236}">
                          <a16:creationId xmlns:a16="http://schemas.microsoft.com/office/drawing/2014/main" id="{E6F82127-8EF5-4F1D-8482-000C45728B9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61" name="Line 160">
                        <a:extLst>
                          <a:ext uri="{FF2B5EF4-FFF2-40B4-BE49-F238E27FC236}">
                            <a16:creationId xmlns:a16="http://schemas.microsoft.com/office/drawing/2014/main" id="{0DD9D3CA-5734-4072-8397-45C156D0AE3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lnSpc>
                            <a:spcPct val="90000"/>
                          </a:lnSpc>
                          <a:defRPr/>
                        </a:pPr>
                        <a:endParaRPr lang="en-US" sz="1500" dirty="0">
                          <a:cs typeface="Arial"/>
                        </a:endParaRPr>
                      </a:p>
                    </p:txBody>
                  </p:sp>
                  <p:sp>
                    <p:nvSpPr>
                      <p:cNvPr id="62" name="Line 161">
                        <a:extLst>
                          <a:ext uri="{FF2B5EF4-FFF2-40B4-BE49-F238E27FC236}">
                            <a16:creationId xmlns:a16="http://schemas.microsoft.com/office/drawing/2014/main" id="{C453870C-B932-499C-B79A-252ED8B5B67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lnSpc>
                            <a:spcPct val="90000"/>
                          </a:lnSpc>
                          <a:defRPr/>
                        </a:pPr>
                        <a:endParaRPr lang="en-US" sz="1500" dirty="0"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58" name="Group 162">
                      <a:extLst>
                        <a:ext uri="{FF2B5EF4-FFF2-40B4-BE49-F238E27FC236}">
                          <a16:creationId xmlns:a16="http://schemas.microsoft.com/office/drawing/2014/main" id="{3C6F55C0-04BC-44C5-A802-13C16A76658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59" name="Line 163">
                        <a:extLst>
                          <a:ext uri="{FF2B5EF4-FFF2-40B4-BE49-F238E27FC236}">
                            <a16:creationId xmlns:a16="http://schemas.microsoft.com/office/drawing/2014/main" id="{F5777DA9-CCA1-4A0F-8D06-2F8536A6D59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lnSpc>
                            <a:spcPct val="90000"/>
                          </a:lnSpc>
                          <a:defRPr/>
                        </a:pPr>
                        <a:endParaRPr lang="en-US" sz="1500" dirty="0">
                          <a:cs typeface="Arial"/>
                        </a:endParaRPr>
                      </a:p>
                    </p:txBody>
                  </p:sp>
                  <p:sp>
                    <p:nvSpPr>
                      <p:cNvPr id="60" name="Line 164">
                        <a:extLst>
                          <a:ext uri="{FF2B5EF4-FFF2-40B4-BE49-F238E27FC236}">
                            <a16:creationId xmlns:a16="http://schemas.microsoft.com/office/drawing/2014/main" id="{42097791-022A-49B8-8762-6FDE3A2CA83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lnSpc>
                            <a:spcPct val="90000"/>
                          </a:lnSpc>
                          <a:defRPr/>
                        </a:pPr>
                        <a:endParaRPr lang="en-US" sz="1500" dirty="0"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50" name="Group 165">
                    <a:extLst>
                      <a:ext uri="{FF2B5EF4-FFF2-40B4-BE49-F238E27FC236}">
                        <a16:creationId xmlns:a16="http://schemas.microsoft.com/office/drawing/2014/main" id="{8522547E-8372-412B-9B20-F61958EC357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51" name="Group 166">
                      <a:extLst>
                        <a:ext uri="{FF2B5EF4-FFF2-40B4-BE49-F238E27FC236}">
                          <a16:creationId xmlns:a16="http://schemas.microsoft.com/office/drawing/2014/main" id="{41EF7A52-A162-455F-8BD3-88B9F353C83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55" name="Line 167">
                        <a:extLst>
                          <a:ext uri="{FF2B5EF4-FFF2-40B4-BE49-F238E27FC236}">
                            <a16:creationId xmlns:a16="http://schemas.microsoft.com/office/drawing/2014/main" id="{EF01359B-12D8-49BB-AA51-8C50BF8FE23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lnSpc>
                            <a:spcPct val="90000"/>
                          </a:lnSpc>
                          <a:defRPr/>
                        </a:pPr>
                        <a:endParaRPr lang="en-US" sz="1500" dirty="0">
                          <a:cs typeface="Arial"/>
                        </a:endParaRPr>
                      </a:p>
                    </p:txBody>
                  </p:sp>
                  <p:sp>
                    <p:nvSpPr>
                      <p:cNvPr id="56" name="Line 168">
                        <a:extLst>
                          <a:ext uri="{FF2B5EF4-FFF2-40B4-BE49-F238E27FC236}">
                            <a16:creationId xmlns:a16="http://schemas.microsoft.com/office/drawing/2014/main" id="{68BDF31D-3791-4A6F-B60A-FD65C8B5D2E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lnSpc>
                            <a:spcPct val="90000"/>
                          </a:lnSpc>
                          <a:defRPr/>
                        </a:pPr>
                        <a:endParaRPr lang="en-US" sz="1500" dirty="0"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52" name="Group 169">
                      <a:extLst>
                        <a:ext uri="{FF2B5EF4-FFF2-40B4-BE49-F238E27FC236}">
                          <a16:creationId xmlns:a16="http://schemas.microsoft.com/office/drawing/2014/main" id="{3CE2679C-5926-4D62-AA85-49A8DEE34D6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53" name="Line 170">
                        <a:extLst>
                          <a:ext uri="{FF2B5EF4-FFF2-40B4-BE49-F238E27FC236}">
                            <a16:creationId xmlns:a16="http://schemas.microsoft.com/office/drawing/2014/main" id="{F44C3525-FE43-49DA-B0A9-B632E77F9DF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lnSpc>
                            <a:spcPct val="90000"/>
                          </a:lnSpc>
                          <a:defRPr/>
                        </a:pPr>
                        <a:endParaRPr lang="en-US" sz="1500" dirty="0">
                          <a:cs typeface="Arial"/>
                        </a:endParaRPr>
                      </a:p>
                    </p:txBody>
                  </p:sp>
                  <p:sp>
                    <p:nvSpPr>
                      <p:cNvPr id="54" name="Line 171">
                        <a:extLst>
                          <a:ext uri="{FF2B5EF4-FFF2-40B4-BE49-F238E27FC236}">
                            <a16:creationId xmlns:a16="http://schemas.microsoft.com/office/drawing/2014/main" id="{55A05CB8-3452-47E5-BCAA-32F25507BE0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105BA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lnSpc>
                            <a:spcPct val="90000"/>
                          </a:lnSpc>
                          <a:defRPr/>
                        </a:pPr>
                        <a:endParaRPr lang="en-US" sz="1500" dirty="0"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9" name="Group 172">
                  <a:extLst>
                    <a:ext uri="{FF2B5EF4-FFF2-40B4-BE49-F238E27FC236}">
                      <a16:creationId xmlns:a16="http://schemas.microsoft.com/office/drawing/2014/main" id="{A7D9A751-3A23-4CDC-B5EF-F3E011C119D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43" name="Group 173">
                    <a:extLst>
                      <a:ext uri="{FF2B5EF4-FFF2-40B4-BE49-F238E27FC236}">
                        <a16:creationId xmlns:a16="http://schemas.microsoft.com/office/drawing/2014/main" id="{01E5E4E4-1CB7-47DC-B974-02BE773AC51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47" name="Line 174">
                      <a:extLst>
                        <a:ext uri="{FF2B5EF4-FFF2-40B4-BE49-F238E27FC236}">
                          <a16:creationId xmlns:a16="http://schemas.microsoft.com/office/drawing/2014/main" id="{AC280408-D06E-4AED-B2B1-1E194748676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  <p:sp>
                  <p:nvSpPr>
                    <p:cNvPr id="48" name="Line 175">
                      <a:extLst>
                        <a:ext uri="{FF2B5EF4-FFF2-40B4-BE49-F238E27FC236}">
                          <a16:creationId xmlns:a16="http://schemas.microsoft.com/office/drawing/2014/main" id="{DB68F9A4-488D-470E-980F-77508CC7A50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44" name="Group 176">
                    <a:extLst>
                      <a:ext uri="{FF2B5EF4-FFF2-40B4-BE49-F238E27FC236}">
                        <a16:creationId xmlns:a16="http://schemas.microsoft.com/office/drawing/2014/main" id="{F2BCB347-01C4-4AC0-BF8E-96E471297DA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45" name="Line 177">
                      <a:extLst>
                        <a:ext uri="{FF2B5EF4-FFF2-40B4-BE49-F238E27FC236}">
                          <a16:creationId xmlns:a16="http://schemas.microsoft.com/office/drawing/2014/main" id="{7CB4577F-99AD-40A5-894C-FFAE055724E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  <p:sp>
                  <p:nvSpPr>
                    <p:cNvPr id="46" name="Line 178">
                      <a:extLst>
                        <a:ext uri="{FF2B5EF4-FFF2-40B4-BE49-F238E27FC236}">
                          <a16:creationId xmlns:a16="http://schemas.microsoft.com/office/drawing/2014/main" id="{F941906E-E8F3-4207-BC3A-4C05CB7949D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40" name="Group 179">
                  <a:extLst>
                    <a:ext uri="{FF2B5EF4-FFF2-40B4-BE49-F238E27FC236}">
                      <a16:creationId xmlns:a16="http://schemas.microsoft.com/office/drawing/2014/main" id="{8B6CB8D4-2A65-401C-BE26-AB953BFC87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41" name="Line 180">
                    <a:extLst>
                      <a:ext uri="{FF2B5EF4-FFF2-40B4-BE49-F238E27FC236}">
                        <a16:creationId xmlns:a16="http://schemas.microsoft.com/office/drawing/2014/main" id="{417C548D-3C4A-4D15-A8EF-F6829CE010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105BA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  <p:sp>
                <p:nvSpPr>
                  <p:cNvPr id="42" name="Line 181">
                    <a:extLst>
                      <a:ext uri="{FF2B5EF4-FFF2-40B4-BE49-F238E27FC236}">
                        <a16:creationId xmlns:a16="http://schemas.microsoft.com/office/drawing/2014/main" id="{B65C8FFC-0260-40F2-BA9F-D7AE721A13A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105BA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lnSpc>
                        <a:spcPct val="90000"/>
                      </a:lnSpc>
                      <a:defRPr/>
                    </a:pPr>
                    <a:endParaRPr lang="en-US" sz="1500" dirty="0">
                      <a:cs typeface="Arial"/>
                    </a:endParaRPr>
                  </a:p>
                </p:txBody>
              </p:sp>
            </p:grpSp>
          </p:grpSp>
          <p:grpSp>
            <p:nvGrpSpPr>
              <p:cNvPr id="23" name="Group 182">
                <a:extLst>
                  <a:ext uri="{FF2B5EF4-FFF2-40B4-BE49-F238E27FC236}">
                    <a16:creationId xmlns:a16="http://schemas.microsoft.com/office/drawing/2014/main" id="{FACC5831-1425-4049-A134-B0377B5C26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24" name="Group 183">
                  <a:extLst>
                    <a:ext uri="{FF2B5EF4-FFF2-40B4-BE49-F238E27FC236}">
                      <a16:creationId xmlns:a16="http://schemas.microsoft.com/office/drawing/2014/main" id="{014EA906-F2EF-44F5-B058-3D4216398E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" name="Group 184">
                    <a:extLst>
                      <a:ext uri="{FF2B5EF4-FFF2-40B4-BE49-F238E27FC236}">
                        <a16:creationId xmlns:a16="http://schemas.microsoft.com/office/drawing/2014/main" id="{5925DFCD-6878-4B83-9D8F-6DE5A8EC3F4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6" name="Line 185">
                      <a:extLst>
                        <a:ext uri="{FF2B5EF4-FFF2-40B4-BE49-F238E27FC236}">
                          <a16:creationId xmlns:a16="http://schemas.microsoft.com/office/drawing/2014/main" id="{1063AC71-761A-453C-B946-515CF86BE04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  <p:sp>
                  <p:nvSpPr>
                    <p:cNvPr id="37" name="Line 186">
                      <a:extLst>
                        <a:ext uri="{FF2B5EF4-FFF2-40B4-BE49-F238E27FC236}">
                          <a16:creationId xmlns:a16="http://schemas.microsoft.com/office/drawing/2014/main" id="{BCE0071E-3BFD-473A-A889-270434F7305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3" name="Group 187">
                    <a:extLst>
                      <a:ext uri="{FF2B5EF4-FFF2-40B4-BE49-F238E27FC236}">
                        <a16:creationId xmlns:a16="http://schemas.microsoft.com/office/drawing/2014/main" id="{2F9E1C40-19CD-45BE-8BC2-8786B2A9CAA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4" name="Line 188">
                      <a:extLst>
                        <a:ext uri="{FF2B5EF4-FFF2-40B4-BE49-F238E27FC236}">
                          <a16:creationId xmlns:a16="http://schemas.microsoft.com/office/drawing/2014/main" id="{F7A422F6-AE64-4E6A-B87C-41A206A8646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  <p:sp>
                  <p:nvSpPr>
                    <p:cNvPr id="35" name="Line 189">
                      <a:extLst>
                        <a:ext uri="{FF2B5EF4-FFF2-40B4-BE49-F238E27FC236}">
                          <a16:creationId xmlns:a16="http://schemas.microsoft.com/office/drawing/2014/main" id="{A717C150-18A8-431D-AD5E-FD55304A74C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25" name="Group 190">
                  <a:extLst>
                    <a:ext uri="{FF2B5EF4-FFF2-40B4-BE49-F238E27FC236}">
                      <a16:creationId xmlns:a16="http://schemas.microsoft.com/office/drawing/2014/main" id="{60D1D30F-64B9-4C07-BB93-7CE88B1B49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26" name="Group 191">
                    <a:extLst>
                      <a:ext uri="{FF2B5EF4-FFF2-40B4-BE49-F238E27FC236}">
                        <a16:creationId xmlns:a16="http://schemas.microsoft.com/office/drawing/2014/main" id="{DC4FB32D-ABBD-4B08-A0EB-8094508A96F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0" name="Line 192">
                      <a:extLst>
                        <a:ext uri="{FF2B5EF4-FFF2-40B4-BE49-F238E27FC236}">
                          <a16:creationId xmlns:a16="http://schemas.microsoft.com/office/drawing/2014/main" id="{60F110A9-3DF0-48FB-8122-FE63CAC0DC2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  <p:sp>
                  <p:nvSpPr>
                    <p:cNvPr id="31" name="Line 193">
                      <a:extLst>
                        <a:ext uri="{FF2B5EF4-FFF2-40B4-BE49-F238E27FC236}">
                          <a16:creationId xmlns:a16="http://schemas.microsoft.com/office/drawing/2014/main" id="{ABC18406-72D1-43CD-A71E-B83B973557B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27" name="Group 194">
                    <a:extLst>
                      <a:ext uri="{FF2B5EF4-FFF2-40B4-BE49-F238E27FC236}">
                        <a16:creationId xmlns:a16="http://schemas.microsoft.com/office/drawing/2014/main" id="{E1CA1BA9-C1B8-4D21-8468-7EBA92F5384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8" name="Line 195">
                      <a:extLst>
                        <a:ext uri="{FF2B5EF4-FFF2-40B4-BE49-F238E27FC236}">
                          <a16:creationId xmlns:a16="http://schemas.microsoft.com/office/drawing/2014/main" id="{23DCA8E2-FB47-4436-AB21-5B32792FBEB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  <p:sp>
                  <p:nvSpPr>
                    <p:cNvPr id="29" name="Line 196">
                      <a:extLst>
                        <a:ext uri="{FF2B5EF4-FFF2-40B4-BE49-F238E27FC236}">
                          <a16:creationId xmlns:a16="http://schemas.microsoft.com/office/drawing/2014/main" id="{4AE8DC19-F326-4432-A465-D7896EBFE0D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105BA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90000"/>
                        </a:lnSpc>
                        <a:defRPr/>
                      </a:pPr>
                      <a:endParaRPr lang="en-US" sz="1500" dirty="0"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18" name="Text Box 199">
              <a:extLst>
                <a:ext uri="{FF2B5EF4-FFF2-40B4-BE49-F238E27FC236}">
                  <a16:creationId xmlns:a16="http://schemas.microsoft.com/office/drawing/2014/main" id="{656537D8-E73D-4746-BA01-36E2AA819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5590" y="1890372"/>
              <a:ext cx="1487908" cy="741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latinLnBrk="0"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       constant bit </a:t>
              </a:r>
            </a:p>
            <a:p>
              <a:pPr latinLnBrk="0"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     rate video</a:t>
              </a:r>
            </a:p>
            <a:p>
              <a:pPr latinLnBrk="0">
                <a:lnSpc>
                  <a:spcPct val="12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 playout at client</a:t>
              </a:r>
            </a:p>
          </p:txBody>
        </p:sp>
        <p:sp>
          <p:nvSpPr>
            <p:cNvPr id="21" name="Line 200">
              <a:extLst>
                <a:ext uri="{FF2B5EF4-FFF2-40B4-BE49-F238E27FC236}">
                  <a16:creationId xmlns:a16="http://schemas.microsoft.com/office/drawing/2014/main" id="{78FDD8E2-7185-4F92-9D08-EB2D0E2E1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285" y="4116750"/>
              <a:ext cx="1210427" cy="0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defRPr/>
              </a:pPr>
              <a:endParaRPr lang="en-US" sz="1500" dirty="0">
                <a:cs typeface="Arial"/>
              </a:endParaRPr>
            </a:p>
          </p:txBody>
        </p:sp>
      </p:grpSp>
      <p:sp>
        <p:nvSpPr>
          <p:cNvPr id="156" name="Text Box 366">
            <a:extLst>
              <a:ext uri="{FF2B5EF4-FFF2-40B4-BE49-F238E27FC236}">
                <a16:creationId xmlns:a16="http://schemas.microsoft.com/office/drawing/2014/main" id="{ABCBCB55-2287-4A54-B47E-C9D1A4C78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1472" y="4007864"/>
            <a:ext cx="636018" cy="345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</a:t>
            </a:r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DD71B856-3FF2-424E-B2A8-318A8437AD4D}"/>
              </a:ext>
            </a:extLst>
          </p:cNvPr>
          <p:cNvGrpSpPr/>
          <p:nvPr/>
        </p:nvGrpSpPr>
        <p:grpSpPr>
          <a:xfrm>
            <a:off x="4101286" y="2819955"/>
            <a:ext cx="848502" cy="1881423"/>
            <a:chOff x="4101286" y="2819955"/>
            <a:chExt cx="848502" cy="1881423"/>
          </a:xfrm>
        </p:grpSpPr>
        <p:sp>
          <p:nvSpPr>
            <p:cNvPr id="15" name="Line 204">
              <a:extLst>
                <a:ext uri="{FF2B5EF4-FFF2-40B4-BE49-F238E27FC236}">
                  <a16:creationId xmlns:a16="http://schemas.microsoft.com/office/drawing/2014/main" id="{458EF504-3986-40F8-BC47-17C7279AEB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3686" y="2819955"/>
              <a:ext cx="0" cy="754343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sz="1500" dirty="0">
                <a:cs typeface="Arial"/>
              </a:endParaRPr>
            </a:p>
          </p:txBody>
        </p:sp>
        <p:sp>
          <p:nvSpPr>
            <p:cNvPr id="16" name="Text Box 205">
              <a:extLst>
                <a:ext uri="{FF2B5EF4-FFF2-40B4-BE49-F238E27FC236}">
                  <a16:creationId xmlns:a16="http://schemas.microsoft.com/office/drawing/2014/main" id="{E6540F65-C42A-44F4-83DC-18E42C2FA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286" y="4148791"/>
              <a:ext cx="848502" cy="552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>
                <a:lnSpc>
                  <a:spcPct val="130000"/>
                </a:lnSpc>
                <a:defRPr/>
              </a:pPr>
              <a:r>
                <a:rPr 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buffered</a:t>
              </a:r>
            </a:p>
            <a:p>
              <a:pPr algn="r">
                <a:lnSpc>
                  <a:spcPct val="130000"/>
                </a:lnSpc>
                <a:defRPr/>
              </a:pPr>
              <a:r>
                <a:rPr 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video</a:t>
              </a:r>
              <a:endParaRPr 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C6F9F647-3034-422A-A8F9-BDAAD9672EC9}"/>
                </a:ext>
              </a:extLst>
            </p:cNvPr>
            <p:cNvSpPr/>
            <p:nvPr/>
          </p:nvSpPr>
          <p:spPr>
            <a:xfrm>
              <a:off x="4174411" y="3222550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60" name="자유형: 도형 159">
              <a:extLst>
                <a:ext uri="{FF2B5EF4-FFF2-40B4-BE49-F238E27FC236}">
                  <a16:creationId xmlns:a16="http://schemas.microsoft.com/office/drawing/2014/main" id="{D1FB1E27-30C2-47E9-8AF1-74105BE137AE}"/>
                </a:ext>
              </a:extLst>
            </p:cNvPr>
            <p:cNvSpPr/>
            <p:nvPr/>
          </p:nvSpPr>
          <p:spPr>
            <a:xfrm>
              <a:off x="4210050" y="3262313"/>
              <a:ext cx="614363" cy="866775"/>
            </a:xfrm>
            <a:custGeom>
              <a:avLst/>
              <a:gdLst>
                <a:gd name="connsiteX0" fmla="*/ 0 w 614363"/>
                <a:gd name="connsiteY0" fmla="*/ 0 h 1219200"/>
                <a:gd name="connsiteX1" fmla="*/ 614363 w 614363"/>
                <a:gd name="connsiteY1" fmla="*/ 0 h 1219200"/>
                <a:gd name="connsiteX2" fmla="*/ 614363 w 614363"/>
                <a:gd name="connsiteY2" fmla="*/ 1219200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4363" h="1219200">
                  <a:moveTo>
                    <a:pt x="0" y="0"/>
                  </a:moveTo>
                  <a:lnTo>
                    <a:pt x="614363" y="0"/>
                  </a:lnTo>
                  <a:lnTo>
                    <a:pt x="614363" y="1219200"/>
                  </a:lnTo>
                </a:path>
              </a:pathLst>
            </a:cu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63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r>
              <a:rPr lang="en-US" altLang="ko-KR" dirty="0"/>
              <a:t>Streaming multimedia </a:t>
            </a:r>
            <a:r>
              <a:rPr lang="en-US" altLang="ko-KR" dirty="0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DASH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20</a:t>
            </a:fld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C740D2B-B560-4EE5-AA2D-27C602A2EB54}"/>
              </a:ext>
            </a:extLst>
          </p:cNvPr>
          <p:cNvGrpSpPr/>
          <p:nvPr/>
        </p:nvGrpSpPr>
        <p:grpSpPr>
          <a:xfrm>
            <a:off x="670134" y="1182724"/>
            <a:ext cx="511244" cy="609218"/>
            <a:chOff x="670134" y="5988734"/>
            <a:chExt cx="499079" cy="594722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2E72033-EBA0-4A64-9C0F-4DF67467681C}"/>
                </a:ext>
              </a:extLst>
            </p:cNvPr>
            <p:cNvSpPr/>
            <p:nvPr/>
          </p:nvSpPr>
          <p:spPr>
            <a:xfrm>
              <a:off x="758638" y="6499035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" name="그래픽 16">
              <a:extLst>
                <a:ext uri="{FF2B5EF4-FFF2-40B4-BE49-F238E27FC236}">
                  <a16:creationId xmlns:a16="http://schemas.microsoft.com/office/drawing/2014/main" id="{A729EC4C-B20A-4EC4-80E7-A7AF2159A8CF}"/>
                </a:ext>
              </a:extLst>
            </p:cNvPr>
            <p:cNvSpPr/>
            <p:nvPr/>
          </p:nvSpPr>
          <p:spPr>
            <a:xfrm rot="5400000">
              <a:off x="638045" y="6020823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0" name="Rectangle 5">
            <a:extLst>
              <a:ext uri="{FF2B5EF4-FFF2-40B4-BE49-F238E27FC236}">
                <a16:creationId xmlns:a16="http://schemas.microsoft.com/office/drawing/2014/main" id="{C8A6E2C1-74ED-472D-8E38-E4E539A05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251932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DASH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 :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ynamic,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A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daptive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S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treaming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over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H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TTP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409D5F9-7E2F-42EF-97CB-1155D59B30A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0952" y="1335068"/>
            <a:ext cx="309609" cy="273448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4A1AF6F3-6EF7-4260-B9F7-027BA4455F2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988840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server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42E16D1-345E-420A-A03B-36D7AD24D6B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395772"/>
            <a:ext cx="6215812" cy="102406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비디오 파일을 여러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chunk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 분할한다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chunk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여러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rate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 코딩되어 저장된다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manifest file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chunk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들에 대한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URL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제공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623D3FD-8E21-4A47-B5F0-F64C6D6284E5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550662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client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084E4C3-F39A-494C-BD12-ADFEB8805942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957594"/>
            <a:ext cx="6215812" cy="67858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주기적으로 서버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-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 간 대역폭을 측정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Manifest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참조하여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한 번에 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chunk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씩 요청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3B27B1B-22CA-40F7-A484-2CFFE5120F94}"/>
              </a:ext>
            </a:extLst>
          </p:cNvPr>
          <p:cNvSpPr txBox="1">
            <a:spLocks noChangeArrowheads="1"/>
          </p:cNvSpPr>
          <p:nvPr/>
        </p:nvSpPr>
        <p:spPr>
          <a:xfrm>
            <a:off x="1086038" y="4711796"/>
            <a:ext cx="6909955" cy="67858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Font typeface="G마켓 산스 TTF Medium" panose="02000000000000000000" pitchFamily="2" charset="-127"/>
              <a:buChar char="‐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현재 주어진 대역폭에서 유지할 수 있는 최대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coding rate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선택</a:t>
            </a:r>
          </a:p>
          <a:p>
            <a:pPr marL="180000" lvl="3" indent="-180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Font typeface="G마켓 산스 TTF Medium" panose="02000000000000000000" pitchFamily="2" charset="-127"/>
              <a:buChar char="‐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시점마다 다른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coding rate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선택 가능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그 시점에 가용한 대역폭에 따라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6382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Streaming </a:t>
            </a:r>
            <a:r>
              <a:rPr lang="en-US" altLang="ko-KR"/>
              <a:t>multimedia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DASH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21</a:t>
            </a:fld>
            <a:endParaRPr 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C8054B1-A2A8-44CD-A7F7-9F28F6C2DD02}"/>
              </a:ext>
            </a:extLst>
          </p:cNvPr>
          <p:cNvGrpSpPr/>
          <p:nvPr/>
        </p:nvGrpSpPr>
        <p:grpSpPr>
          <a:xfrm>
            <a:off x="670134" y="1182724"/>
            <a:ext cx="511244" cy="609218"/>
            <a:chOff x="670134" y="5988734"/>
            <a:chExt cx="499079" cy="594722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A8A8652-63AB-4473-97E8-13CA11C255A0}"/>
                </a:ext>
              </a:extLst>
            </p:cNvPr>
            <p:cNvSpPr/>
            <p:nvPr/>
          </p:nvSpPr>
          <p:spPr>
            <a:xfrm>
              <a:off x="758638" y="6499035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" name="그래픽 16">
              <a:extLst>
                <a:ext uri="{FF2B5EF4-FFF2-40B4-BE49-F238E27FC236}">
                  <a16:creationId xmlns:a16="http://schemas.microsoft.com/office/drawing/2014/main" id="{556C128A-D769-474C-A931-EA2C4E7CD1C8}"/>
                </a:ext>
              </a:extLst>
            </p:cNvPr>
            <p:cNvSpPr/>
            <p:nvPr/>
          </p:nvSpPr>
          <p:spPr>
            <a:xfrm rot="5400000">
              <a:off x="638045" y="6020823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8" name="Rectangle 5">
            <a:extLst>
              <a:ext uri="{FF2B5EF4-FFF2-40B4-BE49-F238E27FC236}">
                <a16:creationId xmlns:a16="http://schemas.microsoft.com/office/drawing/2014/main" id="{9A85CFA7-FC30-4667-B9B7-565289C06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251932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DASH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 :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ynamic,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A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daptive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S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treaming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over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H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TTP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F045039-4F23-4633-8507-1099602D684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0952" y="1335068"/>
            <a:ext cx="309609" cy="273448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CF396357-A10C-455A-8C54-9EAA4B4CB21F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988840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“지능적인”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client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client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결정함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96B5B43-2BF8-455D-BF6A-E92A97718C8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7" y="2624075"/>
            <a:ext cx="7203631" cy="66768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언제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chunk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를 요청할지 </a:t>
            </a:r>
            <a:b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버퍼가 비거나 넘치지 않도록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2026DB00-8E24-431B-904C-FAE1E2433A5D}"/>
              </a:ext>
            </a:extLst>
          </p:cNvPr>
          <p:cNvSpPr/>
          <p:nvPr/>
        </p:nvSpPr>
        <p:spPr>
          <a:xfrm>
            <a:off x="847228" y="2505169"/>
            <a:ext cx="5896471" cy="923831"/>
          </a:xfrm>
          <a:prstGeom prst="snip1Rect">
            <a:avLst>
              <a:gd name="adj" fmla="val 24302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5D7611B-79A8-4C13-BDCD-D4DD26FB58BC}"/>
              </a:ext>
            </a:extLst>
          </p:cNvPr>
          <p:cNvSpPr txBox="1">
            <a:spLocks noChangeArrowheads="1"/>
          </p:cNvSpPr>
          <p:nvPr/>
        </p:nvSpPr>
        <p:spPr>
          <a:xfrm>
            <a:off x="979247" y="3646052"/>
            <a:ext cx="7203631" cy="66768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어떤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encoding rate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를 요청할지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대역폭이 허용하는 한 고화질로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15" name="사각형: 잘린 한쪽 모서리 14">
            <a:extLst>
              <a:ext uri="{FF2B5EF4-FFF2-40B4-BE49-F238E27FC236}">
                <a16:creationId xmlns:a16="http://schemas.microsoft.com/office/drawing/2014/main" id="{ABB18BB7-C0E0-4C9F-9993-56D1784163A8}"/>
              </a:ext>
            </a:extLst>
          </p:cNvPr>
          <p:cNvSpPr/>
          <p:nvPr/>
        </p:nvSpPr>
        <p:spPr>
          <a:xfrm>
            <a:off x="847228" y="3527146"/>
            <a:ext cx="5896471" cy="923831"/>
          </a:xfrm>
          <a:prstGeom prst="snip1Rect">
            <a:avLst>
              <a:gd name="adj" fmla="val 24302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4635DE9-30E6-44E7-B1DC-D0C4BD4F2A2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7" y="4708369"/>
            <a:ext cx="7203631" cy="66768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어디에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chunk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를 요청할지 </a:t>
            </a:r>
            <a:b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클라이언트에서 가깝거나 또는 대역폭이 큰 서버를 선택하도록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17" name="사각형: 잘린 한쪽 모서리 16">
            <a:extLst>
              <a:ext uri="{FF2B5EF4-FFF2-40B4-BE49-F238E27FC236}">
                <a16:creationId xmlns:a16="http://schemas.microsoft.com/office/drawing/2014/main" id="{B70F8B9E-AD5E-4700-8375-F0440729DA74}"/>
              </a:ext>
            </a:extLst>
          </p:cNvPr>
          <p:cNvSpPr/>
          <p:nvPr/>
        </p:nvSpPr>
        <p:spPr>
          <a:xfrm>
            <a:off x="847228" y="4589463"/>
            <a:ext cx="5896471" cy="923831"/>
          </a:xfrm>
          <a:prstGeom prst="snip1Rect">
            <a:avLst>
              <a:gd name="adj" fmla="val 24302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3434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Content Distribution Networks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47AC6E-7B1B-47B8-9DD5-AD2FE1FC1EF0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66080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난점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D135BF5-8F2A-46BB-8A74-CADDAFF3754E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80632"/>
            <a:ext cx="7277340" cy="627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동시 접속한 수십만 사용자에게 어떻게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수백만 개의 비디오 중에서 선택된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콘텐츠를 스트리밍 할 것인가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?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97D7DE8-F4EA-412F-8A59-EAE4D618733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294368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option 1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단일한 거대 서버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A9C0A62-A41D-4343-93A6-19CF7BAA9931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708920"/>
            <a:ext cx="7277340" cy="133517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한 곳이 고장 나면 전체가 중단됨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네트워크에 체증 발생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원거리 클라이언트의 품질 저하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비디오가 같은 링크를 통해 반복 전송됨</a:t>
            </a: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8112B08B-8480-40C0-BEFE-ADB31F84054B}"/>
              </a:ext>
            </a:extLst>
          </p:cNvPr>
          <p:cNvSpPr/>
          <p:nvPr/>
        </p:nvSpPr>
        <p:spPr>
          <a:xfrm>
            <a:off x="1013525" y="4322763"/>
            <a:ext cx="5154484" cy="477115"/>
          </a:xfrm>
          <a:prstGeom prst="snip1Rect">
            <a:avLst>
              <a:gd name="adj" fmla="val 2430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46E3EE-A772-44A0-8A59-14C475403635}"/>
              </a:ext>
            </a:extLst>
          </p:cNvPr>
          <p:cNvSpPr txBox="1"/>
          <p:nvPr/>
        </p:nvSpPr>
        <p:spPr>
          <a:xfrm>
            <a:off x="1114267" y="4407283"/>
            <a:ext cx="4802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…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간단히 말해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: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이 방법은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확장성이 없다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467A04-BD7A-4256-BDBA-F259A935CFA9}"/>
              </a:ext>
            </a:extLst>
          </p:cNvPr>
          <p:cNvGrpSpPr/>
          <p:nvPr/>
        </p:nvGrpSpPr>
        <p:grpSpPr>
          <a:xfrm>
            <a:off x="670134" y="4268824"/>
            <a:ext cx="511244" cy="609218"/>
            <a:chOff x="670134" y="5988734"/>
            <a:chExt cx="499079" cy="594722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378ABFB-641C-447D-8EAF-310BF7CEE436}"/>
                </a:ext>
              </a:extLst>
            </p:cNvPr>
            <p:cNvSpPr/>
            <p:nvPr/>
          </p:nvSpPr>
          <p:spPr>
            <a:xfrm>
              <a:off x="758638" y="6499035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3" name="그래픽 16">
              <a:extLst>
                <a:ext uri="{FF2B5EF4-FFF2-40B4-BE49-F238E27FC236}">
                  <a16:creationId xmlns:a16="http://schemas.microsoft.com/office/drawing/2014/main" id="{D9BDB21A-46C1-4C99-8082-91A8D09B0A51}"/>
                </a:ext>
              </a:extLst>
            </p:cNvPr>
            <p:cNvSpPr/>
            <p:nvPr/>
          </p:nvSpPr>
          <p:spPr>
            <a:xfrm rot="5400000">
              <a:off x="638045" y="6020823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098245C-607A-4803-A2C0-836DE6357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/>
          </p:blipFill>
          <p:spPr>
            <a:xfrm>
              <a:off x="729500" y="6172492"/>
              <a:ext cx="375876" cy="2177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3012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Content Distribution Networks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23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F23728E-2AB9-40BD-A28E-97C4C79FC701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67548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option 2</a:t>
            </a:r>
            <a:endParaRPr lang="ko-KR" altLang="en-US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A2660AF-BB32-4B8E-B87D-39B4BA4320B9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626382"/>
            <a:ext cx="697603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사용자로부터 가깝다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Akamai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방식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120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개국 이상에서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240,000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서버를 구축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(2015)</a:t>
            </a: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FFDE077-9543-4011-B0E5-7D69F5DAD59C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223988"/>
            <a:ext cx="697603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Limelight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방식</a:t>
            </a: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1B2A33F6-692D-4AB9-BBAB-5909619DE19D}"/>
              </a:ext>
            </a:extLst>
          </p:cNvPr>
          <p:cNvSpPr/>
          <p:nvPr/>
        </p:nvSpPr>
        <p:spPr>
          <a:xfrm>
            <a:off x="946845" y="2073741"/>
            <a:ext cx="6174280" cy="430887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1" name="텍스트 개체 틀 19">
            <a:extLst>
              <a:ext uri="{FF2B5EF4-FFF2-40B4-BE49-F238E27FC236}">
                <a16:creationId xmlns:a16="http://schemas.microsoft.com/office/drawing/2014/main" id="{1E656C7B-7127-4BEB-8DE6-CE2966365B9D}"/>
              </a:ext>
            </a:extLst>
          </p:cNvPr>
          <p:cNvSpPr txBox="1">
            <a:spLocks/>
          </p:cNvSpPr>
          <p:nvPr/>
        </p:nvSpPr>
        <p:spPr>
          <a:xfrm>
            <a:off x="1191092" y="2132856"/>
            <a:ext cx="1760537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enter deep</a:t>
            </a:r>
            <a:endParaRPr lang="ko-KR" altLang="en-US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4A45A77C-A5A8-446D-93C3-D62A0A9077E3}"/>
              </a:ext>
            </a:extLst>
          </p:cNvPr>
          <p:cNvSpPr/>
          <p:nvPr/>
        </p:nvSpPr>
        <p:spPr>
          <a:xfrm>
            <a:off x="946844" y="3672294"/>
            <a:ext cx="6200268" cy="430887"/>
          </a:xfrm>
          <a:prstGeom prst="snip1Rect">
            <a:avLst>
              <a:gd name="adj" fmla="val 2816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13" name="텍스트 개체 틀 19">
            <a:extLst>
              <a:ext uri="{FF2B5EF4-FFF2-40B4-BE49-F238E27FC236}">
                <a16:creationId xmlns:a16="http://schemas.microsoft.com/office/drawing/2014/main" id="{49A3AF2C-46BC-411F-81D7-5CB705005BA4}"/>
              </a:ext>
            </a:extLst>
          </p:cNvPr>
          <p:cNvSpPr txBox="1">
            <a:spLocks/>
          </p:cNvSpPr>
          <p:nvPr/>
        </p:nvSpPr>
        <p:spPr>
          <a:xfrm>
            <a:off x="1191092" y="3731409"/>
            <a:ext cx="1752917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bring home</a:t>
            </a:r>
            <a:endParaRPr lang="ko-KR" altLang="en-US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1BEF52BA-59B8-48C1-8C50-718F6AAA56AF}"/>
              </a:ext>
            </a:extLst>
          </p:cNvPr>
          <p:cNvSpPr txBox="1">
            <a:spLocks noChangeArrowheads="1"/>
          </p:cNvSpPr>
          <p:nvPr/>
        </p:nvSpPr>
        <p:spPr>
          <a:xfrm>
            <a:off x="2711624" y="2119426"/>
            <a:ext cx="5448540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접속 네트워크 깊이 들어가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CDN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서버를 구축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5E1391E-8566-4582-B988-0D2941B930BE}"/>
              </a:ext>
            </a:extLst>
          </p:cNvPr>
          <p:cNvSpPr txBox="1">
            <a:spLocks noChangeArrowheads="1"/>
          </p:cNvSpPr>
          <p:nvPr/>
        </p:nvSpPr>
        <p:spPr>
          <a:xfrm>
            <a:off x="2711624" y="3717032"/>
            <a:ext cx="6976032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수십 개의 대형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cluster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POP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구축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B8643B34-553E-490A-A3B0-78848D6956BC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80632"/>
            <a:ext cx="7277340" cy="35779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-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지역적으로 분산된 다수의 사이트들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(CDN)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비디오를 중복 저장하고 서비스한다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E1F5E24-116D-4DC5-B982-D0D8FF1D5933}"/>
              </a:ext>
            </a:extLst>
          </p:cNvPr>
          <p:cNvCxnSpPr>
            <a:cxnSpLocks/>
          </p:cNvCxnSpPr>
          <p:nvPr/>
        </p:nvCxnSpPr>
        <p:spPr>
          <a:xfrm>
            <a:off x="2635624" y="2137905"/>
            <a:ext cx="0" cy="302559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57FC331-9EC2-474E-B215-3E7E2DEB8FB9}"/>
              </a:ext>
            </a:extLst>
          </p:cNvPr>
          <p:cNvCxnSpPr>
            <a:cxnSpLocks/>
          </p:cNvCxnSpPr>
          <p:nvPr/>
        </p:nvCxnSpPr>
        <p:spPr>
          <a:xfrm>
            <a:off x="2635624" y="3736458"/>
            <a:ext cx="0" cy="302559"/>
          </a:xfrm>
          <a:prstGeom prst="line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8" name="Picture 4" descr="Image result for akamai logo">
            <a:extLst>
              <a:ext uri="{FF2B5EF4-FFF2-40B4-BE49-F238E27FC236}">
                <a16:creationId xmlns:a16="http://schemas.microsoft.com/office/drawing/2014/main" id="{B13BB0AA-4D67-4380-901C-B603FE63A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921" y="5008821"/>
            <a:ext cx="1886155" cy="76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Limelight Networks">
            <a:extLst>
              <a:ext uri="{FF2B5EF4-FFF2-40B4-BE49-F238E27FC236}">
                <a16:creationId xmlns:a16="http://schemas.microsoft.com/office/drawing/2014/main" id="{5C45058F-1E8C-422A-8255-64E7ECE28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918" y="5110127"/>
            <a:ext cx="3162300" cy="69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65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Content Distribution Networks </a:t>
            </a:r>
            <a:r>
              <a:rPr lang="en-US" altLang="ko-KR">
                <a:solidFill>
                  <a:schemeClr val="bg1"/>
                </a:solidFill>
              </a:rPr>
              <a:t>(CDNs)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24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1959682-D0D5-4E44-9031-38707CED1969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67548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4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CDN :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콘텐츠의 복사본을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CDN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노드에 저장함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7B3F6E3-702C-4A94-B97F-9CFA6159A769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80632"/>
            <a:ext cx="7277340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Netflix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에서 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MadMen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사본을 저장</a:t>
            </a:r>
          </a:p>
        </p:txBody>
      </p:sp>
      <p:grpSp>
        <p:nvGrpSpPr>
          <p:cNvPr id="520" name="그룹 519">
            <a:extLst>
              <a:ext uri="{FF2B5EF4-FFF2-40B4-BE49-F238E27FC236}">
                <a16:creationId xmlns:a16="http://schemas.microsoft.com/office/drawing/2014/main" id="{F44C6BD1-14C4-40E3-8D65-98F9C525F1B9}"/>
              </a:ext>
            </a:extLst>
          </p:cNvPr>
          <p:cNvGrpSpPr/>
          <p:nvPr/>
        </p:nvGrpSpPr>
        <p:grpSpPr>
          <a:xfrm>
            <a:off x="673656" y="1951468"/>
            <a:ext cx="7649386" cy="763373"/>
            <a:chOff x="673656" y="1951468"/>
            <a:chExt cx="7649386" cy="763373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35A1B396-5DD4-421A-AF44-D5B33585B2B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1951468"/>
              <a:ext cx="7649386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4"/>
                </a:buBlip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구독자는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CDN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에 콘텐츠를 요청</a:t>
              </a: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564BCC9F-1C95-45DB-B49F-B5C7D91DF8C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2364552"/>
              <a:ext cx="7277340" cy="35028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가까운 곳의 사본을 가져옴</a:t>
              </a:r>
            </a:p>
          </p:txBody>
        </p:sp>
      </p:grpSp>
      <p:sp>
        <p:nvSpPr>
          <p:cNvPr id="15" name="Rectangle 3">
            <a:extLst>
              <a:ext uri="{FF2B5EF4-FFF2-40B4-BE49-F238E27FC236}">
                <a16:creationId xmlns:a16="http://schemas.microsoft.com/office/drawing/2014/main" id="{74E78479-C50D-4037-8C52-ACFB5CE097E9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753172"/>
            <a:ext cx="7277340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경로가 혼잡하면 다른 곳을 선택할 수도</a:t>
            </a:r>
          </a:p>
        </p:txBody>
      </p:sp>
      <p:grpSp>
        <p:nvGrpSpPr>
          <p:cNvPr id="484" name="그룹 483">
            <a:extLst>
              <a:ext uri="{FF2B5EF4-FFF2-40B4-BE49-F238E27FC236}">
                <a16:creationId xmlns:a16="http://schemas.microsoft.com/office/drawing/2014/main" id="{A63072C0-837B-4453-B542-093E4B8624E9}"/>
              </a:ext>
            </a:extLst>
          </p:cNvPr>
          <p:cNvGrpSpPr/>
          <p:nvPr/>
        </p:nvGrpSpPr>
        <p:grpSpPr>
          <a:xfrm>
            <a:off x="1334640" y="3638104"/>
            <a:ext cx="6201520" cy="2814458"/>
            <a:chOff x="902591" y="3345180"/>
            <a:chExt cx="7065618" cy="3206614"/>
          </a:xfrm>
        </p:grpSpPr>
        <p:cxnSp>
          <p:nvCxnSpPr>
            <p:cNvPr id="358" name="Google Shape;7469;p39">
              <a:extLst>
                <a:ext uri="{FF2B5EF4-FFF2-40B4-BE49-F238E27FC236}">
                  <a16:creationId xmlns:a16="http://schemas.microsoft.com/office/drawing/2014/main" id="{615CB9D1-5B1C-4374-819D-29372460A6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2047" y="4332645"/>
              <a:ext cx="227234" cy="35369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9" name="Google Shape;7296;p39">
              <a:extLst>
                <a:ext uri="{FF2B5EF4-FFF2-40B4-BE49-F238E27FC236}">
                  <a16:creationId xmlns:a16="http://schemas.microsoft.com/office/drawing/2014/main" id="{180D1D8D-8109-48FE-A470-C5EDAFA3030E}"/>
                </a:ext>
              </a:extLst>
            </p:cNvPr>
            <p:cNvSpPr/>
            <p:nvPr/>
          </p:nvSpPr>
          <p:spPr>
            <a:xfrm>
              <a:off x="4673735" y="4600949"/>
              <a:ext cx="2469730" cy="843743"/>
            </a:xfrm>
            <a:prstGeom prst="ellipse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360" name="Google Shape;7505;p39">
              <a:extLst>
                <a:ext uri="{FF2B5EF4-FFF2-40B4-BE49-F238E27FC236}">
                  <a16:creationId xmlns:a16="http://schemas.microsoft.com/office/drawing/2014/main" id="{1CE01A1F-5E83-470C-83C9-C025834CF5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56369" y="5200290"/>
              <a:ext cx="546295" cy="80018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" name="Google Shape;7470;p39">
              <a:extLst>
                <a:ext uri="{FF2B5EF4-FFF2-40B4-BE49-F238E27FC236}">
                  <a16:creationId xmlns:a16="http://schemas.microsoft.com/office/drawing/2014/main" id="{25AE40B7-A317-4C71-90EF-4ACD70F626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3034" y="5166402"/>
              <a:ext cx="616487" cy="56838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2" name="Google Shape;7468;p39">
              <a:extLst>
                <a:ext uri="{FF2B5EF4-FFF2-40B4-BE49-F238E27FC236}">
                  <a16:creationId xmlns:a16="http://schemas.microsoft.com/office/drawing/2014/main" id="{3D7D3532-A15A-4B4F-A4F9-65928907EBAE}"/>
                </a:ext>
              </a:extLst>
            </p:cNvPr>
            <p:cNvCxnSpPr>
              <a:cxnSpLocks/>
            </p:cNvCxnSpPr>
            <p:nvPr/>
          </p:nvCxnSpPr>
          <p:spPr>
            <a:xfrm>
              <a:off x="6341435" y="4019160"/>
              <a:ext cx="441150" cy="67772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3" name="Google Shape;7348;p39">
              <a:extLst>
                <a:ext uri="{FF2B5EF4-FFF2-40B4-BE49-F238E27FC236}">
                  <a16:creationId xmlns:a16="http://schemas.microsoft.com/office/drawing/2014/main" id="{7EDFB59B-EFBD-48BE-82C5-B58BAE045396}"/>
                </a:ext>
              </a:extLst>
            </p:cNvPr>
            <p:cNvSpPr/>
            <p:nvPr/>
          </p:nvSpPr>
          <p:spPr>
            <a:xfrm>
              <a:off x="2009932" y="3870672"/>
              <a:ext cx="2917022" cy="867678"/>
            </a:xfrm>
            <a:prstGeom prst="ellipse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364" name="Google Shape;7467;p39">
              <a:extLst>
                <a:ext uri="{FF2B5EF4-FFF2-40B4-BE49-F238E27FC236}">
                  <a16:creationId xmlns:a16="http://schemas.microsoft.com/office/drawing/2014/main" id="{DE329649-C59B-4EC4-AE33-4CA3EA8BF2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4928" y="3731377"/>
              <a:ext cx="457231" cy="34262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7465;p39">
              <a:extLst>
                <a:ext uri="{FF2B5EF4-FFF2-40B4-BE49-F238E27FC236}">
                  <a16:creationId xmlns:a16="http://schemas.microsoft.com/office/drawing/2014/main" id="{A7374AA6-C377-4AED-A23A-F3B50ED459CC}"/>
                </a:ext>
              </a:extLst>
            </p:cNvPr>
            <p:cNvCxnSpPr>
              <a:cxnSpLocks/>
            </p:cNvCxnSpPr>
            <p:nvPr/>
          </p:nvCxnSpPr>
          <p:spPr>
            <a:xfrm>
              <a:off x="2626683" y="3746193"/>
              <a:ext cx="271154" cy="26525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7592;p39">
              <a:extLst>
                <a:ext uri="{FF2B5EF4-FFF2-40B4-BE49-F238E27FC236}">
                  <a16:creationId xmlns:a16="http://schemas.microsoft.com/office/drawing/2014/main" id="{75254ABD-7D11-4606-BA5B-0E2D5548BCFE}"/>
                </a:ext>
              </a:extLst>
            </p:cNvPr>
            <p:cNvCxnSpPr>
              <a:cxnSpLocks/>
              <a:endCxn id="445" idx="2"/>
            </p:cNvCxnSpPr>
            <p:nvPr/>
          </p:nvCxnSpPr>
          <p:spPr>
            <a:xfrm flipH="1">
              <a:off x="1802049" y="3910452"/>
              <a:ext cx="0" cy="34808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" name="Google Shape;7609;p39">
              <a:extLst>
                <a:ext uri="{FF2B5EF4-FFF2-40B4-BE49-F238E27FC236}">
                  <a16:creationId xmlns:a16="http://schemas.microsoft.com/office/drawing/2014/main" id="{E9A5A8F4-4500-48B5-9874-FF72CDB79D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5980" y="5876939"/>
              <a:ext cx="588843" cy="22686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8" name="Google Shape;7607;p39">
              <a:extLst>
                <a:ext uri="{FF2B5EF4-FFF2-40B4-BE49-F238E27FC236}">
                  <a16:creationId xmlns:a16="http://schemas.microsoft.com/office/drawing/2014/main" id="{6EBE860D-3F40-4FCA-94F7-460A923AAD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19223" y="5954412"/>
              <a:ext cx="267416" cy="17809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9" name="Google Shape;7471;p39">
              <a:extLst>
                <a:ext uri="{FF2B5EF4-FFF2-40B4-BE49-F238E27FC236}">
                  <a16:creationId xmlns:a16="http://schemas.microsoft.com/office/drawing/2014/main" id="{0784E2FB-DB47-4B8D-891F-CA1F79BEF1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87039" y="6000471"/>
              <a:ext cx="0" cy="16101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1" name="Google Shape;7663;p40">
              <a:extLst>
                <a:ext uri="{FF2B5EF4-FFF2-40B4-BE49-F238E27FC236}">
                  <a16:creationId xmlns:a16="http://schemas.microsoft.com/office/drawing/2014/main" id="{69AE80CB-ACC5-4FDA-B5EB-92780C30F8F5}"/>
                </a:ext>
              </a:extLst>
            </p:cNvPr>
            <p:cNvSpPr/>
            <p:nvPr/>
          </p:nvSpPr>
          <p:spPr>
            <a:xfrm>
              <a:off x="2972418" y="6093578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72" name="Google Shape;7663;p40">
              <a:extLst>
                <a:ext uri="{FF2B5EF4-FFF2-40B4-BE49-F238E27FC236}">
                  <a16:creationId xmlns:a16="http://schemas.microsoft.com/office/drawing/2014/main" id="{8E70AC76-06B8-4251-AC14-1BACE3C74F60}"/>
                </a:ext>
              </a:extLst>
            </p:cNvPr>
            <p:cNvSpPr/>
            <p:nvPr/>
          </p:nvSpPr>
          <p:spPr>
            <a:xfrm>
              <a:off x="3899407" y="6161484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73" name="Google Shape;7663;p40">
              <a:extLst>
                <a:ext uri="{FF2B5EF4-FFF2-40B4-BE49-F238E27FC236}">
                  <a16:creationId xmlns:a16="http://schemas.microsoft.com/office/drawing/2014/main" id="{C126EF8B-3E64-4398-9503-899A5D0A2D9F}"/>
                </a:ext>
              </a:extLst>
            </p:cNvPr>
            <p:cNvSpPr/>
            <p:nvPr/>
          </p:nvSpPr>
          <p:spPr>
            <a:xfrm>
              <a:off x="4826396" y="6093578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grpSp>
          <p:nvGrpSpPr>
            <p:cNvPr id="374" name="그룹 373">
              <a:extLst>
                <a:ext uri="{FF2B5EF4-FFF2-40B4-BE49-F238E27FC236}">
                  <a16:creationId xmlns:a16="http://schemas.microsoft.com/office/drawing/2014/main" id="{74CDE35A-3A44-4793-81C8-4444ABA716FD}"/>
                </a:ext>
              </a:extLst>
            </p:cNvPr>
            <p:cNvGrpSpPr/>
            <p:nvPr/>
          </p:nvGrpSpPr>
          <p:grpSpPr>
            <a:xfrm rot="659841">
              <a:off x="2557478" y="6197335"/>
              <a:ext cx="269983" cy="46817"/>
              <a:chOff x="1248409" y="5955240"/>
              <a:chExt cx="294762" cy="68295"/>
            </a:xfrm>
          </p:grpSpPr>
          <p:sp>
            <p:nvSpPr>
              <p:cNvPr id="408" name="타원 407">
                <a:extLst>
                  <a:ext uri="{FF2B5EF4-FFF2-40B4-BE49-F238E27FC236}">
                    <a16:creationId xmlns:a16="http://schemas.microsoft.com/office/drawing/2014/main" id="{6B1339F7-3634-4288-A167-42084B6DCCDE}"/>
                  </a:ext>
                </a:extLst>
              </p:cNvPr>
              <p:cNvSpPr/>
              <p:nvPr/>
            </p:nvSpPr>
            <p:spPr>
              <a:xfrm>
                <a:off x="1248409" y="5955257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409" name="타원 408">
                <a:extLst>
                  <a:ext uri="{FF2B5EF4-FFF2-40B4-BE49-F238E27FC236}">
                    <a16:creationId xmlns:a16="http://schemas.microsoft.com/office/drawing/2014/main" id="{6F6855B3-52F6-4452-A1E1-43C09456AD5D}"/>
                  </a:ext>
                </a:extLst>
              </p:cNvPr>
              <p:cNvSpPr/>
              <p:nvPr/>
            </p:nvSpPr>
            <p:spPr>
              <a:xfrm>
                <a:off x="1369831" y="5955264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410" name="타원 409">
                <a:extLst>
                  <a:ext uri="{FF2B5EF4-FFF2-40B4-BE49-F238E27FC236}">
                    <a16:creationId xmlns:a16="http://schemas.microsoft.com/office/drawing/2014/main" id="{9405E33D-6E85-4F7A-91B4-A971AAF6CE6E}"/>
                  </a:ext>
                </a:extLst>
              </p:cNvPr>
              <p:cNvSpPr/>
              <p:nvPr/>
            </p:nvSpPr>
            <p:spPr>
              <a:xfrm>
                <a:off x="1491252" y="5955240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375" name="Google Shape;7663;p40">
              <a:extLst>
                <a:ext uri="{FF2B5EF4-FFF2-40B4-BE49-F238E27FC236}">
                  <a16:creationId xmlns:a16="http://schemas.microsoft.com/office/drawing/2014/main" id="{5254AC74-1C08-44E4-A3E4-E5964C20EB63}"/>
                </a:ext>
              </a:extLst>
            </p:cNvPr>
            <p:cNvSpPr/>
            <p:nvPr/>
          </p:nvSpPr>
          <p:spPr>
            <a:xfrm>
              <a:off x="1687205" y="5860408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76" name="Google Shape;7663;p40">
              <a:extLst>
                <a:ext uri="{FF2B5EF4-FFF2-40B4-BE49-F238E27FC236}">
                  <a16:creationId xmlns:a16="http://schemas.microsoft.com/office/drawing/2014/main" id="{633B1166-D4F5-45EB-A4AB-EA0C3B4897C4}"/>
                </a:ext>
              </a:extLst>
            </p:cNvPr>
            <p:cNvSpPr/>
            <p:nvPr/>
          </p:nvSpPr>
          <p:spPr>
            <a:xfrm>
              <a:off x="1107333" y="5501083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77" name="Google Shape;7663;p40">
              <a:extLst>
                <a:ext uri="{FF2B5EF4-FFF2-40B4-BE49-F238E27FC236}">
                  <a16:creationId xmlns:a16="http://schemas.microsoft.com/office/drawing/2014/main" id="{113B37E5-C35C-4D88-B633-77F0CC0E3692}"/>
                </a:ext>
              </a:extLst>
            </p:cNvPr>
            <p:cNvSpPr/>
            <p:nvPr/>
          </p:nvSpPr>
          <p:spPr>
            <a:xfrm>
              <a:off x="902591" y="5002579"/>
              <a:ext cx="702386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78" name="Google Shape;7663;p40">
              <a:extLst>
                <a:ext uri="{FF2B5EF4-FFF2-40B4-BE49-F238E27FC236}">
                  <a16:creationId xmlns:a16="http://schemas.microsoft.com/office/drawing/2014/main" id="{504E2447-7D8A-47C2-A18E-A6F527777994}"/>
                </a:ext>
              </a:extLst>
            </p:cNvPr>
            <p:cNvSpPr/>
            <p:nvPr/>
          </p:nvSpPr>
          <p:spPr>
            <a:xfrm>
              <a:off x="964231" y="3953867"/>
              <a:ext cx="702386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79" name="Google Shape;7663;p40">
              <a:extLst>
                <a:ext uri="{FF2B5EF4-FFF2-40B4-BE49-F238E27FC236}">
                  <a16:creationId xmlns:a16="http://schemas.microsoft.com/office/drawing/2014/main" id="{9C68D173-2D3C-401F-A5EE-125F8E6B5CC0}"/>
                </a:ext>
              </a:extLst>
            </p:cNvPr>
            <p:cNvSpPr/>
            <p:nvPr/>
          </p:nvSpPr>
          <p:spPr>
            <a:xfrm>
              <a:off x="1455767" y="3562077"/>
              <a:ext cx="702386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CD869658-E8BF-40E3-A530-91F3A4D1D576}"/>
                </a:ext>
              </a:extLst>
            </p:cNvPr>
            <p:cNvGrpSpPr/>
            <p:nvPr/>
          </p:nvGrpSpPr>
          <p:grpSpPr>
            <a:xfrm rot="5400000">
              <a:off x="1097969" y="4629089"/>
              <a:ext cx="213270" cy="47554"/>
              <a:chOff x="1248409" y="5955258"/>
              <a:chExt cx="311114" cy="51918"/>
            </a:xfrm>
          </p:grpSpPr>
          <p:sp>
            <p:nvSpPr>
              <p:cNvPr id="405" name="타원 404">
                <a:extLst>
                  <a:ext uri="{FF2B5EF4-FFF2-40B4-BE49-F238E27FC236}">
                    <a16:creationId xmlns:a16="http://schemas.microsoft.com/office/drawing/2014/main" id="{DCBC1964-B6C9-4999-B18C-44472838824E}"/>
                  </a:ext>
                </a:extLst>
              </p:cNvPr>
              <p:cNvSpPr/>
              <p:nvPr/>
            </p:nvSpPr>
            <p:spPr>
              <a:xfrm>
                <a:off x="1248409" y="5955258"/>
                <a:ext cx="68271" cy="51918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406" name="타원 405">
                <a:extLst>
                  <a:ext uri="{FF2B5EF4-FFF2-40B4-BE49-F238E27FC236}">
                    <a16:creationId xmlns:a16="http://schemas.microsoft.com/office/drawing/2014/main" id="{9ECDDF58-1CCB-41D2-948D-438B3D33D7FF}"/>
                  </a:ext>
                </a:extLst>
              </p:cNvPr>
              <p:cNvSpPr/>
              <p:nvPr/>
            </p:nvSpPr>
            <p:spPr>
              <a:xfrm>
                <a:off x="1369831" y="5955258"/>
                <a:ext cx="68271" cy="51918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407" name="타원 406">
                <a:extLst>
                  <a:ext uri="{FF2B5EF4-FFF2-40B4-BE49-F238E27FC236}">
                    <a16:creationId xmlns:a16="http://schemas.microsoft.com/office/drawing/2014/main" id="{D376FEB6-8BD3-4FF6-B02C-3DA021171830}"/>
                  </a:ext>
                </a:extLst>
              </p:cNvPr>
              <p:cNvSpPr/>
              <p:nvPr/>
            </p:nvSpPr>
            <p:spPr>
              <a:xfrm>
                <a:off x="1491252" y="5955258"/>
                <a:ext cx="68271" cy="51918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grpSp>
          <p:nvGrpSpPr>
            <p:cNvPr id="381" name="그룹 380">
              <a:extLst>
                <a:ext uri="{FF2B5EF4-FFF2-40B4-BE49-F238E27FC236}">
                  <a16:creationId xmlns:a16="http://schemas.microsoft.com/office/drawing/2014/main" id="{11743C22-C516-49C4-8287-A810B5AF1D73}"/>
                </a:ext>
              </a:extLst>
            </p:cNvPr>
            <p:cNvGrpSpPr/>
            <p:nvPr/>
          </p:nvGrpSpPr>
          <p:grpSpPr>
            <a:xfrm rot="20955079">
              <a:off x="5830700" y="6171259"/>
              <a:ext cx="269983" cy="46856"/>
              <a:chOff x="1248408" y="5955178"/>
              <a:chExt cx="294762" cy="68352"/>
            </a:xfrm>
          </p:grpSpPr>
          <p:sp>
            <p:nvSpPr>
              <p:cNvPr id="402" name="타원 401">
                <a:extLst>
                  <a:ext uri="{FF2B5EF4-FFF2-40B4-BE49-F238E27FC236}">
                    <a16:creationId xmlns:a16="http://schemas.microsoft.com/office/drawing/2014/main" id="{F0E1B547-4D31-412A-BF92-18B93848346F}"/>
                  </a:ext>
                </a:extLst>
              </p:cNvPr>
              <p:cNvSpPr/>
              <p:nvPr/>
            </p:nvSpPr>
            <p:spPr>
              <a:xfrm>
                <a:off x="1248408" y="5955178"/>
                <a:ext cx="51919" cy="68270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403" name="타원 402">
                <a:extLst>
                  <a:ext uri="{FF2B5EF4-FFF2-40B4-BE49-F238E27FC236}">
                    <a16:creationId xmlns:a16="http://schemas.microsoft.com/office/drawing/2014/main" id="{6D7CDCF6-4CAD-4D22-A1A6-66FC31DB1561}"/>
                  </a:ext>
                </a:extLst>
              </p:cNvPr>
              <p:cNvSpPr/>
              <p:nvPr/>
            </p:nvSpPr>
            <p:spPr>
              <a:xfrm>
                <a:off x="1369831" y="5955259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404" name="타원 403">
                <a:extLst>
                  <a:ext uri="{FF2B5EF4-FFF2-40B4-BE49-F238E27FC236}">
                    <a16:creationId xmlns:a16="http://schemas.microsoft.com/office/drawing/2014/main" id="{383DA2E4-134E-4240-B0A1-5727F272389A}"/>
                  </a:ext>
                </a:extLst>
              </p:cNvPr>
              <p:cNvSpPr/>
              <p:nvPr/>
            </p:nvSpPr>
            <p:spPr>
              <a:xfrm>
                <a:off x="1491251" y="5955225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382" name="Google Shape;7663;p40">
              <a:extLst>
                <a:ext uri="{FF2B5EF4-FFF2-40B4-BE49-F238E27FC236}">
                  <a16:creationId xmlns:a16="http://schemas.microsoft.com/office/drawing/2014/main" id="{6B0C572A-D4E9-41CB-A8B8-0132A66FD3AF}"/>
                </a:ext>
              </a:extLst>
            </p:cNvPr>
            <p:cNvSpPr/>
            <p:nvPr/>
          </p:nvSpPr>
          <p:spPr>
            <a:xfrm>
              <a:off x="6295504" y="5887883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83" name="Google Shape;7663;p40">
              <a:extLst>
                <a:ext uri="{FF2B5EF4-FFF2-40B4-BE49-F238E27FC236}">
                  <a16:creationId xmlns:a16="http://schemas.microsoft.com/office/drawing/2014/main" id="{CD948D9E-C347-4E54-B754-05884D002558}"/>
                </a:ext>
              </a:extLst>
            </p:cNvPr>
            <p:cNvSpPr/>
            <p:nvPr/>
          </p:nvSpPr>
          <p:spPr>
            <a:xfrm>
              <a:off x="7120424" y="5515282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84" name="Google Shape;7663;p40">
              <a:extLst>
                <a:ext uri="{FF2B5EF4-FFF2-40B4-BE49-F238E27FC236}">
                  <a16:creationId xmlns:a16="http://schemas.microsoft.com/office/drawing/2014/main" id="{D36CC04E-0FB7-40AF-A982-EAFE6BA2322A}"/>
                </a:ext>
              </a:extLst>
            </p:cNvPr>
            <p:cNvSpPr/>
            <p:nvPr/>
          </p:nvSpPr>
          <p:spPr>
            <a:xfrm>
              <a:off x="7192944" y="4955321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grpSp>
          <p:nvGrpSpPr>
            <p:cNvPr id="385" name="그룹 384">
              <a:extLst>
                <a:ext uri="{FF2B5EF4-FFF2-40B4-BE49-F238E27FC236}">
                  <a16:creationId xmlns:a16="http://schemas.microsoft.com/office/drawing/2014/main" id="{55398A4F-CC7C-4F33-B2DD-E5024171E665}"/>
                </a:ext>
              </a:extLst>
            </p:cNvPr>
            <p:cNvGrpSpPr/>
            <p:nvPr/>
          </p:nvGrpSpPr>
          <p:grpSpPr>
            <a:xfrm rot="14836157">
              <a:off x="7352358" y="4605182"/>
              <a:ext cx="213269" cy="47554"/>
              <a:chOff x="1248411" y="5955258"/>
              <a:chExt cx="311112" cy="51918"/>
            </a:xfrm>
          </p:grpSpPr>
          <p:sp>
            <p:nvSpPr>
              <p:cNvPr id="399" name="타원 398">
                <a:extLst>
                  <a:ext uri="{FF2B5EF4-FFF2-40B4-BE49-F238E27FC236}">
                    <a16:creationId xmlns:a16="http://schemas.microsoft.com/office/drawing/2014/main" id="{E53CAB7C-3C04-4AED-8F6A-78471A8C68D5}"/>
                  </a:ext>
                </a:extLst>
              </p:cNvPr>
              <p:cNvSpPr/>
              <p:nvPr/>
            </p:nvSpPr>
            <p:spPr>
              <a:xfrm>
                <a:off x="1248411" y="5955258"/>
                <a:ext cx="68271" cy="51918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400" name="타원 399">
                <a:extLst>
                  <a:ext uri="{FF2B5EF4-FFF2-40B4-BE49-F238E27FC236}">
                    <a16:creationId xmlns:a16="http://schemas.microsoft.com/office/drawing/2014/main" id="{EF6C9C64-7F48-49FD-B096-8BAE1B7F7A71}"/>
                  </a:ext>
                </a:extLst>
              </p:cNvPr>
              <p:cNvSpPr/>
              <p:nvPr/>
            </p:nvSpPr>
            <p:spPr>
              <a:xfrm>
                <a:off x="1369832" y="5955258"/>
                <a:ext cx="68271" cy="51918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401" name="타원 400">
                <a:extLst>
                  <a:ext uri="{FF2B5EF4-FFF2-40B4-BE49-F238E27FC236}">
                    <a16:creationId xmlns:a16="http://schemas.microsoft.com/office/drawing/2014/main" id="{967E9E70-57AF-45EA-9CAA-4928D50062EB}"/>
                  </a:ext>
                </a:extLst>
              </p:cNvPr>
              <p:cNvSpPr/>
              <p:nvPr/>
            </p:nvSpPr>
            <p:spPr>
              <a:xfrm>
                <a:off x="1491252" y="5955258"/>
                <a:ext cx="68271" cy="51918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386" name="Google Shape;7663;p40">
              <a:extLst>
                <a:ext uri="{FF2B5EF4-FFF2-40B4-BE49-F238E27FC236}">
                  <a16:creationId xmlns:a16="http://schemas.microsoft.com/office/drawing/2014/main" id="{95E40C6A-3E3C-447B-98DB-166BC68112C7}"/>
                </a:ext>
              </a:extLst>
            </p:cNvPr>
            <p:cNvSpPr/>
            <p:nvPr/>
          </p:nvSpPr>
          <p:spPr>
            <a:xfrm>
              <a:off x="6671649" y="4024977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87" name="Google Shape;7663;p40">
              <a:extLst>
                <a:ext uri="{FF2B5EF4-FFF2-40B4-BE49-F238E27FC236}">
                  <a16:creationId xmlns:a16="http://schemas.microsoft.com/office/drawing/2014/main" id="{C61ACCEF-3E99-4E2A-8B4C-7286973FAD54}"/>
                </a:ext>
              </a:extLst>
            </p:cNvPr>
            <p:cNvSpPr/>
            <p:nvPr/>
          </p:nvSpPr>
          <p:spPr>
            <a:xfrm>
              <a:off x="5953802" y="3670785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88" name="Google Shape;7663;p40">
              <a:extLst>
                <a:ext uri="{FF2B5EF4-FFF2-40B4-BE49-F238E27FC236}">
                  <a16:creationId xmlns:a16="http://schemas.microsoft.com/office/drawing/2014/main" id="{960693EC-18B5-4651-8B37-93BC15B8A97C}"/>
                </a:ext>
              </a:extLst>
            </p:cNvPr>
            <p:cNvSpPr/>
            <p:nvPr/>
          </p:nvSpPr>
          <p:spPr>
            <a:xfrm>
              <a:off x="4661449" y="3375390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89" name="Google Shape;7663;p40">
              <a:extLst>
                <a:ext uri="{FF2B5EF4-FFF2-40B4-BE49-F238E27FC236}">
                  <a16:creationId xmlns:a16="http://schemas.microsoft.com/office/drawing/2014/main" id="{784674B2-60E6-4D68-895D-E55C54457A6F}"/>
                </a:ext>
              </a:extLst>
            </p:cNvPr>
            <p:cNvSpPr/>
            <p:nvPr/>
          </p:nvSpPr>
          <p:spPr>
            <a:xfrm>
              <a:off x="3733808" y="3345180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90" name="Google Shape;7663;p40">
              <a:extLst>
                <a:ext uri="{FF2B5EF4-FFF2-40B4-BE49-F238E27FC236}">
                  <a16:creationId xmlns:a16="http://schemas.microsoft.com/office/drawing/2014/main" id="{8B69E8B1-ACC6-4BC6-B076-AF219C2892E0}"/>
                </a:ext>
              </a:extLst>
            </p:cNvPr>
            <p:cNvSpPr/>
            <p:nvPr/>
          </p:nvSpPr>
          <p:spPr>
            <a:xfrm>
              <a:off x="2239051" y="3397818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grpSp>
          <p:nvGrpSpPr>
            <p:cNvPr id="391" name="그룹 390">
              <a:extLst>
                <a:ext uri="{FF2B5EF4-FFF2-40B4-BE49-F238E27FC236}">
                  <a16:creationId xmlns:a16="http://schemas.microsoft.com/office/drawing/2014/main" id="{CE6FD0B5-7A5E-4508-BA34-62DB3AE47CDE}"/>
                </a:ext>
              </a:extLst>
            </p:cNvPr>
            <p:cNvGrpSpPr/>
            <p:nvPr/>
          </p:nvGrpSpPr>
          <p:grpSpPr>
            <a:xfrm rot="12100416">
              <a:off x="5639496" y="3634485"/>
              <a:ext cx="269982" cy="46858"/>
              <a:chOff x="1248409" y="5955176"/>
              <a:chExt cx="294761" cy="68354"/>
            </a:xfrm>
          </p:grpSpPr>
          <p:sp>
            <p:nvSpPr>
              <p:cNvPr id="396" name="타원 395">
                <a:extLst>
                  <a:ext uri="{FF2B5EF4-FFF2-40B4-BE49-F238E27FC236}">
                    <a16:creationId xmlns:a16="http://schemas.microsoft.com/office/drawing/2014/main" id="{0695C9D3-DDEA-4793-BD32-8EBAA4ECFF0F}"/>
                  </a:ext>
                </a:extLst>
              </p:cNvPr>
              <p:cNvSpPr/>
              <p:nvPr/>
            </p:nvSpPr>
            <p:spPr>
              <a:xfrm>
                <a:off x="1248409" y="5955259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397" name="타원 396">
                <a:extLst>
                  <a:ext uri="{FF2B5EF4-FFF2-40B4-BE49-F238E27FC236}">
                    <a16:creationId xmlns:a16="http://schemas.microsoft.com/office/drawing/2014/main" id="{05DC37E9-FDAF-4D62-B0BD-3B8F93F0EBAD}"/>
                  </a:ext>
                </a:extLst>
              </p:cNvPr>
              <p:cNvSpPr/>
              <p:nvPr/>
            </p:nvSpPr>
            <p:spPr>
              <a:xfrm>
                <a:off x="1369831" y="5955225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398" name="타원 397">
                <a:extLst>
                  <a:ext uri="{FF2B5EF4-FFF2-40B4-BE49-F238E27FC236}">
                    <a16:creationId xmlns:a16="http://schemas.microsoft.com/office/drawing/2014/main" id="{95C59910-B396-4335-8569-41E46545E99A}"/>
                  </a:ext>
                </a:extLst>
              </p:cNvPr>
              <p:cNvSpPr/>
              <p:nvPr/>
            </p:nvSpPr>
            <p:spPr>
              <a:xfrm>
                <a:off x="1491251" y="5955176"/>
                <a:ext cx="51919" cy="68270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grpSp>
          <p:nvGrpSpPr>
            <p:cNvPr id="392" name="그룹 391">
              <a:extLst>
                <a:ext uri="{FF2B5EF4-FFF2-40B4-BE49-F238E27FC236}">
                  <a16:creationId xmlns:a16="http://schemas.microsoft.com/office/drawing/2014/main" id="{480610A5-4838-487F-B2A8-93D8B761A906}"/>
                </a:ext>
              </a:extLst>
            </p:cNvPr>
            <p:cNvGrpSpPr/>
            <p:nvPr/>
          </p:nvGrpSpPr>
          <p:grpSpPr>
            <a:xfrm rot="10470195">
              <a:off x="3215513" y="3491710"/>
              <a:ext cx="269984" cy="46814"/>
              <a:chOff x="1248408" y="5955258"/>
              <a:chExt cx="294763" cy="68291"/>
            </a:xfrm>
          </p:grpSpPr>
          <p:sp>
            <p:nvSpPr>
              <p:cNvPr id="393" name="타원 392">
                <a:extLst>
                  <a:ext uri="{FF2B5EF4-FFF2-40B4-BE49-F238E27FC236}">
                    <a16:creationId xmlns:a16="http://schemas.microsoft.com/office/drawing/2014/main" id="{4B8AAC91-E871-4DBF-88F7-808245E82164}"/>
                  </a:ext>
                </a:extLst>
              </p:cNvPr>
              <p:cNvSpPr/>
              <p:nvPr/>
            </p:nvSpPr>
            <p:spPr>
              <a:xfrm>
                <a:off x="1248408" y="5955278"/>
                <a:ext cx="51918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394" name="타원 393">
                <a:extLst>
                  <a:ext uri="{FF2B5EF4-FFF2-40B4-BE49-F238E27FC236}">
                    <a16:creationId xmlns:a16="http://schemas.microsoft.com/office/drawing/2014/main" id="{FB8E8DD3-AFF7-499C-995D-57F5CF8FDA5B}"/>
                  </a:ext>
                </a:extLst>
              </p:cNvPr>
              <p:cNvSpPr/>
              <p:nvPr/>
            </p:nvSpPr>
            <p:spPr>
              <a:xfrm>
                <a:off x="1369830" y="5955264"/>
                <a:ext cx="51918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395" name="타원 394">
                <a:extLst>
                  <a:ext uri="{FF2B5EF4-FFF2-40B4-BE49-F238E27FC236}">
                    <a16:creationId xmlns:a16="http://schemas.microsoft.com/office/drawing/2014/main" id="{BB399B76-624C-4198-A4EE-470DD50F1452}"/>
                  </a:ext>
                </a:extLst>
              </p:cNvPr>
              <p:cNvSpPr/>
              <p:nvPr/>
            </p:nvSpPr>
            <p:spPr>
              <a:xfrm>
                <a:off x="1491252" y="5955258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411" name="Google Shape;7242;p39">
              <a:extLst>
                <a:ext uri="{FF2B5EF4-FFF2-40B4-BE49-F238E27FC236}">
                  <a16:creationId xmlns:a16="http://schemas.microsoft.com/office/drawing/2014/main" id="{8FEA3543-F964-4B6B-8679-F12DD5FFDB8E}"/>
                </a:ext>
              </a:extLst>
            </p:cNvPr>
            <p:cNvSpPr/>
            <p:nvPr/>
          </p:nvSpPr>
          <p:spPr>
            <a:xfrm>
              <a:off x="1831366" y="4916569"/>
              <a:ext cx="2469275" cy="843994"/>
            </a:xfrm>
            <a:prstGeom prst="ellipse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412" name="Google Shape;7584;p39">
              <a:extLst>
                <a:ext uri="{FF2B5EF4-FFF2-40B4-BE49-F238E27FC236}">
                  <a16:creationId xmlns:a16="http://schemas.microsoft.com/office/drawing/2014/main" id="{BE5D6BB8-DD34-49D7-860B-30C99F096D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9925" y="4890695"/>
              <a:ext cx="170940" cy="178858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3" name="Google Shape;7579;p39">
              <a:extLst>
                <a:ext uri="{FF2B5EF4-FFF2-40B4-BE49-F238E27FC236}">
                  <a16:creationId xmlns:a16="http://schemas.microsoft.com/office/drawing/2014/main" id="{F6FE0503-3272-4A7B-906D-24848463DA75}"/>
                </a:ext>
              </a:extLst>
            </p:cNvPr>
            <p:cNvCxnSpPr/>
            <p:nvPr/>
          </p:nvCxnSpPr>
          <p:spPr>
            <a:xfrm>
              <a:off x="4432431" y="4160593"/>
              <a:ext cx="822823" cy="0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4" name="Google Shape;7580;p39">
              <a:extLst>
                <a:ext uri="{FF2B5EF4-FFF2-40B4-BE49-F238E27FC236}">
                  <a16:creationId xmlns:a16="http://schemas.microsoft.com/office/drawing/2014/main" id="{0E346FA8-FD4B-427A-B4F2-B2B3A2C8D839}"/>
                </a:ext>
              </a:extLst>
            </p:cNvPr>
            <p:cNvCxnSpPr>
              <a:cxnSpLocks/>
            </p:cNvCxnSpPr>
            <p:nvPr/>
          </p:nvCxnSpPr>
          <p:spPr>
            <a:xfrm>
              <a:off x="5805725" y="4211634"/>
              <a:ext cx="914597" cy="489707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5" name="Google Shape;7243;p39">
              <a:extLst>
                <a:ext uri="{FF2B5EF4-FFF2-40B4-BE49-F238E27FC236}">
                  <a16:creationId xmlns:a16="http://schemas.microsoft.com/office/drawing/2014/main" id="{CBB6D492-8CF7-4175-8119-4DF597F70FAF}"/>
                </a:ext>
              </a:extLst>
            </p:cNvPr>
            <p:cNvCxnSpPr>
              <a:cxnSpLocks/>
              <a:endCxn id="461" idx="1"/>
            </p:cNvCxnSpPr>
            <p:nvPr/>
          </p:nvCxnSpPr>
          <p:spPr>
            <a:xfrm>
              <a:off x="2709538" y="5033400"/>
              <a:ext cx="956249" cy="8276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6" name="Google Shape;7245;p39">
              <a:extLst>
                <a:ext uri="{FF2B5EF4-FFF2-40B4-BE49-F238E27FC236}">
                  <a16:creationId xmlns:a16="http://schemas.microsoft.com/office/drawing/2014/main" id="{828246E4-6DF4-4877-9DB1-12B1A927560C}"/>
                </a:ext>
              </a:extLst>
            </p:cNvPr>
            <p:cNvCxnSpPr>
              <a:cxnSpLocks/>
            </p:cNvCxnSpPr>
            <p:nvPr/>
          </p:nvCxnSpPr>
          <p:spPr>
            <a:xfrm>
              <a:off x="3122638" y="5197020"/>
              <a:ext cx="309927" cy="1114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7" name="Google Shape;7247;p39">
              <a:extLst>
                <a:ext uri="{FF2B5EF4-FFF2-40B4-BE49-F238E27FC236}">
                  <a16:creationId xmlns:a16="http://schemas.microsoft.com/office/drawing/2014/main" id="{56600672-7001-4E07-86D6-3BD14E2100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4219" y="5161615"/>
              <a:ext cx="161299" cy="23767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8" name="Google Shape;7250;p39">
              <a:extLst>
                <a:ext uri="{FF2B5EF4-FFF2-40B4-BE49-F238E27FC236}">
                  <a16:creationId xmlns:a16="http://schemas.microsoft.com/office/drawing/2014/main" id="{04A40213-601A-49E6-989D-616217BC97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3749" y="5292255"/>
              <a:ext cx="67362" cy="24311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9" name="Google Shape;7251;p39">
              <a:extLst>
                <a:ext uri="{FF2B5EF4-FFF2-40B4-BE49-F238E27FC236}">
                  <a16:creationId xmlns:a16="http://schemas.microsoft.com/office/drawing/2014/main" id="{E741FB6B-FE9B-41D7-A86C-2D96A9B40E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5980" y="5344625"/>
              <a:ext cx="344968" cy="1484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0" name="Google Shape;7252;p39">
              <a:extLst>
                <a:ext uri="{FF2B5EF4-FFF2-40B4-BE49-F238E27FC236}">
                  <a16:creationId xmlns:a16="http://schemas.microsoft.com/office/drawing/2014/main" id="{7B4BBB22-2772-4E6E-AE18-0ACF0A539FA4}"/>
                </a:ext>
              </a:extLst>
            </p:cNvPr>
            <p:cNvCxnSpPr>
              <a:cxnSpLocks/>
              <a:stCxn id="376" idx="6"/>
            </p:cNvCxnSpPr>
            <p:nvPr/>
          </p:nvCxnSpPr>
          <p:spPr>
            <a:xfrm flipV="1">
              <a:off x="1882598" y="5106709"/>
              <a:ext cx="1948373" cy="58952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" name="Google Shape;7253;p39">
              <a:extLst>
                <a:ext uri="{FF2B5EF4-FFF2-40B4-BE49-F238E27FC236}">
                  <a16:creationId xmlns:a16="http://schemas.microsoft.com/office/drawing/2014/main" id="{DE0A3F78-F169-451B-B53B-C1935938638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00850" y="5052202"/>
              <a:ext cx="174517" cy="5277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3" name="Google Shape;7297;p39">
              <a:extLst>
                <a:ext uri="{FF2B5EF4-FFF2-40B4-BE49-F238E27FC236}">
                  <a16:creationId xmlns:a16="http://schemas.microsoft.com/office/drawing/2014/main" id="{3E59B7D1-8A35-424F-9DBF-5BF6FA3F3A5D}"/>
                </a:ext>
              </a:extLst>
            </p:cNvPr>
            <p:cNvCxnSpPr>
              <a:cxnSpLocks/>
            </p:cNvCxnSpPr>
            <p:nvPr/>
          </p:nvCxnSpPr>
          <p:spPr>
            <a:xfrm>
              <a:off x="5368055" y="4689047"/>
              <a:ext cx="1323974" cy="580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4" name="Google Shape;7301;p39">
              <a:extLst>
                <a:ext uri="{FF2B5EF4-FFF2-40B4-BE49-F238E27FC236}">
                  <a16:creationId xmlns:a16="http://schemas.microsoft.com/office/drawing/2014/main" id="{05E4169F-37FC-4385-B27B-8AA9CB2D4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7069" y="4840636"/>
              <a:ext cx="133428" cy="1733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5" name="Google Shape;7304;p39">
              <a:extLst>
                <a:ext uri="{FF2B5EF4-FFF2-40B4-BE49-F238E27FC236}">
                  <a16:creationId xmlns:a16="http://schemas.microsoft.com/office/drawing/2014/main" id="{4839B49F-45EE-4EF6-9084-C72F2CB51E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0008" y="4991251"/>
              <a:ext cx="124722" cy="19241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7305;p39">
              <a:extLst>
                <a:ext uri="{FF2B5EF4-FFF2-40B4-BE49-F238E27FC236}">
                  <a16:creationId xmlns:a16="http://schemas.microsoft.com/office/drawing/2014/main" id="{EA53CEED-247F-499C-83DC-5E2F4742FB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1536" y="4740003"/>
              <a:ext cx="1531022" cy="37133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" name="Google Shape;7306;p39">
              <a:extLst>
                <a:ext uri="{FF2B5EF4-FFF2-40B4-BE49-F238E27FC236}">
                  <a16:creationId xmlns:a16="http://schemas.microsoft.com/office/drawing/2014/main" id="{E4828D05-35F3-450C-921C-914F4A803A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9134" y="4792204"/>
              <a:ext cx="1773451" cy="38945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7349;p39">
              <a:extLst>
                <a:ext uri="{FF2B5EF4-FFF2-40B4-BE49-F238E27FC236}">
                  <a16:creationId xmlns:a16="http://schemas.microsoft.com/office/drawing/2014/main" id="{A17B3262-886B-4A93-8982-E65CC916E631}"/>
                </a:ext>
              </a:extLst>
            </p:cNvPr>
            <p:cNvCxnSpPr>
              <a:cxnSpLocks/>
            </p:cNvCxnSpPr>
            <p:nvPr/>
          </p:nvCxnSpPr>
          <p:spPr>
            <a:xfrm>
              <a:off x="2990364" y="4031033"/>
              <a:ext cx="1260232" cy="723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" name="Google Shape;7353;p39">
              <a:extLst>
                <a:ext uri="{FF2B5EF4-FFF2-40B4-BE49-F238E27FC236}">
                  <a16:creationId xmlns:a16="http://schemas.microsoft.com/office/drawing/2014/main" id="{A155D2E6-A556-4A4C-9D49-8D1AE0858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8464" y="4195889"/>
              <a:ext cx="250096" cy="2372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1" name="Google Shape;7356;p39">
              <a:extLst>
                <a:ext uri="{FF2B5EF4-FFF2-40B4-BE49-F238E27FC236}">
                  <a16:creationId xmlns:a16="http://schemas.microsoft.com/office/drawing/2014/main" id="{671584AA-A255-43B1-9236-1B1229F7DB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9265" y="4360167"/>
              <a:ext cx="11681" cy="26015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2" name="Google Shape;7358;p39">
              <a:extLst>
                <a:ext uri="{FF2B5EF4-FFF2-40B4-BE49-F238E27FC236}">
                  <a16:creationId xmlns:a16="http://schemas.microsoft.com/office/drawing/2014/main" id="{610A3CCB-BF5C-4CD5-A736-1F770F07CA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1236" y="4177565"/>
              <a:ext cx="2454286" cy="54434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3" name="Google Shape;7359;p39">
              <a:extLst>
                <a:ext uri="{FF2B5EF4-FFF2-40B4-BE49-F238E27FC236}">
                  <a16:creationId xmlns:a16="http://schemas.microsoft.com/office/drawing/2014/main" id="{4383A8CD-825D-4331-B264-0F5EAA79D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36587" y="4112004"/>
              <a:ext cx="1390826" cy="35661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" name="Google Shape;7466;p39">
              <a:extLst>
                <a:ext uri="{FF2B5EF4-FFF2-40B4-BE49-F238E27FC236}">
                  <a16:creationId xmlns:a16="http://schemas.microsoft.com/office/drawing/2014/main" id="{261E103D-A3B4-4166-AAE4-B58699DAD9B5}"/>
                </a:ext>
              </a:extLst>
            </p:cNvPr>
            <p:cNvCxnSpPr>
              <a:cxnSpLocks/>
              <a:stCxn id="389" idx="4"/>
              <a:endCxn id="471" idx="0"/>
            </p:cNvCxnSpPr>
            <p:nvPr/>
          </p:nvCxnSpPr>
          <p:spPr>
            <a:xfrm>
              <a:off x="4121441" y="3735490"/>
              <a:ext cx="299831" cy="28271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6" name="Google Shape;7471;p39">
              <a:extLst>
                <a:ext uri="{FF2B5EF4-FFF2-40B4-BE49-F238E27FC236}">
                  <a16:creationId xmlns:a16="http://schemas.microsoft.com/office/drawing/2014/main" id="{107CBC3F-0F52-49A2-8E48-E3092EF1CB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01920" y="5503202"/>
              <a:ext cx="330479" cy="30741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7" name="Google Shape;7472;p39">
              <a:extLst>
                <a:ext uri="{FF2B5EF4-FFF2-40B4-BE49-F238E27FC236}">
                  <a16:creationId xmlns:a16="http://schemas.microsoft.com/office/drawing/2014/main" id="{5E2F23FC-6750-4DCF-8581-38169D519D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5909" y="5563227"/>
              <a:ext cx="249892" cy="29930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8" name="Google Shape;7571;p39">
              <a:extLst>
                <a:ext uri="{FF2B5EF4-FFF2-40B4-BE49-F238E27FC236}">
                  <a16:creationId xmlns:a16="http://schemas.microsoft.com/office/drawing/2014/main" id="{D8D40A92-4BE1-4B37-87B6-205CC3C614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5519" y="5121192"/>
              <a:ext cx="333050" cy="4195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9" name="Google Shape;7577;p39">
              <a:extLst>
                <a:ext uri="{FF2B5EF4-FFF2-40B4-BE49-F238E27FC236}">
                  <a16:creationId xmlns:a16="http://schemas.microsoft.com/office/drawing/2014/main" id="{C63C7F8A-87AD-4E10-B03C-54449C7B3727}"/>
                </a:ext>
              </a:extLst>
            </p:cNvPr>
            <p:cNvSpPr/>
            <p:nvPr/>
          </p:nvSpPr>
          <p:spPr>
            <a:xfrm>
              <a:off x="5180298" y="4040040"/>
              <a:ext cx="724011" cy="254845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ko-KR" sz="14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lt1"/>
                </a:solidFill>
                <a:latin typeface="+mj-lt"/>
                <a:cs typeface="Arial"/>
              </a:endParaRPr>
            </a:p>
          </p:txBody>
        </p:sp>
        <p:cxnSp>
          <p:nvCxnSpPr>
            <p:cNvPr id="440" name="Google Shape;7582;p39">
              <a:extLst>
                <a:ext uri="{FF2B5EF4-FFF2-40B4-BE49-F238E27FC236}">
                  <a16:creationId xmlns:a16="http://schemas.microsoft.com/office/drawing/2014/main" id="{18939FAA-BD28-4627-B487-66AAF8B46130}"/>
                </a:ext>
              </a:extLst>
            </p:cNvPr>
            <p:cNvCxnSpPr>
              <a:cxnSpLocks/>
            </p:cNvCxnSpPr>
            <p:nvPr/>
          </p:nvCxnSpPr>
          <p:spPr>
            <a:xfrm>
              <a:off x="4552261" y="4524747"/>
              <a:ext cx="670455" cy="149986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1" name="Google Shape;7583;p39">
              <a:extLst>
                <a:ext uri="{FF2B5EF4-FFF2-40B4-BE49-F238E27FC236}">
                  <a16:creationId xmlns:a16="http://schemas.microsoft.com/office/drawing/2014/main" id="{A51C834A-1BE9-4501-86FE-0A4044DF67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0417" y="4634136"/>
              <a:ext cx="0" cy="299587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2" name="Google Shape;7584;p39">
              <a:extLst>
                <a:ext uri="{FF2B5EF4-FFF2-40B4-BE49-F238E27FC236}">
                  <a16:creationId xmlns:a16="http://schemas.microsoft.com/office/drawing/2014/main" id="{57D87DD7-5B71-4852-8FE6-95B4D99602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0866" y="5187785"/>
              <a:ext cx="1071687" cy="281867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3" name="Google Shape;7594;p39">
              <a:extLst>
                <a:ext uri="{FF2B5EF4-FFF2-40B4-BE49-F238E27FC236}">
                  <a16:creationId xmlns:a16="http://schemas.microsoft.com/office/drawing/2014/main" id="{52C4606A-0A0B-46E2-8071-93519EE90B1C}"/>
                </a:ext>
              </a:extLst>
            </p:cNvPr>
            <p:cNvCxnSpPr>
              <a:cxnSpLocks/>
              <a:stCxn id="378" idx="5"/>
              <a:endCxn id="445" idx="3"/>
            </p:cNvCxnSpPr>
            <p:nvPr/>
          </p:nvCxnSpPr>
          <p:spPr>
            <a:xfrm>
              <a:off x="1563755" y="4287017"/>
              <a:ext cx="125220" cy="8675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4" name="Google Shape;7595;p39">
              <a:extLst>
                <a:ext uri="{FF2B5EF4-FFF2-40B4-BE49-F238E27FC236}">
                  <a16:creationId xmlns:a16="http://schemas.microsoft.com/office/drawing/2014/main" id="{B8B5D3A4-7222-48AC-8B33-01675D8D783E}"/>
                </a:ext>
              </a:extLst>
            </p:cNvPr>
            <p:cNvCxnSpPr>
              <a:cxnSpLocks/>
              <a:stCxn id="377" idx="7"/>
              <a:endCxn id="445" idx="5"/>
            </p:cNvCxnSpPr>
            <p:nvPr/>
          </p:nvCxnSpPr>
          <p:spPr>
            <a:xfrm flipV="1">
              <a:off x="1502115" y="4930188"/>
              <a:ext cx="186860" cy="12955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5" name="Google Shape;7593;p39">
              <a:extLst>
                <a:ext uri="{FF2B5EF4-FFF2-40B4-BE49-F238E27FC236}">
                  <a16:creationId xmlns:a16="http://schemas.microsoft.com/office/drawing/2014/main" id="{7DAE95CC-0468-4CE5-80AA-62804F8E1887}"/>
                </a:ext>
              </a:extLst>
            </p:cNvPr>
            <p:cNvSpPr/>
            <p:nvPr/>
          </p:nvSpPr>
          <p:spPr>
            <a:xfrm rot="5400000">
              <a:off x="1408602" y="4492069"/>
              <a:ext cx="786894" cy="319820"/>
            </a:xfrm>
            <a:prstGeom prst="ellipse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sz="1400">
                <a:ln>
                  <a:solidFill>
                    <a:srgbClr val="000000">
                      <a:alpha val="0"/>
                    </a:srgbClr>
                  </a:solidFill>
                </a:ln>
                <a:latin typeface="+mj-lt"/>
                <a:cs typeface="Arial"/>
                <a:sym typeface="Arial"/>
              </a:endParaRPr>
            </a:p>
          </p:txBody>
        </p:sp>
        <p:cxnSp>
          <p:nvCxnSpPr>
            <p:cNvPr id="446" name="Google Shape;7597;p39">
              <a:extLst>
                <a:ext uri="{FF2B5EF4-FFF2-40B4-BE49-F238E27FC236}">
                  <a16:creationId xmlns:a16="http://schemas.microsoft.com/office/drawing/2014/main" id="{2E712B6B-8031-44AE-BED2-099BFCFA23CB}"/>
                </a:ext>
              </a:extLst>
            </p:cNvPr>
            <p:cNvCxnSpPr>
              <a:cxnSpLocks/>
              <a:stCxn id="445" idx="7"/>
              <a:endCxn id="453" idx="1"/>
            </p:cNvCxnSpPr>
            <p:nvPr/>
          </p:nvCxnSpPr>
          <p:spPr>
            <a:xfrm>
              <a:off x="1915122" y="4930188"/>
              <a:ext cx="443977" cy="6589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47" name="그림 446">
              <a:extLst>
                <a:ext uri="{FF2B5EF4-FFF2-40B4-BE49-F238E27FC236}">
                  <a16:creationId xmlns:a16="http://schemas.microsoft.com/office/drawing/2014/main" id="{29D07EA8-2B68-4E4C-A8C3-0BB6552D2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092432" y="5438626"/>
              <a:ext cx="362635" cy="234286"/>
            </a:xfrm>
            <a:prstGeom prst="rect">
              <a:avLst/>
            </a:prstGeom>
          </p:spPr>
        </p:pic>
        <p:pic>
          <p:nvPicPr>
            <p:cNvPr id="448" name="그림 447">
              <a:extLst>
                <a:ext uri="{FF2B5EF4-FFF2-40B4-BE49-F238E27FC236}">
                  <a16:creationId xmlns:a16="http://schemas.microsoft.com/office/drawing/2014/main" id="{42AD0C57-148C-4714-9B7C-5FCBE295E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65787" y="5386390"/>
              <a:ext cx="362635" cy="234286"/>
            </a:xfrm>
            <a:prstGeom prst="rect">
              <a:avLst/>
            </a:prstGeom>
          </p:spPr>
        </p:pic>
        <p:pic>
          <p:nvPicPr>
            <p:cNvPr id="449" name="그림 448">
              <a:extLst>
                <a:ext uri="{FF2B5EF4-FFF2-40B4-BE49-F238E27FC236}">
                  <a16:creationId xmlns:a16="http://schemas.microsoft.com/office/drawing/2014/main" id="{8B8A3B28-8349-4A1B-94B4-49D427DCD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59372" y="5158762"/>
              <a:ext cx="362635" cy="234286"/>
            </a:xfrm>
            <a:prstGeom prst="rect">
              <a:avLst/>
            </a:prstGeom>
          </p:spPr>
        </p:pic>
        <p:pic>
          <p:nvPicPr>
            <p:cNvPr id="450" name="그림 449">
              <a:extLst>
                <a:ext uri="{FF2B5EF4-FFF2-40B4-BE49-F238E27FC236}">
                  <a16:creationId xmlns:a16="http://schemas.microsoft.com/office/drawing/2014/main" id="{F0D9C7CC-FCF6-464D-A946-40F542AE9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763959" y="5043770"/>
              <a:ext cx="362635" cy="234286"/>
            </a:xfrm>
            <a:prstGeom prst="rect">
              <a:avLst/>
            </a:prstGeom>
          </p:spPr>
        </p:pic>
        <p:pic>
          <p:nvPicPr>
            <p:cNvPr id="451" name="그림 450">
              <a:extLst>
                <a:ext uri="{FF2B5EF4-FFF2-40B4-BE49-F238E27FC236}">
                  <a16:creationId xmlns:a16="http://schemas.microsoft.com/office/drawing/2014/main" id="{9C852B74-3B28-4AA9-ABBB-17EC5FCA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21952" y="5290154"/>
              <a:ext cx="362635" cy="234286"/>
            </a:xfrm>
            <a:prstGeom prst="rect">
              <a:avLst/>
            </a:prstGeom>
          </p:spPr>
        </p:pic>
        <p:pic>
          <p:nvPicPr>
            <p:cNvPr id="452" name="그림 451">
              <a:extLst>
                <a:ext uri="{FF2B5EF4-FFF2-40B4-BE49-F238E27FC236}">
                  <a16:creationId xmlns:a16="http://schemas.microsoft.com/office/drawing/2014/main" id="{185A85C6-D88E-401B-9048-C7D5A6FD6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83615" y="5438626"/>
              <a:ext cx="362635" cy="234286"/>
            </a:xfrm>
            <a:prstGeom prst="rect">
              <a:avLst/>
            </a:prstGeom>
          </p:spPr>
        </p:pic>
        <p:pic>
          <p:nvPicPr>
            <p:cNvPr id="453" name="그림 452">
              <a:extLst>
                <a:ext uri="{FF2B5EF4-FFF2-40B4-BE49-F238E27FC236}">
                  <a16:creationId xmlns:a16="http://schemas.microsoft.com/office/drawing/2014/main" id="{5B484BAC-C270-42DB-A43E-39EB7EA4E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59099" y="4878941"/>
              <a:ext cx="362635" cy="234286"/>
            </a:xfrm>
            <a:prstGeom prst="rect">
              <a:avLst/>
            </a:prstGeom>
          </p:spPr>
        </p:pic>
        <p:pic>
          <p:nvPicPr>
            <p:cNvPr id="454" name="그림 453">
              <a:extLst>
                <a:ext uri="{FF2B5EF4-FFF2-40B4-BE49-F238E27FC236}">
                  <a16:creationId xmlns:a16="http://schemas.microsoft.com/office/drawing/2014/main" id="{65A8E61F-52BC-4EDE-84DB-374507F4C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28087" y="5042715"/>
              <a:ext cx="362635" cy="234286"/>
            </a:xfrm>
            <a:prstGeom prst="rect">
              <a:avLst/>
            </a:prstGeom>
          </p:spPr>
        </p:pic>
        <p:pic>
          <p:nvPicPr>
            <p:cNvPr id="455" name="그림 454">
              <a:extLst>
                <a:ext uri="{FF2B5EF4-FFF2-40B4-BE49-F238E27FC236}">
                  <a16:creationId xmlns:a16="http://schemas.microsoft.com/office/drawing/2014/main" id="{9B468F6A-A0FF-4A36-837F-72CFB97DB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841482" y="5080771"/>
              <a:ext cx="362635" cy="234286"/>
            </a:xfrm>
            <a:prstGeom prst="rect">
              <a:avLst/>
            </a:prstGeom>
          </p:spPr>
        </p:pic>
        <p:pic>
          <p:nvPicPr>
            <p:cNvPr id="456" name="그림 455">
              <a:extLst>
                <a:ext uri="{FF2B5EF4-FFF2-40B4-BE49-F238E27FC236}">
                  <a16:creationId xmlns:a16="http://schemas.microsoft.com/office/drawing/2014/main" id="{B6E6AACD-DBF3-4744-B643-95FA45D1B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43332" y="5003099"/>
              <a:ext cx="362635" cy="234286"/>
            </a:xfrm>
            <a:prstGeom prst="rect">
              <a:avLst/>
            </a:prstGeom>
          </p:spPr>
        </p:pic>
        <p:pic>
          <p:nvPicPr>
            <p:cNvPr id="457" name="그림 456">
              <a:extLst>
                <a:ext uri="{FF2B5EF4-FFF2-40B4-BE49-F238E27FC236}">
                  <a16:creationId xmlns:a16="http://schemas.microsoft.com/office/drawing/2014/main" id="{B872AED1-A80C-4E7B-90A7-9EFF3082A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43331" y="4655124"/>
              <a:ext cx="362635" cy="234286"/>
            </a:xfrm>
            <a:prstGeom prst="rect">
              <a:avLst/>
            </a:prstGeom>
          </p:spPr>
        </p:pic>
        <p:pic>
          <p:nvPicPr>
            <p:cNvPr id="458" name="그림 457">
              <a:extLst>
                <a:ext uri="{FF2B5EF4-FFF2-40B4-BE49-F238E27FC236}">
                  <a16:creationId xmlns:a16="http://schemas.microsoft.com/office/drawing/2014/main" id="{4CDE86F8-D2A3-4B29-A806-777C6D3A2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01178" y="4833688"/>
              <a:ext cx="362635" cy="234286"/>
            </a:xfrm>
            <a:prstGeom prst="rect">
              <a:avLst/>
            </a:prstGeom>
          </p:spPr>
        </p:pic>
        <p:pic>
          <p:nvPicPr>
            <p:cNvPr id="459" name="그림 458">
              <a:extLst>
                <a:ext uri="{FF2B5EF4-FFF2-40B4-BE49-F238E27FC236}">
                  <a16:creationId xmlns:a16="http://schemas.microsoft.com/office/drawing/2014/main" id="{7A119355-F44A-4170-ACE2-23F2D06E3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28558" y="4954373"/>
              <a:ext cx="362635" cy="234286"/>
            </a:xfrm>
            <a:prstGeom prst="rect">
              <a:avLst/>
            </a:prstGeom>
          </p:spPr>
        </p:pic>
        <p:pic>
          <p:nvPicPr>
            <p:cNvPr id="460" name="그림 459">
              <a:extLst>
                <a:ext uri="{FF2B5EF4-FFF2-40B4-BE49-F238E27FC236}">
                  <a16:creationId xmlns:a16="http://schemas.microsoft.com/office/drawing/2014/main" id="{C5F23E5A-242C-44B9-B1B6-980D62B0C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29665" y="4693694"/>
              <a:ext cx="362635" cy="234286"/>
            </a:xfrm>
            <a:prstGeom prst="rect">
              <a:avLst/>
            </a:prstGeom>
          </p:spPr>
        </p:pic>
        <p:pic>
          <p:nvPicPr>
            <p:cNvPr id="461" name="그림 460">
              <a:extLst>
                <a:ext uri="{FF2B5EF4-FFF2-40B4-BE49-F238E27FC236}">
                  <a16:creationId xmlns:a16="http://schemas.microsoft.com/office/drawing/2014/main" id="{A3B1D470-CDB1-462A-BDD6-BE3B6C998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65787" y="4999024"/>
              <a:ext cx="362635" cy="234286"/>
            </a:xfrm>
            <a:prstGeom prst="rect">
              <a:avLst/>
            </a:prstGeom>
          </p:spPr>
        </p:pic>
        <p:pic>
          <p:nvPicPr>
            <p:cNvPr id="462" name="그림 461">
              <a:extLst>
                <a:ext uri="{FF2B5EF4-FFF2-40B4-BE49-F238E27FC236}">
                  <a16:creationId xmlns:a16="http://schemas.microsoft.com/office/drawing/2014/main" id="{9872D316-A74F-41C5-9085-2F7D33164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59099" y="4441366"/>
              <a:ext cx="362635" cy="234286"/>
            </a:xfrm>
            <a:prstGeom prst="rect">
              <a:avLst/>
            </a:prstGeom>
          </p:spPr>
        </p:pic>
        <p:pic>
          <p:nvPicPr>
            <p:cNvPr id="463" name="그림 462">
              <a:extLst>
                <a:ext uri="{FF2B5EF4-FFF2-40B4-BE49-F238E27FC236}">
                  <a16:creationId xmlns:a16="http://schemas.microsoft.com/office/drawing/2014/main" id="{98829AB6-5FAF-4E46-96C8-5F275E753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30906" y="4320982"/>
              <a:ext cx="362635" cy="234286"/>
            </a:xfrm>
            <a:prstGeom prst="rect">
              <a:avLst/>
            </a:prstGeom>
          </p:spPr>
        </p:pic>
        <p:pic>
          <p:nvPicPr>
            <p:cNvPr id="464" name="그림 463">
              <a:extLst>
                <a:ext uri="{FF2B5EF4-FFF2-40B4-BE49-F238E27FC236}">
                  <a16:creationId xmlns:a16="http://schemas.microsoft.com/office/drawing/2014/main" id="{A3CF0270-E9A3-450E-B288-7EE1777C7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03160" y="4386412"/>
              <a:ext cx="362635" cy="234286"/>
            </a:xfrm>
            <a:prstGeom prst="rect">
              <a:avLst/>
            </a:prstGeom>
          </p:spPr>
        </p:pic>
        <p:cxnSp>
          <p:nvCxnSpPr>
            <p:cNvPr id="465" name="Google Shape;7582;p39">
              <a:extLst>
                <a:ext uri="{FF2B5EF4-FFF2-40B4-BE49-F238E27FC236}">
                  <a16:creationId xmlns:a16="http://schemas.microsoft.com/office/drawing/2014/main" id="{8623882F-8143-4A30-AB89-7D7E11550F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5309" y="4688278"/>
              <a:ext cx="855431" cy="191186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6" name="Google Shape;7584;p39">
              <a:extLst>
                <a:ext uri="{FF2B5EF4-FFF2-40B4-BE49-F238E27FC236}">
                  <a16:creationId xmlns:a16="http://schemas.microsoft.com/office/drawing/2014/main" id="{7A0B8BFB-1359-49BC-AB4E-6C0B341207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5106" y="4614208"/>
              <a:ext cx="307342" cy="225506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7" name="Google Shape;7577;p39">
              <a:extLst>
                <a:ext uri="{FF2B5EF4-FFF2-40B4-BE49-F238E27FC236}">
                  <a16:creationId xmlns:a16="http://schemas.microsoft.com/office/drawing/2014/main" id="{232A1893-3E11-4F3E-8A28-CC1E4D7D81E4}"/>
                </a:ext>
              </a:extLst>
            </p:cNvPr>
            <p:cNvSpPr/>
            <p:nvPr/>
          </p:nvSpPr>
          <p:spPr>
            <a:xfrm>
              <a:off x="3830972" y="4754185"/>
              <a:ext cx="724011" cy="254845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ko-KR" sz="14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lt1"/>
                </a:solidFill>
                <a:latin typeface="+mj-lt"/>
                <a:cs typeface="Arial"/>
              </a:endParaRPr>
            </a:p>
          </p:txBody>
        </p:sp>
        <p:pic>
          <p:nvPicPr>
            <p:cNvPr id="468" name="그림 467">
              <a:extLst>
                <a:ext uri="{FF2B5EF4-FFF2-40B4-BE49-F238E27FC236}">
                  <a16:creationId xmlns:a16="http://schemas.microsoft.com/office/drawing/2014/main" id="{33505006-54CE-4D6A-989F-540CD62D4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39629" y="4198507"/>
              <a:ext cx="362635" cy="234286"/>
            </a:xfrm>
            <a:prstGeom prst="rect">
              <a:avLst/>
            </a:prstGeom>
          </p:spPr>
        </p:pic>
        <p:pic>
          <p:nvPicPr>
            <p:cNvPr id="469" name="그림 468">
              <a:extLst>
                <a:ext uri="{FF2B5EF4-FFF2-40B4-BE49-F238E27FC236}">
                  <a16:creationId xmlns:a16="http://schemas.microsoft.com/office/drawing/2014/main" id="{56306938-2487-473A-839F-05A25E438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732777" y="3927708"/>
              <a:ext cx="362635" cy="234286"/>
            </a:xfrm>
            <a:prstGeom prst="rect">
              <a:avLst/>
            </a:prstGeom>
          </p:spPr>
        </p:pic>
        <p:pic>
          <p:nvPicPr>
            <p:cNvPr id="470" name="그림 469">
              <a:extLst>
                <a:ext uri="{FF2B5EF4-FFF2-40B4-BE49-F238E27FC236}">
                  <a16:creationId xmlns:a16="http://schemas.microsoft.com/office/drawing/2014/main" id="{BCD69784-081A-43EE-A505-35ED36392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88144" y="4086225"/>
              <a:ext cx="362635" cy="234286"/>
            </a:xfrm>
            <a:prstGeom prst="rect">
              <a:avLst/>
            </a:prstGeom>
          </p:spPr>
        </p:pic>
        <p:pic>
          <p:nvPicPr>
            <p:cNvPr id="471" name="그림 470">
              <a:extLst>
                <a:ext uri="{FF2B5EF4-FFF2-40B4-BE49-F238E27FC236}">
                  <a16:creationId xmlns:a16="http://schemas.microsoft.com/office/drawing/2014/main" id="{79BF52C0-612A-4873-A7BD-F3AEECCCE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39954" y="4018207"/>
              <a:ext cx="362635" cy="234286"/>
            </a:xfrm>
            <a:prstGeom prst="rect">
              <a:avLst/>
            </a:prstGeom>
          </p:spPr>
        </p:pic>
        <p:pic>
          <p:nvPicPr>
            <p:cNvPr id="472" name="그림 471">
              <a:extLst>
                <a:ext uri="{FF2B5EF4-FFF2-40B4-BE49-F238E27FC236}">
                  <a16:creationId xmlns:a16="http://schemas.microsoft.com/office/drawing/2014/main" id="{394F1901-D866-4CEC-A31F-22028A945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021697" y="4594670"/>
              <a:ext cx="362635" cy="234286"/>
            </a:xfrm>
            <a:prstGeom prst="rect">
              <a:avLst/>
            </a:prstGeom>
          </p:spPr>
        </p:pic>
        <p:pic>
          <p:nvPicPr>
            <p:cNvPr id="473" name="그림 472">
              <a:extLst>
                <a:ext uri="{FF2B5EF4-FFF2-40B4-BE49-F238E27FC236}">
                  <a16:creationId xmlns:a16="http://schemas.microsoft.com/office/drawing/2014/main" id="{86BFF157-6555-4B4B-9200-73DD6E2E5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39629" y="4476668"/>
              <a:ext cx="362635" cy="234286"/>
            </a:xfrm>
            <a:prstGeom prst="rect">
              <a:avLst/>
            </a:prstGeom>
          </p:spPr>
        </p:pic>
        <p:sp>
          <p:nvSpPr>
            <p:cNvPr id="474" name="Google Shape;7593;p39">
              <a:extLst>
                <a:ext uri="{FF2B5EF4-FFF2-40B4-BE49-F238E27FC236}">
                  <a16:creationId xmlns:a16="http://schemas.microsoft.com/office/drawing/2014/main" id="{ACDF6080-6D6E-4CD9-8400-C6E4AD7918F8}"/>
                </a:ext>
              </a:extLst>
            </p:cNvPr>
            <p:cNvSpPr/>
            <p:nvPr/>
          </p:nvSpPr>
          <p:spPr>
            <a:xfrm>
              <a:off x="3503634" y="5764448"/>
              <a:ext cx="1689802" cy="260488"/>
            </a:xfrm>
            <a:prstGeom prst="ellipse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sz="1400">
                <a:ln>
                  <a:solidFill>
                    <a:srgbClr val="000000">
                      <a:alpha val="0"/>
                    </a:srgbClr>
                  </a:solidFill>
                </a:ln>
                <a:latin typeface="+mj-lt"/>
                <a:cs typeface="Arial"/>
                <a:sym typeface="Arial"/>
              </a:endParaRPr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624038E9-383F-421C-A2F0-06F7310847A9}"/>
                </a:ext>
              </a:extLst>
            </p:cNvPr>
            <p:cNvSpPr txBox="1"/>
            <p:nvPr/>
          </p:nvSpPr>
          <p:spPr>
            <a:xfrm>
              <a:off x="3646000" y="5785082"/>
              <a:ext cx="14050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lt1"/>
                </a:solidFill>
                <a:latin typeface="+mj-lt"/>
                <a:cs typeface="Arial"/>
              </a:endParaRPr>
            </a:p>
          </p:txBody>
        </p:sp>
      </p:grpSp>
      <p:grpSp>
        <p:nvGrpSpPr>
          <p:cNvPr id="518" name="그룹 517">
            <a:extLst>
              <a:ext uri="{FF2B5EF4-FFF2-40B4-BE49-F238E27FC236}">
                <a16:creationId xmlns:a16="http://schemas.microsoft.com/office/drawing/2014/main" id="{815D6932-6FA2-4E14-86CC-DAC563AD175B}"/>
              </a:ext>
            </a:extLst>
          </p:cNvPr>
          <p:cNvGrpSpPr/>
          <p:nvPr/>
        </p:nvGrpSpPr>
        <p:grpSpPr>
          <a:xfrm>
            <a:off x="1769504" y="3284984"/>
            <a:ext cx="435533" cy="694692"/>
            <a:chOff x="1769504" y="3284984"/>
            <a:chExt cx="435533" cy="694692"/>
          </a:xfrm>
        </p:grpSpPr>
        <p:pic>
          <p:nvPicPr>
            <p:cNvPr id="483" name="그림 482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BB36F7A3-72C1-4357-A442-722D4EF03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9504" y="3451643"/>
              <a:ext cx="245034" cy="528033"/>
            </a:xfrm>
            <a:prstGeom prst="rect">
              <a:avLst/>
            </a:prstGeom>
          </p:spPr>
        </p:pic>
        <p:pic>
          <p:nvPicPr>
            <p:cNvPr id="485" name="Picture 3">
              <a:extLst>
                <a:ext uri="{FF2B5EF4-FFF2-40B4-BE49-F238E27FC236}">
                  <a16:creationId xmlns:a16="http://schemas.microsoft.com/office/drawing/2014/main" id="{2DE961FF-77FD-4479-915C-7B1127A719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/>
            <a:stretch>
              <a:fillRect/>
            </a:stretch>
          </p:blipFill>
          <p:spPr bwMode="auto">
            <a:xfrm>
              <a:off x="1923122" y="3284984"/>
              <a:ext cx="281915" cy="411480"/>
            </a:xfrm>
            <a:prstGeom prst="rect">
              <a:avLst/>
            </a:prstGeom>
          </p:spPr>
        </p:pic>
      </p:grpSp>
      <p:grpSp>
        <p:nvGrpSpPr>
          <p:cNvPr id="517" name="그룹 516">
            <a:extLst>
              <a:ext uri="{FF2B5EF4-FFF2-40B4-BE49-F238E27FC236}">
                <a16:creationId xmlns:a16="http://schemas.microsoft.com/office/drawing/2014/main" id="{3BBDF19E-D34C-4846-A4A1-13A0112605A2}"/>
              </a:ext>
            </a:extLst>
          </p:cNvPr>
          <p:cNvGrpSpPr/>
          <p:nvPr/>
        </p:nvGrpSpPr>
        <p:grpSpPr>
          <a:xfrm>
            <a:off x="4598223" y="3284984"/>
            <a:ext cx="435533" cy="694692"/>
            <a:chOff x="4598223" y="3284984"/>
            <a:chExt cx="435533" cy="694692"/>
          </a:xfrm>
        </p:grpSpPr>
        <p:pic>
          <p:nvPicPr>
            <p:cNvPr id="486" name="그림 485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AE1E0114-5750-4317-939A-1318748BE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8223" y="3451643"/>
              <a:ext cx="245034" cy="528033"/>
            </a:xfrm>
            <a:prstGeom prst="rect">
              <a:avLst/>
            </a:prstGeom>
          </p:spPr>
        </p:pic>
        <p:pic>
          <p:nvPicPr>
            <p:cNvPr id="487" name="Picture 3">
              <a:extLst>
                <a:ext uri="{FF2B5EF4-FFF2-40B4-BE49-F238E27FC236}">
                  <a16:creationId xmlns:a16="http://schemas.microsoft.com/office/drawing/2014/main" id="{5DFF4E87-EC62-4527-B375-8596D6C237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/>
            <a:stretch>
              <a:fillRect/>
            </a:stretch>
          </p:blipFill>
          <p:spPr bwMode="auto">
            <a:xfrm>
              <a:off x="4751841" y="3284984"/>
              <a:ext cx="281915" cy="411480"/>
            </a:xfrm>
            <a:prstGeom prst="rect">
              <a:avLst/>
            </a:prstGeom>
          </p:spPr>
        </p:pic>
      </p:grpSp>
      <p:grpSp>
        <p:nvGrpSpPr>
          <p:cNvPr id="516" name="그룹 515">
            <a:extLst>
              <a:ext uri="{FF2B5EF4-FFF2-40B4-BE49-F238E27FC236}">
                <a16:creationId xmlns:a16="http://schemas.microsoft.com/office/drawing/2014/main" id="{937F10C2-6959-482B-AE10-37AB64CD0FEB}"/>
              </a:ext>
            </a:extLst>
          </p:cNvPr>
          <p:cNvGrpSpPr/>
          <p:nvPr/>
        </p:nvGrpSpPr>
        <p:grpSpPr>
          <a:xfrm>
            <a:off x="5815230" y="3482336"/>
            <a:ext cx="435533" cy="694692"/>
            <a:chOff x="5815230" y="3482336"/>
            <a:chExt cx="435533" cy="694692"/>
          </a:xfrm>
        </p:grpSpPr>
        <p:pic>
          <p:nvPicPr>
            <p:cNvPr id="488" name="그림 487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37069ACF-EBE1-4BF8-8D9C-770F4171E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5230" y="3648995"/>
              <a:ext cx="245034" cy="528033"/>
            </a:xfrm>
            <a:prstGeom prst="rect">
              <a:avLst/>
            </a:prstGeom>
          </p:spPr>
        </p:pic>
        <p:pic>
          <p:nvPicPr>
            <p:cNvPr id="489" name="Picture 3">
              <a:extLst>
                <a:ext uri="{FF2B5EF4-FFF2-40B4-BE49-F238E27FC236}">
                  <a16:creationId xmlns:a16="http://schemas.microsoft.com/office/drawing/2014/main" id="{B1318D8F-95A8-499A-B62A-D168F93F93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/>
            <a:stretch>
              <a:fillRect/>
            </a:stretch>
          </p:blipFill>
          <p:spPr bwMode="auto">
            <a:xfrm>
              <a:off x="5968848" y="3482336"/>
              <a:ext cx="281915" cy="411480"/>
            </a:xfrm>
            <a:prstGeom prst="rect">
              <a:avLst/>
            </a:prstGeom>
          </p:spPr>
        </p:pic>
      </p:grpSp>
      <p:grpSp>
        <p:nvGrpSpPr>
          <p:cNvPr id="492" name="그룹 491">
            <a:extLst>
              <a:ext uri="{FF2B5EF4-FFF2-40B4-BE49-F238E27FC236}">
                <a16:creationId xmlns:a16="http://schemas.microsoft.com/office/drawing/2014/main" id="{C9B54EE0-2909-4F74-982B-B550C129D80A}"/>
              </a:ext>
            </a:extLst>
          </p:cNvPr>
          <p:cNvGrpSpPr/>
          <p:nvPr/>
        </p:nvGrpSpPr>
        <p:grpSpPr>
          <a:xfrm>
            <a:off x="6367817" y="5804518"/>
            <a:ext cx="435533" cy="694692"/>
            <a:chOff x="6367817" y="5903181"/>
            <a:chExt cx="435533" cy="694692"/>
          </a:xfrm>
        </p:grpSpPr>
        <p:pic>
          <p:nvPicPr>
            <p:cNvPr id="490" name="그림 48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1C5D5CFC-7AE7-4A46-8D1B-5F84F2D13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7817" y="6069840"/>
              <a:ext cx="245034" cy="528033"/>
            </a:xfrm>
            <a:prstGeom prst="rect">
              <a:avLst/>
            </a:prstGeom>
          </p:spPr>
        </p:pic>
        <p:pic>
          <p:nvPicPr>
            <p:cNvPr id="491" name="Picture 3">
              <a:extLst>
                <a:ext uri="{FF2B5EF4-FFF2-40B4-BE49-F238E27FC236}">
                  <a16:creationId xmlns:a16="http://schemas.microsoft.com/office/drawing/2014/main" id="{7BF6D56A-420F-48AE-B6F8-8CA8AD913A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/>
            <a:stretch>
              <a:fillRect/>
            </a:stretch>
          </p:blipFill>
          <p:spPr bwMode="auto">
            <a:xfrm>
              <a:off x="6521435" y="5903181"/>
              <a:ext cx="281915" cy="411480"/>
            </a:xfrm>
            <a:prstGeom prst="rect">
              <a:avLst/>
            </a:prstGeom>
          </p:spPr>
        </p:pic>
      </p:grpSp>
      <p:grpSp>
        <p:nvGrpSpPr>
          <p:cNvPr id="496" name="그룹 495">
            <a:extLst>
              <a:ext uri="{FF2B5EF4-FFF2-40B4-BE49-F238E27FC236}">
                <a16:creationId xmlns:a16="http://schemas.microsoft.com/office/drawing/2014/main" id="{04BA8799-580D-4EB7-9642-90A304CE6546}"/>
              </a:ext>
            </a:extLst>
          </p:cNvPr>
          <p:cNvGrpSpPr/>
          <p:nvPr/>
        </p:nvGrpSpPr>
        <p:grpSpPr>
          <a:xfrm>
            <a:off x="5104761" y="5804518"/>
            <a:ext cx="435533" cy="694692"/>
            <a:chOff x="6367817" y="5903181"/>
            <a:chExt cx="435533" cy="694692"/>
          </a:xfrm>
        </p:grpSpPr>
        <p:pic>
          <p:nvPicPr>
            <p:cNvPr id="497" name="그림 496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7AFFB134-9A0A-4038-AB59-666E7143E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7817" y="6069840"/>
              <a:ext cx="245034" cy="528033"/>
            </a:xfrm>
            <a:prstGeom prst="rect">
              <a:avLst/>
            </a:prstGeom>
          </p:spPr>
        </p:pic>
        <p:pic>
          <p:nvPicPr>
            <p:cNvPr id="498" name="Picture 3">
              <a:extLst>
                <a:ext uri="{FF2B5EF4-FFF2-40B4-BE49-F238E27FC236}">
                  <a16:creationId xmlns:a16="http://schemas.microsoft.com/office/drawing/2014/main" id="{87CB3962-EA08-4220-B021-57FBA504BA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/>
            <a:stretch>
              <a:fillRect/>
            </a:stretch>
          </p:blipFill>
          <p:spPr bwMode="auto">
            <a:xfrm>
              <a:off x="6521435" y="5903181"/>
              <a:ext cx="281915" cy="411480"/>
            </a:xfrm>
            <a:prstGeom prst="rect">
              <a:avLst/>
            </a:prstGeom>
          </p:spPr>
        </p:pic>
      </p:grpSp>
      <p:grpSp>
        <p:nvGrpSpPr>
          <p:cNvPr id="499" name="그룹 498">
            <a:extLst>
              <a:ext uri="{FF2B5EF4-FFF2-40B4-BE49-F238E27FC236}">
                <a16:creationId xmlns:a16="http://schemas.microsoft.com/office/drawing/2014/main" id="{F8A40DE0-086F-40E3-8337-08AB1FFA4E17}"/>
              </a:ext>
            </a:extLst>
          </p:cNvPr>
          <p:cNvGrpSpPr/>
          <p:nvPr/>
        </p:nvGrpSpPr>
        <p:grpSpPr>
          <a:xfrm>
            <a:off x="3078609" y="5804518"/>
            <a:ext cx="435533" cy="694692"/>
            <a:chOff x="6367817" y="5903181"/>
            <a:chExt cx="435533" cy="694692"/>
          </a:xfrm>
        </p:grpSpPr>
        <p:pic>
          <p:nvPicPr>
            <p:cNvPr id="500" name="그림 49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0D8B485F-DDF4-4405-A899-C15D4EF34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7817" y="6069840"/>
              <a:ext cx="245034" cy="528033"/>
            </a:xfrm>
            <a:prstGeom prst="rect">
              <a:avLst/>
            </a:prstGeom>
          </p:spPr>
        </p:pic>
        <p:pic>
          <p:nvPicPr>
            <p:cNvPr id="501" name="Picture 3">
              <a:extLst>
                <a:ext uri="{FF2B5EF4-FFF2-40B4-BE49-F238E27FC236}">
                  <a16:creationId xmlns:a16="http://schemas.microsoft.com/office/drawing/2014/main" id="{3344CEF7-A751-4A4B-B0AC-4BDFD5E3C3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/>
            <a:stretch>
              <a:fillRect/>
            </a:stretch>
          </p:blipFill>
          <p:spPr bwMode="auto">
            <a:xfrm>
              <a:off x="6521435" y="5903181"/>
              <a:ext cx="281915" cy="411480"/>
            </a:xfrm>
            <a:prstGeom prst="rect">
              <a:avLst/>
            </a:prstGeom>
          </p:spPr>
        </p:pic>
      </p:grpSp>
      <p:grpSp>
        <p:nvGrpSpPr>
          <p:cNvPr id="502" name="그룹 501">
            <a:extLst>
              <a:ext uri="{FF2B5EF4-FFF2-40B4-BE49-F238E27FC236}">
                <a16:creationId xmlns:a16="http://schemas.microsoft.com/office/drawing/2014/main" id="{7DC6AD69-858D-421D-95BD-0B43769F1A2E}"/>
              </a:ext>
            </a:extLst>
          </p:cNvPr>
          <p:cNvGrpSpPr/>
          <p:nvPr/>
        </p:nvGrpSpPr>
        <p:grpSpPr>
          <a:xfrm>
            <a:off x="1800935" y="5804518"/>
            <a:ext cx="435533" cy="694692"/>
            <a:chOff x="6367817" y="5903181"/>
            <a:chExt cx="435533" cy="694692"/>
          </a:xfrm>
        </p:grpSpPr>
        <p:pic>
          <p:nvPicPr>
            <p:cNvPr id="503" name="그림 502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76ECA3BD-3D7F-42A6-81FE-7B7475298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7817" y="6069840"/>
              <a:ext cx="245034" cy="528033"/>
            </a:xfrm>
            <a:prstGeom prst="rect">
              <a:avLst/>
            </a:prstGeom>
          </p:spPr>
        </p:pic>
        <p:pic>
          <p:nvPicPr>
            <p:cNvPr id="504" name="Picture 3">
              <a:extLst>
                <a:ext uri="{FF2B5EF4-FFF2-40B4-BE49-F238E27FC236}">
                  <a16:creationId xmlns:a16="http://schemas.microsoft.com/office/drawing/2014/main" id="{D90FA2DE-CAC3-40C0-9F11-560535878F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/>
            <a:stretch>
              <a:fillRect/>
            </a:stretch>
          </p:blipFill>
          <p:spPr bwMode="auto">
            <a:xfrm>
              <a:off x="6521435" y="5903181"/>
              <a:ext cx="281915" cy="411480"/>
            </a:xfrm>
            <a:prstGeom prst="rect">
              <a:avLst/>
            </a:prstGeom>
          </p:spPr>
        </p:pic>
      </p:grpSp>
      <p:pic>
        <p:nvPicPr>
          <p:cNvPr id="1026" name="Picture 2" descr="넷플릭스 무임승차 논란 완벽 정리">
            <a:extLst>
              <a:ext uri="{FF2B5EF4-FFF2-40B4-BE49-F238E27FC236}">
                <a16:creationId xmlns:a16="http://schemas.microsoft.com/office/drawing/2014/main" id="{3522596D-8804-423C-8C66-CE44440A3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894" y="4358184"/>
            <a:ext cx="847406" cy="48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5" name="그림 504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03E5F050-A0C8-4C92-A77F-8B52E4CDAD7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928" y="3980897"/>
            <a:ext cx="245034" cy="528033"/>
          </a:xfrm>
          <a:prstGeom prst="rect">
            <a:avLst/>
          </a:prstGeom>
        </p:spPr>
      </p:pic>
      <p:pic>
        <p:nvPicPr>
          <p:cNvPr id="506" name="그림 505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4A14B080-C22F-47F8-AF18-A46056126F5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535" y="3980897"/>
            <a:ext cx="245034" cy="528033"/>
          </a:xfrm>
          <a:prstGeom prst="rect">
            <a:avLst/>
          </a:prstGeom>
        </p:spPr>
      </p:pic>
      <p:pic>
        <p:nvPicPr>
          <p:cNvPr id="507" name="그림 506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A1A189C8-DA1F-4D64-9571-E8D97EB777B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354" y="3980897"/>
            <a:ext cx="245034" cy="528033"/>
          </a:xfrm>
          <a:prstGeom prst="rect">
            <a:avLst/>
          </a:prstGeom>
        </p:spPr>
      </p:pic>
      <p:sp>
        <p:nvSpPr>
          <p:cNvPr id="511" name="자유형: 도형 510">
            <a:extLst>
              <a:ext uri="{FF2B5EF4-FFF2-40B4-BE49-F238E27FC236}">
                <a16:creationId xmlns:a16="http://schemas.microsoft.com/office/drawing/2014/main" id="{CECE6189-833F-49F7-8F50-42E5D5E10DD6}"/>
              </a:ext>
            </a:extLst>
          </p:cNvPr>
          <p:cNvSpPr/>
          <p:nvPr/>
        </p:nvSpPr>
        <p:spPr>
          <a:xfrm>
            <a:off x="704406" y="4556572"/>
            <a:ext cx="718439" cy="587845"/>
          </a:xfrm>
          <a:custGeom>
            <a:avLst/>
            <a:gdLst>
              <a:gd name="connsiteX0" fmla="*/ 1010352 w 2020704"/>
              <a:gd name="connsiteY0" fmla="*/ 0 h 1333262"/>
              <a:gd name="connsiteX1" fmla="*/ 2020704 w 2020704"/>
              <a:gd name="connsiteY1" fmla="*/ 375626 h 1333262"/>
              <a:gd name="connsiteX2" fmla="*/ 1892116 w 2020704"/>
              <a:gd name="connsiteY2" fmla="*/ 375626 h 1333262"/>
              <a:gd name="connsiteX3" fmla="*/ 1892116 w 2020704"/>
              <a:gd name="connsiteY3" fmla="*/ 1333262 h 1333262"/>
              <a:gd name="connsiteX4" fmla="*/ 121542 w 2020704"/>
              <a:gd name="connsiteY4" fmla="*/ 1333262 h 1333262"/>
              <a:gd name="connsiteX5" fmla="*/ 121542 w 2020704"/>
              <a:gd name="connsiteY5" fmla="*/ 375626 h 1333262"/>
              <a:gd name="connsiteX6" fmla="*/ 0 w 2020704"/>
              <a:gd name="connsiteY6" fmla="*/ 375626 h 133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704" h="1333262">
                <a:moveTo>
                  <a:pt x="1010352" y="0"/>
                </a:moveTo>
                <a:lnTo>
                  <a:pt x="2020704" y="375626"/>
                </a:lnTo>
                <a:lnTo>
                  <a:pt x="1892116" y="375626"/>
                </a:lnTo>
                <a:lnTo>
                  <a:pt x="1892116" y="1333262"/>
                </a:lnTo>
                <a:lnTo>
                  <a:pt x="121542" y="1333262"/>
                </a:lnTo>
                <a:lnTo>
                  <a:pt x="121542" y="375626"/>
                </a:lnTo>
                <a:lnTo>
                  <a:pt x="0" y="375626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 dirty="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06B5F0B2-DB1B-4102-BC8F-DB74A2F840BE}"/>
              </a:ext>
            </a:extLst>
          </p:cNvPr>
          <p:cNvGrpSpPr/>
          <p:nvPr/>
        </p:nvGrpSpPr>
        <p:grpSpPr>
          <a:xfrm>
            <a:off x="698500" y="4044950"/>
            <a:ext cx="704850" cy="1016361"/>
            <a:chOff x="698500" y="4044950"/>
            <a:chExt cx="704850" cy="1016361"/>
          </a:xfrm>
        </p:grpSpPr>
        <p:sp>
          <p:nvSpPr>
            <p:cNvPr id="515" name="직사각형 514">
              <a:extLst>
                <a:ext uri="{FF2B5EF4-FFF2-40B4-BE49-F238E27FC236}">
                  <a16:creationId xmlns:a16="http://schemas.microsoft.com/office/drawing/2014/main" id="{78E6224B-EC55-4F97-BF99-062428CFE3D0}"/>
                </a:ext>
              </a:extLst>
            </p:cNvPr>
            <p:cNvSpPr/>
            <p:nvPr/>
          </p:nvSpPr>
          <p:spPr>
            <a:xfrm>
              <a:off x="698500" y="4044950"/>
              <a:ext cx="704850" cy="4699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pic>
          <p:nvPicPr>
            <p:cNvPr id="512" name="그림 511">
              <a:extLst>
                <a:ext uri="{FF2B5EF4-FFF2-40B4-BE49-F238E27FC236}">
                  <a16:creationId xmlns:a16="http://schemas.microsoft.com/office/drawing/2014/main" id="{92B71151-D5FB-462A-A377-1BAAA5C81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7293" y="4673269"/>
              <a:ext cx="272665" cy="388042"/>
            </a:xfrm>
            <a:prstGeom prst="rect">
              <a:avLst/>
            </a:prstGeom>
          </p:spPr>
        </p:pic>
        <p:pic>
          <p:nvPicPr>
            <p:cNvPr id="513" name="Picture 18" descr="madman.jpg">
              <a:extLst>
                <a:ext uri="{FF2B5EF4-FFF2-40B4-BE49-F238E27FC236}">
                  <a16:creationId xmlns:a16="http://schemas.microsoft.com/office/drawing/2014/main" id="{985E9EBA-8934-4D8F-B70B-3A30E5AE8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762711" y="4200407"/>
              <a:ext cx="576429" cy="158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08" name="자유형: 도형 507">
            <a:extLst>
              <a:ext uri="{FF2B5EF4-FFF2-40B4-BE49-F238E27FC236}">
                <a16:creationId xmlns:a16="http://schemas.microsoft.com/office/drawing/2014/main" id="{29087E49-6671-4B51-B67D-E8B27643576E}"/>
              </a:ext>
            </a:extLst>
          </p:cNvPr>
          <p:cNvSpPr/>
          <p:nvPr/>
        </p:nvSpPr>
        <p:spPr>
          <a:xfrm>
            <a:off x="1155699" y="4855022"/>
            <a:ext cx="2168525" cy="1092200"/>
          </a:xfrm>
          <a:custGeom>
            <a:avLst/>
            <a:gdLst>
              <a:gd name="connsiteX0" fmla="*/ 0 w 1943100"/>
              <a:gd name="connsiteY0" fmla="*/ 0 h 1022350"/>
              <a:gd name="connsiteX1" fmla="*/ 984250 w 1943100"/>
              <a:gd name="connsiteY1" fmla="*/ 0 h 1022350"/>
              <a:gd name="connsiteX2" fmla="*/ 1943100 w 1943100"/>
              <a:gd name="connsiteY2" fmla="*/ 368300 h 1022350"/>
              <a:gd name="connsiteX3" fmla="*/ 1149350 w 1943100"/>
              <a:gd name="connsiteY3" fmla="*/ 1022350 h 102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3100" h="1022350">
                <a:moveTo>
                  <a:pt x="0" y="0"/>
                </a:moveTo>
                <a:lnTo>
                  <a:pt x="984250" y="0"/>
                </a:lnTo>
                <a:lnTo>
                  <a:pt x="1943100" y="368300"/>
                </a:lnTo>
                <a:lnTo>
                  <a:pt x="1149350" y="1022350"/>
                </a:lnTo>
              </a:path>
            </a:pathLst>
          </a:custGeom>
          <a:noFill/>
          <a:ln w="57150">
            <a:solidFill>
              <a:srgbClr val="F27037"/>
            </a:solidFill>
            <a:round/>
            <a:headEnd type="triangle"/>
            <a:tailEnd type="none" w="med" len="med"/>
          </a:ln>
        </p:spPr>
        <p:txBody>
          <a:bodyPr anchor="ctr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9" name="Rectangle 1113">
            <a:extLst>
              <a:ext uri="{FF2B5EF4-FFF2-40B4-BE49-F238E27FC236}">
                <a16:creationId xmlns:a16="http://schemas.microsoft.com/office/drawing/2014/main" id="{F741AA55-082E-4136-84A3-5D98753E3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0" y="4706961"/>
            <a:ext cx="1150938" cy="257594"/>
          </a:xfrm>
          <a:prstGeom prst="rect">
            <a:avLst/>
          </a:prstGeom>
          <a:solidFill>
            <a:srgbClr val="105BA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manifest file</a:t>
            </a:r>
          </a:p>
        </p:txBody>
      </p:sp>
      <p:sp>
        <p:nvSpPr>
          <p:cNvPr id="510" name="Rectangle 1113">
            <a:extLst>
              <a:ext uri="{FF2B5EF4-FFF2-40B4-BE49-F238E27FC236}">
                <a16:creationId xmlns:a16="http://schemas.microsoft.com/office/drawing/2014/main" id="{169D2779-BDB6-4EE4-A58A-626E9123F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5241948"/>
            <a:ext cx="933450" cy="476674"/>
          </a:xfrm>
          <a:prstGeom prst="rect">
            <a:avLst/>
          </a:prstGeom>
          <a:solidFill>
            <a:srgbClr val="105BA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where’s Madmen?</a:t>
            </a:r>
          </a:p>
        </p:txBody>
      </p:sp>
      <p:sp>
        <p:nvSpPr>
          <p:cNvPr id="522" name="Freeform 27">
            <a:extLst>
              <a:ext uri="{FF2B5EF4-FFF2-40B4-BE49-F238E27FC236}">
                <a16:creationId xmlns:a16="http://schemas.microsoft.com/office/drawing/2014/main" id="{DE6111F3-BD34-4E22-BBE3-80BDF52BC0FB}"/>
              </a:ext>
            </a:extLst>
          </p:cNvPr>
          <p:cNvSpPr>
            <a:spLocks/>
          </p:cNvSpPr>
          <p:nvPr/>
        </p:nvSpPr>
        <p:spPr bwMode="auto">
          <a:xfrm>
            <a:off x="1160463" y="3814763"/>
            <a:ext cx="1008062" cy="881062"/>
          </a:xfrm>
          <a:custGeom>
            <a:avLst/>
            <a:gdLst>
              <a:gd name="T0" fmla="*/ 262012 w 1284637"/>
              <a:gd name="T1" fmla="*/ 0 h 1108430"/>
              <a:gd name="T2" fmla="*/ 299825 w 1284637"/>
              <a:gd name="T3" fmla="*/ 279311 h 1108430"/>
              <a:gd name="T4" fmla="*/ 0 w 1284637"/>
              <a:gd name="T5" fmla="*/ 278990 h 1108430"/>
              <a:gd name="T6" fmla="*/ 0 60000 65536"/>
              <a:gd name="T7" fmla="*/ 0 60000 65536"/>
              <a:gd name="T8" fmla="*/ 0 60000 65536"/>
              <a:gd name="T9" fmla="*/ 0 w 1284637"/>
              <a:gd name="T10" fmla="*/ 0 h 1108430"/>
              <a:gd name="T11" fmla="*/ 1284637 w 1284637"/>
              <a:gd name="T12" fmla="*/ 1108430 h 11084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84637" h="1108430">
                <a:moveTo>
                  <a:pt x="1122624" y="0"/>
                </a:moveTo>
                <a:lnTo>
                  <a:pt x="1284637" y="1108430"/>
                </a:lnTo>
                <a:lnTo>
                  <a:pt x="0" y="1107156"/>
                </a:lnTo>
              </a:path>
            </a:pathLst>
          </a:custGeom>
          <a:noFill/>
          <a:ln w="57150">
            <a:solidFill>
              <a:srgbClr val="F27037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60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0.00092 L 0.08529 -0.06851 L 0.23151 0.00463 L 0.32266 -0.03125 L 0.39557 -0.06713 L 0.43984 -0.04884 L 0.50729 -0.02338 C 0.52266 -0.0368 0.53047 -0.04097 0.54258 -0.05555 " pathEditMode="relative" rAng="0" ptsTypes="AAAAAAAA">
                                      <p:cBhvr>
                                        <p:cTn id="42" dur="2000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122" y="-3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-0.09154 0.05556 L -0.21016 -0.00139 L -0.30651 0.05301 L -0.44844 0.00903 C -0.49141 0.01783 -0.49727 0.07546 -0.54024 0.08449 " pathEditMode="relative" rAng="0" ptsTypes="AAAAAA">
                                      <p:cBhvr>
                                        <p:cTn id="53" dur="2000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18" y="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08" grpId="0" animBg="1"/>
      <p:bldP spid="509" grpId="0" animBg="1"/>
      <p:bldP spid="509" grpId="1" animBg="1"/>
      <p:bldP spid="509" grpId="2" animBg="1"/>
      <p:bldP spid="510" grpId="0" animBg="1"/>
      <p:bldP spid="510" grpId="1" animBg="1"/>
      <p:bldP spid="510" grpId="2" animBg="1"/>
      <p:bldP spid="522" grpId="0" animBg="1"/>
      <p:bldP spid="52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Content Distribution Networks </a:t>
            </a:r>
            <a:r>
              <a:rPr lang="en-US" altLang="ko-KR">
                <a:solidFill>
                  <a:schemeClr val="bg1"/>
                </a:solidFill>
              </a:rPr>
              <a:t>(CDNs)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25</a:t>
            </a:fld>
            <a:endParaRPr 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E9994B7-2CE7-4079-8042-A5DFB39C4E64}"/>
              </a:ext>
            </a:extLst>
          </p:cNvPr>
          <p:cNvGrpSpPr/>
          <p:nvPr/>
        </p:nvGrpSpPr>
        <p:grpSpPr>
          <a:xfrm>
            <a:off x="1322892" y="3638104"/>
            <a:ext cx="6201520" cy="2814458"/>
            <a:chOff x="902591" y="3345180"/>
            <a:chExt cx="7065618" cy="3206614"/>
          </a:xfrm>
        </p:grpSpPr>
        <p:cxnSp>
          <p:nvCxnSpPr>
            <p:cNvPr id="14" name="Google Shape;7469;p39">
              <a:extLst>
                <a:ext uri="{FF2B5EF4-FFF2-40B4-BE49-F238E27FC236}">
                  <a16:creationId xmlns:a16="http://schemas.microsoft.com/office/drawing/2014/main" id="{3C1FF183-3D02-4ED4-A441-007EF70B10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2047" y="4332645"/>
              <a:ext cx="227234" cy="35369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" name="Google Shape;7296;p39">
              <a:extLst>
                <a:ext uri="{FF2B5EF4-FFF2-40B4-BE49-F238E27FC236}">
                  <a16:creationId xmlns:a16="http://schemas.microsoft.com/office/drawing/2014/main" id="{F3308FE6-9A36-4B06-BDEA-65BEE7146050}"/>
                </a:ext>
              </a:extLst>
            </p:cNvPr>
            <p:cNvSpPr/>
            <p:nvPr/>
          </p:nvSpPr>
          <p:spPr>
            <a:xfrm>
              <a:off x="4673735" y="4600949"/>
              <a:ext cx="2469730" cy="843743"/>
            </a:xfrm>
            <a:prstGeom prst="ellipse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16" name="Google Shape;7505;p39">
              <a:extLst>
                <a:ext uri="{FF2B5EF4-FFF2-40B4-BE49-F238E27FC236}">
                  <a16:creationId xmlns:a16="http://schemas.microsoft.com/office/drawing/2014/main" id="{A1620E9A-FAAE-42E1-9DC4-7464B0417F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56369" y="5200290"/>
              <a:ext cx="546295" cy="80018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7470;p39">
              <a:extLst>
                <a:ext uri="{FF2B5EF4-FFF2-40B4-BE49-F238E27FC236}">
                  <a16:creationId xmlns:a16="http://schemas.microsoft.com/office/drawing/2014/main" id="{DCFE0C8D-0D9B-427B-9ECD-1C079ED31D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3034" y="5166402"/>
              <a:ext cx="616487" cy="56838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7468;p39">
              <a:extLst>
                <a:ext uri="{FF2B5EF4-FFF2-40B4-BE49-F238E27FC236}">
                  <a16:creationId xmlns:a16="http://schemas.microsoft.com/office/drawing/2014/main" id="{C9E6ABD1-7E0D-4C32-9C9D-BB840CAE9474}"/>
                </a:ext>
              </a:extLst>
            </p:cNvPr>
            <p:cNvCxnSpPr>
              <a:cxnSpLocks/>
            </p:cNvCxnSpPr>
            <p:nvPr/>
          </p:nvCxnSpPr>
          <p:spPr>
            <a:xfrm>
              <a:off x="6341435" y="4019160"/>
              <a:ext cx="441150" cy="67772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7348;p39">
              <a:extLst>
                <a:ext uri="{FF2B5EF4-FFF2-40B4-BE49-F238E27FC236}">
                  <a16:creationId xmlns:a16="http://schemas.microsoft.com/office/drawing/2014/main" id="{A63C6688-0122-44D5-BF69-59A2E7BB9ACE}"/>
                </a:ext>
              </a:extLst>
            </p:cNvPr>
            <p:cNvSpPr/>
            <p:nvPr/>
          </p:nvSpPr>
          <p:spPr>
            <a:xfrm>
              <a:off x="2009932" y="3870672"/>
              <a:ext cx="2917022" cy="867678"/>
            </a:xfrm>
            <a:prstGeom prst="ellipse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20" name="Google Shape;7467;p39">
              <a:extLst>
                <a:ext uri="{FF2B5EF4-FFF2-40B4-BE49-F238E27FC236}">
                  <a16:creationId xmlns:a16="http://schemas.microsoft.com/office/drawing/2014/main" id="{61F92378-D274-4B51-85A8-6A33572BC1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4928" y="3731377"/>
              <a:ext cx="457231" cy="34262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7465;p39">
              <a:extLst>
                <a:ext uri="{FF2B5EF4-FFF2-40B4-BE49-F238E27FC236}">
                  <a16:creationId xmlns:a16="http://schemas.microsoft.com/office/drawing/2014/main" id="{86907BEF-FAB3-445A-9B34-D77ACEAE8154}"/>
                </a:ext>
              </a:extLst>
            </p:cNvPr>
            <p:cNvCxnSpPr>
              <a:cxnSpLocks/>
            </p:cNvCxnSpPr>
            <p:nvPr/>
          </p:nvCxnSpPr>
          <p:spPr>
            <a:xfrm>
              <a:off x="2626683" y="3746193"/>
              <a:ext cx="271154" cy="26525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7592;p39">
              <a:extLst>
                <a:ext uri="{FF2B5EF4-FFF2-40B4-BE49-F238E27FC236}">
                  <a16:creationId xmlns:a16="http://schemas.microsoft.com/office/drawing/2014/main" id="{1C52AC06-0FB8-4C10-8846-2545E10E3D93}"/>
                </a:ext>
              </a:extLst>
            </p:cNvPr>
            <p:cNvCxnSpPr>
              <a:cxnSpLocks/>
              <a:endCxn id="79" idx="2"/>
            </p:cNvCxnSpPr>
            <p:nvPr/>
          </p:nvCxnSpPr>
          <p:spPr>
            <a:xfrm flipH="1">
              <a:off x="1802049" y="3910452"/>
              <a:ext cx="0" cy="34808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7609;p39">
              <a:extLst>
                <a:ext uri="{FF2B5EF4-FFF2-40B4-BE49-F238E27FC236}">
                  <a16:creationId xmlns:a16="http://schemas.microsoft.com/office/drawing/2014/main" id="{4243FF85-25D2-4680-8942-E016727696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5980" y="5876939"/>
              <a:ext cx="588843" cy="22686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7607;p39">
              <a:extLst>
                <a:ext uri="{FF2B5EF4-FFF2-40B4-BE49-F238E27FC236}">
                  <a16:creationId xmlns:a16="http://schemas.microsoft.com/office/drawing/2014/main" id="{7B8A3E69-0890-4C41-83DC-F319F89ADF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19223" y="5954412"/>
              <a:ext cx="267416" cy="17809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7471;p39">
              <a:extLst>
                <a:ext uri="{FF2B5EF4-FFF2-40B4-BE49-F238E27FC236}">
                  <a16:creationId xmlns:a16="http://schemas.microsoft.com/office/drawing/2014/main" id="{9F26D78F-AA31-4057-B8DD-224C108399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87039" y="6000471"/>
              <a:ext cx="0" cy="16101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" name="Google Shape;7663;p40">
              <a:extLst>
                <a:ext uri="{FF2B5EF4-FFF2-40B4-BE49-F238E27FC236}">
                  <a16:creationId xmlns:a16="http://schemas.microsoft.com/office/drawing/2014/main" id="{D163D8A6-3F69-4905-9CD9-E446405282DF}"/>
                </a:ext>
              </a:extLst>
            </p:cNvPr>
            <p:cNvSpPr/>
            <p:nvPr/>
          </p:nvSpPr>
          <p:spPr>
            <a:xfrm>
              <a:off x="2972418" y="6093578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27" name="Google Shape;7663;p40">
              <a:extLst>
                <a:ext uri="{FF2B5EF4-FFF2-40B4-BE49-F238E27FC236}">
                  <a16:creationId xmlns:a16="http://schemas.microsoft.com/office/drawing/2014/main" id="{A50E64F9-239D-4DD8-8AA8-307BD827CED3}"/>
                </a:ext>
              </a:extLst>
            </p:cNvPr>
            <p:cNvSpPr/>
            <p:nvPr/>
          </p:nvSpPr>
          <p:spPr>
            <a:xfrm>
              <a:off x="3899407" y="6161484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28" name="Google Shape;7663;p40">
              <a:extLst>
                <a:ext uri="{FF2B5EF4-FFF2-40B4-BE49-F238E27FC236}">
                  <a16:creationId xmlns:a16="http://schemas.microsoft.com/office/drawing/2014/main" id="{5D7E2EFE-4D55-49EB-B0C6-7B2600918FB6}"/>
                </a:ext>
              </a:extLst>
            </p:cNvPr>
            <p:cNvSpPr/>
            <p:nvPr/>
          </p:nvSpPr>
          <p:spPr>
            <a:xfrm>
              <a:off x="4826396" y="6093578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55C6C74A-0422-4DDD-9DC9-A72340A8B126}"/>
                </a:ext>
              </a:extLst>
            </p:cNvPr>
            <p:cNvGrpSpPr/>
            <p:nvPr/>
          </p:nvGrpSpPr>
          <p:grpSpPr>
            <a:xfrm rot="659841">
              <a:off x="2557478" y="6197335"/>
              <a:ext cx="269983" cy="46817"/>
              <a:chOff x="1248409" y="5955240"/>
              <a:chExt cx="294762" cy="68295"/>
            </a:xfrm>
          </p:grpSpPr>
          <p:sp>
            <p:nvSpPr>
              <p:cNvPr id="125" name="타원 124">
                <a:extLst>
                  <a:ext uri="{FF2B5EF4-FFF2-40B4-BE49-F238E27FC236}">
                    <a16:creationId xmlns:a16="http://schemas.microsoft.com/office/drawing/2014/main" id="{ACCD5BAE-9631-4AD0-B080-03EE297A5D64}"/>
                  </a:ext>
                </a:extLst>
              </p:cNvPr>
              <p:cNvSpPr/>
              <p:nvPr/>
            </p:nvSpPr>
            <p:spPr>
              <a:xfrm>
                <a:off x="1248409" y="5955257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D73B06CB-BCA1-4F6F-B643-EFC8FF14FB84}"/>
                  </a:ext>
                </a:extLst>
              </p:cNvPr>
              <p:cNvSpPr/>
              <p:nvPr/>
            </p:nvSpPr>
            <p:spPr>
              <a:xfrm>
                <a:off x="1369831" y="5955264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94A79D0D-16D2-403B-9750-3EF30C8C0A50}"/>
                  </a:ext>
                </a:extLst>
              </p:cNvPr>
              <p:cNvSpPr/>
              <p:nvPr/>
            </p:nvSpPr>
            <p:spPr>
              <a:xfrm>
                <a:off x="1491252" y="5955240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30" name="Google Shape;7663;p40">
              <a:extLst>
                <a:ext uri="{FF2B5EF4-FFF2-40B4-BE49-F238E27FC236}">
                  <a16:creationId xmlns:a16="http://schemas.microsoft.com/office/drawing/2014/main" id="{486ED598-38AB-44E3-970A-FE0128765813}"/>
                </a:ext>
              </a:extLst>
            </p:cNvPr>
            <p:cNvSpPr/>
            <p:nvPr/>
          </p:nvSpPr>
          <p:spPr>
            <a:xfrm>
              <a:off x="1687205" y="5860408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1" name="Google Shape;7663;p40">
              <a:extLst>
                <a:ext uri="{FF2B5EF4-FFF2-40B4-BE49-F238E27FC236}">
                  <a16:creationId xmlns:a16="http://schemas.microsoft.com/office/drawing/2014/main" id="{002A7EB9-885B-43A9-B8FC-B1A68ADC9600}"/>
                </a:ext>
              </a:extLst>
            </p:cNvPr>
            <p:cNvSpPr/>
            <p:nvPr/>
          </p:nvSpPr>
          <p:spPr>
            <a:xfrm>
              <a:off x="1107333" y="5501083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2" name="Google Shape;7663;p40">
              <a:extLst>
                <a:ext uri="{FF2B5EF4-FFF2-40B4-BE49-F238E27FC236}">
                  <a16:creationId xmlns:a16="http://schemas.microsoft.com/office/drawing/2014/main" id="{909D4B7E-B553-460C-95F3-4BE0D37F4185}"/>
                </a:ext>
              </a:extLst>
            </p:cNvPr>
            <p:cNvSpPr/>
            <p:nvPr/>
          </p:nvSpPr>
          <p:spPr>
            <a:xfrm>
              <a:off x="902591" y="5002579"/>
              <a:ext cx="702386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3" name="Google Shape;7663;p40">
              <a:extLst>
                <a:ext uri="{FF2B5EF4-FFF2-40B4-BE49-F238E27FC236}">
                  <a16:creationId xmlns:a16="http://schemas.microsoft.com/office/drawing/2014/main" id="{1F86E28A-F40D-4897-9BBB-5F05A47E10CF}"/>
                </a:ext>
              </a:extLst>
            </p:cNvPr>
            <p:cNvSpPr/>
            <p:nvPr/>
          </p:nvSpPr>
          <p:spPr>
            <a:xfrm>
              <a:off x="964231" y="3953867"/>
              <a:ext cx="702386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4" name="Google Shape;7663;p40">
              <a:extLst>
                <a:ext uri="{FF2B5EF4-FFF2-40B4-BE49-F238E27FC236}">
                  <a16:creationId xmlns:a16="http://schemas.microsoft.com/office/drawing/2014/main" id="{44A5E011-B660-4FEB-BB52-5DF4E68C2329}"/>
                </a:ext>
              </a:extLst>
            </p:cNvPr>
            <p:cNvSpPr/>
            <p:nvPr/>
          </p:nvSpPr>
          <p:spPr>
            <a:xfrm>
              <a:off x="1455767" y="3562077"/>
              <a:ext cx="702386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D09F9D37-E1A9-464C-9C8A-3C2506D9209E}"/>
                </a:ext>
              </a:extLst>
            </p:cNvPr>
            <p:cNvGrpSpPr/>
            <p:nvPr/>
          </p:nvGrpSpPr>
          <p:grpSpPr>
            <a:xfrm rot="5400000">
              <a:off x="1097969" y="4629089"/>
              <a:ext cx="213270" cy="47554"/>
              <a:chOff x="1248409" y="5955258"/>
              <a:chExt cx="311114" cy="51918"/>
            </a:xfrm>
          </p:grpSpPr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23836323-3A72-4EEF-B88F-AD0528C06475}"/>
                  </a:ext>
                </a:extLst>
              </p:cNvPr>
              <p:cNvSpPr/>
              <p:nvPr/>
            </p:nvSpPr>
            <p:spPr>
              <a:xfrm>
                <a:off x="1248409" y="5955258"/>
                <a:ext cx="68271" cy="51918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0281EA05-DBF1-498B-A8A0-0F47C8047AC5}"/>
                  </a:ext>
                </a:extLst>
              </p:cNvPr>
              <p:cNvSpPr/>
              <p:nvPr/>
            </p:nvSpPr>
            <p:spPr>
              <a:xfrm>
                <a:off x="1369831" y="5955258"/>
                <a:ext cx="68271" cy="51918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4" name="타원 123">
                <a:extLst>
                  <a:ext uri="{FF2B5EF4-FFF2-40B4-BE49-F238E27FC236}">
                    <a16:creationId xmlns:a16="http://schemas.microsoft.com/office/drawing/2014/main" id="{EC0F38AD-0CAD-4CF0-9A18-B52C134C4082}"/>
                  </a:ext>
                </a:extLst>
              </p:cNvPr>
              <p:cNvSpPr/>
              <p:nvPr/>
            </p:nvSpPr>
            <p:spPr>
              <a:xfrm>
                <a:off x="1491252" y="5955258"/>
                <a:ext cx="68271" cy="51918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4CDB11C0-38F3-4DF9-97F1-0EC24B32652F}"/>
                </a:ext>
              </a:extLst>
            </p:cNvPr>
            <p:cNvGrpSpPr/>
            <p:nvPr/>
          </p:nvGrpSpPr>
          <p:grpSpPr>
            <a:xfrm rot="20955079">
              <a:off x="5830700" y="6171259"/>
              <a:ext cx="269983" cy="46856"/>
              <a:chOff x="1248408" y="5955178"/>
              <a:chExt cx="294762" cy="68352"/>
            </a:xfrm>
          </p:grpSpPr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0FD4F96C-D4ED-4B91-8281-6C77C0B5F18A}"/>
                  </a:ext>
                </a:extLst>
              </p:cNvPr>
              <p:cNvSpPr/>
              <p:nvPr/>
            </p:nvSpPr>
            <p:spPr>
              <a:xfrm>
                <a:off x="1248408" y="5955178"/>
                <a:ext cx="51919" cy="68270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794F2498-F0F6-44AC-9F8E-E50F816F09D4}"/>
                  </a:ext>
                </a:extLst>
              </p:cNvPr>
              <p:cNvSpPr/>
              <p:nvPr/>
            </p:nvSpPr>
            <p:spPr>
              <a:xfrm>
                <a:off x="1369831" y="5955259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F4C9ED61-A447-4EE2-9ADC-90EC7588D096}"/>
                  </a:ext>
                </a:extLst>
              </p:cNvPr>
              <p:cNvSpPr/>
              <p:nvPr/>
            </p:nvSpPr>
            <p:spPr>
              <a:xfrm>
                <a:off x="1491251" y="5955225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37" name="Google Shape;7663;p40">
              <a:extLst>
                <a:ext uri="{FF2B5EF4-FFF2-40B4-BE49-F238E27FC236}">
                  <a16:creationId xmlns:a16="http://schemas.microsoft.com/office/drawing/2014/main" id="{7395D61D-6455-4B34-896E-7F65EB7FF195}"/>
                </a:ext>
              </a:extLst>
            </p:cNvPr>
            <p:cNvSpPr/>
            <p:nvPr/>
          </p:nvSpPr>
          <p:spPr>
            <a:xfrm>
              <a:off x="6295504" y="5887883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8" name="Google Shape;7663;p40">
              <a:extLst>
                <a:ext uri="{FF2B5EF4-FFF2-40B4-BE49-F238E27FC236}">
                  <a16:creationId xmlns:a16="http://schemas.microsoft.com/office/drawing/2014/main" id="{14FC6ED6-40F2-44F8-8457-F8F8386E3FD9}"/>
                </a:ext>
              </a:extLst>
            </p:cNvPr>
            <p:cNvSpPr/>
            <p:nvPr/>
          </p:nvSpPr>
          <p:spPr>
            <a:xfrm>
              <a:off x="7120424" y="5515282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39" name="Google Shape;7663;p40">
              <a:extLst>
                <a:ext uri="{FF2B5EF4-FFF2-40B4-BE49-F238E27FC236}">
                  <a16:creationId xmlns:a16="http://schemas.microsoft.com/office/drawing/2014/main" id="{2C29E847-4657-4AB4-B4B4-44FCFA2E25AA}"/>
                </a:ext>
              </a:extLst>
            </p:cNvPr>
            <p:cNvSpPr/>
            <p:nvPr/>
          </p:nvSpPr>
          <p:spPr>
            <a:xfrm>
              <a:off x="7192944" y="4955321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8F1037D0-7B20-4E92-9464-CCD778ED1764}"/>
                </a:ext>
              </a:extLst>
            </p:cNvPr>
            <p:cNvGrpSpPr/>
            <p:nvPr/>
          </p:nvGrpSpPr>
          <p:grpSpPr>
            <a:xfrm rot="14836157">
              <a:off x="7352358" y="4605182"/>
              <a:ext cx="213269" cy="47554"/>
              <a:chOff x="1248411" y="5955258"/>
              <a:chExt cx="311112" cy="51918"/>
            </a:xfrm>
          </p:grpSpPr>
          <p:sp>
            <p:nvSpPr>
              <p:cNvPr id="116" name="타원 115">
                <a:extLst>
                  <a:ext uri="{FF2B5EF4-FFF2-40B4-BE49-F238E27FC236}">
                    <a16:creationId xmlns:a16="http://schemas.microsoft.com/office/drawing/2014/main" id="{2C3A435D-7890-43F3-A508-BE5FC1C24B6C}"/>
                  </a:ext>
                </a:extLst>
              </p:cNvPr>
              <p:cNvSpPr/>
              <p:nvPr/>
            </p:nvSpPr>
            <p:spPr>
              <a:xfrm>
                <a:off x="1248411" y="5955258"/>
                <a:ext cx="68271" cy="51918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0959936D-0432-4FAD-AC09-F851E9C5F4CD}"/>
                  </a:ext>
                </a:extLst>
              </p:cNvPr>
              <p:cNvSpPr/>
              <p:nvPr/>
            </p:nvSpPr>
            <p:spPr>
              <a:xfrm>
                <a:off x="1369832" y="5955258"/>
                <a:ext cx="68271" cy="51918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1EF48EF7-E375-435A-8BB4-1EABD6BB5C34}"/>
                  </a:ext>
                </a:extLst>
              </p:cNvPr>
              <p:cNvSpPr/>
              <p:nvPr/>
            </p:nvSpPr>
            <p:spPr>
              <a:xfrm>
                <a:off x="1491252" y="5955258"/>
                <a:ext cx="68271" cy="51918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41" name="Google Shape;7663;p40">
              <a:extLst>
                <a:ext uri="{FF2B5EF4-FFF2-40B4-BE49-F238E27FC236}">
                  <a16:creationId xmlns:a16="http://schemas.microsoft.com/office/drawing/2014/main" id="{8A7D4D83-6F69-4C3D-832D-BD508673D2EB}"/>
                </a:ext>
              </a:extLst>
            </p:cNvPr>
            <p:cNvSpPr/>
            <p:nvPr/>
          </p:nvSpPr>
          <p:spPr>
            <a:xfrm>
              <a:off x="6671649" y="4024977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42" name="Google Shape;7663;p40">
              <a:extLst>
                <a:ext uri="{FF2B5EF4-FFF2-40B4-BE49-F238E27FC236}">
                  <a16:creationId xmlns:a16="http://schemas.microsoft.com/office/drawing/2014/main" id="{7BB485B4-6E9C-43B5-BC52-F3AF383BD802}"/>
                </a:ext>
              </a:extLst>
            </p:cNvPr>
            <p:cNvSpPr/>
            <p:nvPr/>
          </p:nvSpPr>
          <p:spPr>
            <a:xfrm>
              <a:off x="5953802" y="3670785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43" name="Google Shape;7663;p40">
              <a:extLst>
                <a:ext uri="{FF2B5EF4-FFF2-40B4-BE49-F238E27FC236}">
                  <a16:creationId xmlns:a16="http://schemas.microsoft.com/office/drawing/2014/main" id="{0197FA1B-2444-4D3C-9179-9801EFA4B33F}"/>
                </a:ext>
              </a:extLst>
            </p:cNvPr>
            <p:cNvSpPr/>
            <p:nvPr/>
          </p:nvSpPr>
          <p:spPr>
            <a:xfrm>
              <a:off x="4661449" y="3375390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44" name="Google Shape;7663;p40">
              <a:extLst>
                <a:ext uri="{FF2B5EF4-FFF2-40B4-BE49-F238E27FC236}">
                  <a16:creationId xmlns:a16="http://schemas.microsoft.com/office/drawing/2014/main" id="{C2E450F8-3E37-487D-B87F-C59F37A256C4}"/>
                </a:ext>
              </a:extLst>
            </p:cNvPr>
            <p:cNvSpPr/>
            <p:nvPr/>
          </p:nvSpPr>
          <p:spPr>
            <a:xfrm>
              <a:off x="3733808" y="3345180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45" name="Google Shape;7663;p40">
              <a:extLst>
                <a:ext uri="{FF2B5EF4-FFF2-40B4-BE49-F238E27FC236}">
                  <a16:creationId xmlns:a16="http://schemas.microsoft.com/office/drawing/2014/main" id="{2BD29D4E-03E3-4C2E-BC4C-4D38E9E939C7}"/>
                </a:ext>
              </a:extLst>
            </p:cNvPr>
            <p:cNvSpPr/>
            <p:nvPr/>
          </p:nvSpPr>
          <p:spPr>
            <a:xfrm>
              <a:off x="2239051" y="3397818"/>
              <a:ext cx="775265" cy="390310"/>
            </a:xfrm>
            <a:prstGeom prst="ellips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</a:pPr>
              <a:endParaRPr 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dk1"/>
                </a:solidFill>
                <a:latin typeface="+mn-ea"/>
                <a:cs typeface="Arial"/>
                <a:sym typeface="Arial"/>
              </a:endParaRP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D133A74-5D2D-48FB-B412-C429ED16D9D5}"/>
                </a:ext>
              </a:extLst>
            </p:cNvPr>
            <p:cNvGrpSpPr/>
            <p:nvPr/>
          </p:nvGrpSpPr>
          <p:grpSpPr>
            <a:xfrm rot="12100416">
              <a:off x="5639496" y="3634485"/>
              <a:ext cx="269982" cy="46858"/>
              <a:chOff x="1248409" y="5955176"/>
              <a:chExt cx="294761" cy="68354"/>
            </a:xfrm>
          </p:grpSpPr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6E47CC99-1315-4A0F-8862-E102C739A31E}"/>
                  </a:ext>
                </a:extLst>
              </p:cNvPr>
              <p:cNvSpPr/>
              <p:nvPr/>
            </p:nvSpPr>
            <p:spPr>
              <a:xfrm>
                <a:off x="1248409" y="5955259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370CC0A-8143-4E75-8F4D-F83819EC2355}"/>
                  </a:ext>
                </a:extLst>
              </p:cNvPr>
              <p:cNvSpPr/>
              <p:nvPr/>
            </p:nvSpPr>
            <p:spPr>
              <a:xfrm>
                <a:off x="1369831" y="5955225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EDDDCD98-1E12-4BB0-8E8C-68D2AE7FC3E5}"/>
                  </a:ext>
                </a:extLst>
              </p:cNvPr>
              <p:cNvSpPr/>
              <p:nvPr/>
            </p:nvSpPr>
            <p:spPr>
              <a:xfrm>
                <a:off x="1491251" y="5955176"/>
                <a:ext cx="51919" cy="68270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A80DD7EB-182C-4BA6-A09C-FB759B1B6C18}"/>
                </a:ext>
              </a:extLst>
            </p:cNvPr>
            <p:cNvGrpSpPr/>
            <p:nvPr/>
          </p:nvGrpSpPr>
          <p:grpSpPr>
            <a:xfrm rot="10470195">
              <a:off x="3215513" y="3491710"/>
              <a:ext cx="269984" cy="46814"/>
              <a:chOff x="1248408" y="5955258"/>
              <a:chExt cx="294763" cy="68291"/>
            </a:xfrm>
          </p:grpSpPr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260878D3-5339-41BF-867F-DCCB2ED0AD6C}"/>
                  </a:ext>
                </a:extLst>
              </p:cNvPr>
              <p:cNvSpPr/>
              <p:nvPr/>
            </p:nvSpPr>
            <p:spPr>
              <a:xfrm>
                <a:off x="1248408" y="5955278"/>
                <a:ext cx="51918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A6A2DC75-A730-434C-9C3E-BC97CB816DDF}"/>
                  </a:ext>
                </a:extLst>
              </p:cNvPr>
              <p:cNvSpPr/>
              <p:nvPr/>
            </p:nvSpPr>
            <p:spPr>
              <a:xfrm>
                <a:off x="1369830" y="5955264"/>
                <a:ext cx="51918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8FC260E6-9240-4521-B654-5DD56AD1D7A5}"/>
                  </a:ext>
                </a:extLst>
              </p:cNvPr>
              <p:cNvSpPr/>
              <p:nvPr/>
            </p:nvSpPr>
            <p:spPr>
              <a:xfrm>
                <a:off x="1491252" y="5955258"/>
                <a:ext cx="51919" cy="68271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48" name="Google Shape;7242;p39">
              <a:extLst>
                <a:ext uri="{FF2B5EF4-FFF2-40B4-BE49-F238E27FC236}">
                  <a16:creationId xmlns:a16="http://schemas.microsoft.com/office/drawing/2014/main" id="{E63B2228-55FE-4875-B295-F00748E5FCDB}"/>
                </a:ext>
              </a:extLst>
            </p:cNvPr>
            <p:cNvSpPr/>
            <p:nvPr/>
          </p:nvSpPr>
          <p:spPr>
            <a:xfrm>
              <a:off x="1831366" y="4916569"/>
              <a:ext cx="2469275" cy="843994"/>
            </a:xfrm>
            <a:prstGeom prst="ellipse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49" name="Google Shape;7584;p39">
              <a:extLst>
                <a:ext uri="{FF2B5EF4-FFF2-40B4-BE49-F238E27FC236}">
                  <a16:creationId xmlns:a16="http://schemas.microsoft.com/office/drawing/2014/main" id="{AEF984DC-EEC3-4764-959C-C08BAD7A94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9925" y="4890695"/>
              <a:ext cx="170940" cy="178858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7579;p39">
              <a:extLst>
                <a:ext uri="{FF2B5EF4-FFF2-40B4-BE49-F238E27FC236}">
                  <a16:creationId xmlns:a16="http://schemas.microsoft.com/office/drawing/2014/main" id="{265B021B-7784-41DF-B634-CAA83CE0EBDF}"/>
                </a:ext>
              </a:extLst>
            </p:cNvPr>
            <p:cNvCxnSpPr/>
            <p:nvPr/>
          </p:nvCxnSpPr>
          <p:spPr>
            <a:xfrm>
              <a:off x="4432431" y="4160593"/>
              <a:ext cx="822823" cy="0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7580;p39">
              <a:extLst>
                <a:ext uri="{FF2B5EF4-FFF2-40B4-BE49-F238E27FC236}">
                  <a16:creationId xmlns:a16="http://schemas.microsoft.com/office/drawing/2014/main" id="{0AF098F7-F46F-402E-BE79-D92FD5941392}"/>
                </a:ext>
              </a:extLst>
            </p:cNvPr>
            <p:cNvCxnSpPr>
              <a:cxnSpLocks/>
            </p:cNvCxnSpPr>
            <p:nvPr/>
          </p:nvCxnSpPr>
          <p:spPr>
            <a:xfrm>
              <a:off x="5805725" y="4211634"/>
              <a:ext cx="914597" cy="489707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Google Shape;7243;p39">
              <a:extLst>
                <a:ext uri="{FF2B5EF4-FFF2-40B4-BE49-F238E27FC236}">
                  <a16:creationId xmlns:a16="http://schemas.microsoft.com/office/drawing/2014/main" id="{5F475F6E-0001-4F17-80E7-44AF08995EC8}"/>
                </a:ext>
              </a:extLst>
            </p:cNvPr>
            <p:cNvCxnSpPr>
              <a:cxnSpLocks/>
              <a:endCxn id="95" idx="1"/>
            </p:cNvCxnSpPr>
            <p:nvPr/>
          </p:nvCxnSpPr>
          <p:spPr>
            <a:xfrm>
              <a:off x="2709538" y="5033400"/>
              <a:ext cx="956249" cy="8276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7245;p39">
              <a:extLst>
                <a:ext uri="{FF2B5EF4-FFF2-40B4-BE49-F238E27FC236}">
                  <a16:creationId xmlns:a16="http://schemas.microsoft.com/office/drawing/2014/main" id="{20A1EAD6-C7F9-4138-9F20-0F9A5B30D571}"/>
                </a:ext>
              </a:extLst>
            </p:cNvPr>
            <p:cNvCxnSpPr>
              <a:cxnSpLocks/>
            </p:cNvCxnSpPr>
            <p:nvPr/>
          </p:nvCxnSpPr>
          <p:spPr>
            <a:xfrm>
              <a:off x="3122638" y="5197020"/>
              <a:ext cx="309927" cy="1114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7247;p39">
              <a:extLst>
                <a:ext uri="{FF2B5EF4-FFF2-40B4-BE49-F238E27FC236}">
                  <a16:creationId xmlns:a16="http://schemas.microsoft.com/office/drawing/2014/main" id="{EFF8A1FE-C103-4340-BC1E-93D5FA9D3F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4219" y="5161615"/>
              <a:ext cx="161299" cy="23767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7250;p39">
              <a:extLst>
                <a:ext uri="{FF2B5EF4-FFF2-40B4-BE49-F238E27FC236}">
                  <a16:creationId xmlns:a16="http://schemas.microsoft.com/office/drawing/2014/main" id="{B92E8A25-5318-4C5F-B761-4C8A8AC060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3749" y="5292255"/>
              <a:ext cx="67362" cy="24311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7251;p39">
              <a:extLst>
                <a:ext uri="{FF2B5EF4-FFF2-40B4-BE49-F238E27FC236}">
                  <a16:creationId xmlns:a16="http://schemas.microsoft.com/office/drawing/2014/main" id="{2945D352-EC8D-42A6-B1AD-2C9631550A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5980" y="5344625"/>
              <a:ext cx="344968" cy="1484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7252;p39">
              <a:extLst>
                <a:ext uri="{FF2B5EF4-FFF2-40B4-BE49-F238E27FC236}">
                  <a16:creationId xmlns:a16="http://schemas.microsoft.com/office/drawing/2014/main" id="{41C26730-0467-422D-B33B-CDAE15FDB960}"/>
                </a:ext>
              </a:extLst>
            </p:cNvPr>
            <p:cNvCxnSpPr>
              <a:cxnSpLocks/>
              <a:stCxn id="31" idx="6"/>
            </p:cNvCxnSpPr>
            <p:nvPr/>
          </p:nvCxnSpPr>
          <p:spPr>
            <a:xfrm flipV="1">
              <a:off x="1882598" y="5106709"/>
              <a:ext cx="1948373" cy="58952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7253;p39">
              <a:extLst>
                <a:ext uri="{FF2B5EF4-FFF2-40B4-BE49-F238E27FC236}">
                  <a16:creationId xmlns:a16="http://schemas.microsoft.com/office/drawing/2014/main" id="{8248AD22-49D1-4649-A13A-BC43288AF60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00850" y="5052202"/>
              <a:ext cx="174517" cy="5277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7297;p39">
              <a:extLst>
                <a:ext uri="{FF2B5EF4-FFF2-40B4-BE49-F238E27FC236}">
                  <a16:creationId xmlns:a16="http://schemas.microsoft.com/office/drawing/2014/main" id="{D56AC233-4C7D-46A3-9429-81673EC19FAF}"/>
                </a:ext>
              </a:extLst>
            </p:cNvPr>
            <p:cNvCxnSpPr>
              <a:cxnSpLocks/>
            </p:cNvCxnSpPr>
            <p:nvPr/>
          </p:nvCxnSpPr>
          <p:spPr>
            <a:xfrm>
              <a:off x="5368055" y="4689047"/>
              <a:ext cx="1323974" cy="5808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7301;p39">
              <a:extLst>
                <a:ext uri="{FF2B5EF4-FFF2-40B4-BE49-F238E27FC236}">
                  <a16:creationId xmlns:a16="http://schemas.microsoft.com/office/drawing/2014/main" id="{3E9CE469-6E4C-46B7-8900-A46B88E5C2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7069" y="4840636"/>
              <a:ext cx="133428" cy="1733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7304;p39">
              <a:extLst>
                <a:ext uri="{FF2B5EF4-FFF2-40B4-BE49-F238E27FC236}">
                  <a16:creationId xmlns:a16="http://schemas.microsoft.com/office/drawing/2014/main" id="{A8E03261-1583-485D-B5CB-50F83337A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0008" y="4991251"/>
              <a:ext cx="124722" cy="19241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7305;p39">
              <a:extLst>
                <a:ext uri="{FF2B5EF4-FFF2-40B4-BE49-F238E27FC236}">
                  <a16:creationId xmlns:a16="http://schemas.microsoft.com/office/drawing/2014/main" id="{4ADF7D82-C8AE-44BD-B315-4CDD9B1A3D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1536" y="4740003"/>
              <a:ext cx="1531022" cy="37133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7306;p39">
              <a:extLst>
                <a:ext uri="{FF2B5EF4-FFF2-40B4-BE49-F238E27FC236}">
                  <a16:creationId xmlns:a16="http://schemas.microsoft.com/office/drawing/2014/main" id="{6C8C9BAC-C398-4412-962D-DD3382348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9134" y="4792204"/>
              <a:ext cx="1773451" cy="38945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7349;p39">
              <a:extLst>
                <a:ext uri="{FF2B5EF4-FFF2-40B4-BE49-F238E27FC236}">
                  <a16:creationId xmlns:a16="http://schemas.microsoft.com/office/drawing/2014/main" id="{9C7E3F43-2259-4A75-BC32-69DA1B9970FB}"/>
                </a:ext>
              </a:extLst>
            </p:cNvPr>
            <p:cNvCxnSpPr>
              <a:cxnSpLocks/>
            </p:cNvCxnSpPr>
            <p:nvPr/>
          </p:nvCxnSpPr>
          <p:spPr>
            <a:xfrm>
              <a:off x="2990364" y="4031033"/>
              <a:ext cx="1260232" cy="7234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7353;p39">
              <a:extLst>
                <a:ext uri="{FF2B5EF4-FFF2-40B4-BE49-F238E27FC236}">
                  <a16:creationId xmlns:a16="http://schemas.microsoft.com/office/drawing/2014/main" id="{8B199D7E-3AE3-40CE-9075-28D6C8D2EB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8464" y="4195889"/>
              <a:ext cx="250096" cy="2372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7356;p39">
              <a:extLst>
                <a:ext uri="{FF2B5EF4-FFF2-40B4-BE49-F238E27FC236}">
                  <a16:creationId xmlns:a16="http://schemas.microsoft.com/office/drawing/2014/main" id="{20B25182-2C3B-4273-ADB8-681012DD49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9265" y="4360167"/>
              <a:ext cx="11681" cy="26015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7358;p39">
              <a:extLst>
                <a:ext uri="{FF2B5EF4-FFF2-40B4-BE49-F238E27FC236}">
                  <a16:creationId xmlns:a16="http://schemas.microsoft.com/office/drawing/2014/main" id="{1C7A95C0-D81A-44D6-8C4B-AD58FA9612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1236" y="4177565"/>
              <a:ext cx="2454286" cy="54434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7359;p39">
              <a:extLst>
                <a:ext uri="{FF2B5EF4-FFF2-40B4-BE49-F238E27FC236}">
                  <a16:creationId xmlns:a16="http://schemas.microsoft.com/office/drawing/2014/main" id="{C73DDD6E-327E-4410-B288-E223F36F52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36587" y="4112004"/>
              <a:ext cx="1390826" cy="35661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" name="Google Shape;7466;p39">
              <a:extLst>
                <a:ext uri="{FF2B5EF4-FFF2-40B4-BE49-F238E27FC236}">
                  <a16:creationId xmlns:a16="http://schemas.microsoft.com/office/drawing/2014/main" id="{FF243AAB-2593-4898-8C8E-D9C9F4606D3B}"/>
                </a:ext>
              </a:extLst>
            </p:cNvPr>
            <p:cNvCxnSpPr>
              <a:cxnSpLocks/>
              <a:stCxn id="44" idx="4"/>
              <a:endCxn id="105" idx="0"/>
            </p:cNvCxnSpPr>
            <p:nvPr/>
          </p:nvCxnSpPr>
          <p:spPr>
            <a:xfrm>
              <a:off x="4121441" y="3735490"/>
              <a:ext cx="299831" cy="28271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" name="Google Shape;7471;p39">
              <a:extLst>
                <a:ext uri="{FF2B5EF4-FFF2-40B4-BE49-F238E27FC236}">
                  <a16:creationId xmlns:a16="http://schemas.microsoft.com/office/drawing/2014/main" id="{E98DB3A2-F1DC-469E-A489-C7E4CD2E5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01920" y="5503202"/>
              <a:ext cx="330479" cy="30741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" name="Google Shape;7472;p39">
              <a:extLst>
                <a:ext uri="{FF2B5EF4-FFF2-40B4-BE49-F238E27FC236}">
                  <a16:creationId xmlns:a16="http://schemas.microsoft.com/office/drawing/2014/main" id="{38627F83-6F4C-4F5D-A1B0-DFF67E09FE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5909" y="5563227"/>
              <a:ext cx="249892" cy="29930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571;p39">
              <a:extLst>
                <a:ext uri="{FF2B5EF4-FFF2-40B4-BE49-F238E27FC236}">
                  <a16:creationId xmlns:a16="http://schemas.microsoft.com/office/drawing/2014/main" id="{775445D2-7837-4F87-B8AB-85F426438C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5519" y="5121192"/>
              <a:ext cx="333050" cy="4195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3" name="Google Shape;7577;p39">
              <a:extLst>
                <a:ext uri="{FF2B5EF4-FFF2-40B4-BE49-F238E27FC236}">
                  <a16:creationId xmlns:a16="http://schemas.microsoft.com/office/drawing/2014/main" id="{A06B7AFA-08F6-4776-A561-25EFE153F967}"/>
                </a:ext>
              </a:extLst>
            </p:cNvPr>
            <p:cNvSpPr/>
            <p:nvPr/>
          </p:nvSpPr>
          <p:spPr>
            <a:xfrm>
              <a:off x="5180298" y="4040040"/>
              <a:ext cx="724011" cy="254845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ko-KR" sz="14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lt1"/>
                </a:solidFill>
                <a:latin typeface="+mj-lt"/>
                <a:cs typeface="Arial"/>
              </a:endParaRPr>
            </a:p>
          </p:txBody>
        </p:sp>
        <p:cxnSp>
          <p:nvCxnSpPr>
            <p:cNvPr id="74" name="Google Shape;7582;p39">
              <a:extLst>
                <a:ext uri="{FF2B5EF4-FFF2-40B4-BE49-F238E27FC236}">
                  <a16:creationId xmlns:a16="http://schemas.microsoft.com/office/drawing/2014/main" id="{593E2EC3-79DB-43A4-969C-D0ED70D31011}"/>
                </a:ext>
              </a:extLst>
            </p:cNvPr>
            <p:cNvCxnSpPr>
              <a:cxnSpLocks/>
            </p:cNvCxnSpPr>
            <p:nvPr/>
          </p:nvCxnSpPr>
          <p:spPr>
            <a:xfrm>
              <a:off x="4552261" y="4524747"/>
              <a:ext cx="670455" cy="149986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83;p39">
              <a:extLst>
                <a:ext uri="{FF2B5EF4-FFF2-40B4-BE49-F238E27FC236}">
                  <a16:creationId xmlns:a16="http://schemas.microsoft.com/office/drawing/2014/main" id="{FF994012-DECF-4E62-A357-5E8BE94220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0417" y="4634136"/>
              <a:ext cx="0" cy="299587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Google Shape;7584;p39">
              <a:extLst>
                <a:ext uri="{FF2B5EF4-FFF2-40B4-BE49-F238E27FC236}">
                  <a16:creationId xmlns:a16="http://schemas.microsoft.com/office/drawing/2014/main" id="{705CE6BB-C98E-44B0-A553-222D682C01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0866" y="5187785"/>
              <a:ext cx="1071687" cy="281867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594;p39">
              <a:extLst>
                <a:ext uri="{FF2B5EF4-FFF2-40B4-BE49-F238E27FC236}">
                  <a16:creationId xmlns:a16="http://schemas.microsoft.com/office/drawing/2014/main" id="{2223AE12-986D-45B7-8545-7CA1E669ACAD}"/>
                </a:ext>
              </a:extLst>
            </p:cNvPr>
            <p:cNvCxnSpPr>
              <a:cxnSpLocks/>
              <a:stCxn id="33" idx="5"/>
              <a:endCxn id="79" idx="3"/>
            </p:cNvCxnSpPr>
            <p:nvPr/>
          </p:nvCxnSpPr>
          <p:spPr>
            <a:xfrm>
              <a:off x="1563755" y="4287017"/>
              <a:ext cx="125220" cy="8675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595;p39">
              <a:extLst>
                <a:ext uri="{FF2B5EF4-FFF2-40B4-BE49-F238E27FC236}">
                  <a16:creationId xmlns:a16="http://schemas.microsoft.com/office/drawing/2014/main" id="{3DE13410-31AC-442C-B9EE-22586514F7FF}"/>
                </a:ext>
              </a:extLst>
            </p:cNvPr>
            <p:cNvCxnSpPr>
              <a:cxnSpLocks/>
              <a:stCxn id="32" idx="7"/>
              <a:endCxn id="79" idx="5"/>
            </p:cNvCxnSpPr>
            <p:nvPr/>
          </p:nvCxnSpPr>
          <p:spPr>
            <a:xfrm flipV="1">
              <a:off x="1502115" y="4930188"/>
              <a:ext cx="186860" cy="12955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9" name="Google Shape;7593;p39">
              <a:extLst>
                <a:ext uri="{FF2B5EF4-FFF2-40B4-BE49-F238E27FC236}">
                  <a16:creationId xmlns:a16="http://schemas.microsoft.com/office/drawing/2014/main" id="{8C818ED9-0756-4278-9247-C11DE26D14FD}"/>
                </a:ext>
              </a:extLst>
            </p:cNvPr>
            <p:cNvSpPr/>
            <p:nvPr/>
          </p:nvSpPr>
          <p:spPr>
            <a:xfrm rot="5400000">
              <a:off x="1408602" y="4492069"/>
              <a:ext cx="786894" cy="319820"/>
            </a:xfrm>
            <a:prstGeom prst="ellipse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sz="1400">
                <a:ln>
                  <a:solidFill>
                    <a:srgbClr val="000000">
                      <a:alpha val="0"/>
                    </a:srgbClr>
                  </a:solidFill>
                </a:ln>
                <a:latin typeface="+mj-lt"/>
                <a:cs typeface="Arial"/>
                <a:sym typeface="Arial"/>
              </a:endParaRPr>
            </a:p>
          </p:txBody>
        </p:sp>
        <p:cxnSp>
          <p:nvCxnSpPr>
            <p:cNvPr id="80" name="Google Shape;7597;p39">
              <a:extLst>
                <a:ext uri="{FF2B5EF4-FFF2-40B4-BE49-F238E27FC236}">
                  <a16:creationId xmlns:a16="http://schemas.microsoft.com/office/drawing/2014/main" id="{590BA5DA-54B5-4D5E-9225-61322B176BB3}"/>
                </a:ext>
              </a:extLst>
            </p:cNvPr>
            <p:cNvCxnSpPr>
              <a:cxnSpLocks/>
              <a:stCxn id="79" idx="7"/>
              <a:endCxn id="87" idx="1"/>
            </p:cNvCxnSpPr>
            <p:nvPr/>
          </p:nvCxnSpPr>
          <p:spPr>
            <a:xfrm>
              <a:off x="1915122" y="4930188"/>
              <a:ext cx="443977" cy="6589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F92F93D1-DE50-43BB-BCC6-913C1FC5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092432" y="5438626"/>
              <a:ext cx="362635" cy="234286"/>
            </a:xfrm>
            <a:prstGeom prst="rect">
              <a:avLst/>
            </a:prstGeom>
          </p:spPr>
        </p:pic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67DFC8E3-48E3-4AC8-8616-FC3383DB8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65787" y="5386390"/>
              <a:ext cx="362635" cy="234286"/>
            </a:xfrm>
            <a:prstGeom prst="rect">
              <a:avLst/>
            </a:prstGeom>
          </p:spPr>
        </p:pic>
        <p:pic>
          <p:nvPicPr>
            <p:cNvPr id="83" name="그림 82">
              <a:extLst>
                <a:ext uri="{FF2B5EF4-FFF2-40B4-BE49-F238E27FC236}">
                  <a16:creationId xmlns:a16="http://schemas.microsoft.com/office/drawing/2014/main" id="{B72700B7-4636-4710-BF0E-30368EAE9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59372" y="5158762"/>
              <a:ext cx="362635" cy="234286"/>
            </a:xfrm>
            <a:prstGeom prst="rect">
              <a:avLst/>
            </a:prstGeom>
          </p:spPr>
        </p:pic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AFEE9A43-A500-47F8-BE6B-84823C2AE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763959" y="5043770"/>
              <a:ext cx="362635" cy="234286"/>
            </a:xfrm>
            <a:prstGeom prst="rect">
              <a:avLst/>
            </a:prstGeom>
          </p:spPr>
        </p:pic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2A6C5B84-21D9-471E-BD0B-CC19EA72F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21952" y="5290154"/>
              <a:ext cx="362635" cy="234286"/>
            </a:xfrm>
            <a:prstGeom prst="rect">
              <a:avLst/>
            </a:prstGeom>
          </p:spPr>
        </p:pic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6A77F1B2-6D8A-432C-BB13-7AEBC0CB7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83615" y="5438626"/>
              <a:ext cx="362635" cy="234286"/>
            </a:xfrm>
            <a:prstGeom prst="rect">
              <a:avLst/>
            </a:prstGeom>
          </p:spPr>
        </p:pic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9CFE6F30-0243-4BE1-86A0-233E320F8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59099" y="4878941"/>
              <a:ext cx="362635" cy="234286"/>
            </a:xfrm>
            <a:prstGeom prst="rect">
              <a:avLst/>
            </a:prstGeom>
          </p:spPr>
        </p:pic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8692D80F-20E7-4273-B52F-026341179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28087" y="5042715"/>
              <a:ext cx="362635" cy="234286"/>
            </a:xfrm>
            <a:prstGeom prst="rect">
              <a:avLst/>
            </a:prstGeom>
          </p:spPr>
        </p:pic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81AA6887-3A73-488A-898C-2D4DF22A6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841482" y="5080771"/>
              <a:ext cx="362635" cy="234286"/>
            </a:xfrm>
            <a:prstGeom prst="rect">
              <a:avLst/>
            </a:prstGeom>
          </p:spPr>
        </p:pic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162CBBA4-423D-4288-B5E2-B1D6C121F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43331" y="5003099"/>
              <a:ext cx="362635" cy="234286"/>
            </a:xfrm>
            <a:prstGeom prst="rect">
              <a:avLst/>
            </a:prstGeom>
          </p:spPr>
        </p:pic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D043FAC2-626F-4FDB-BAB6-B0A403C35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43331" y="4655124"/>
              <a:ext cx="362635" cy="234286"/>
            </a:xfrm>
            <a:prstGeom prst="rect">
              <a:avLst/>
            </a:prstGeom>
          </p:spPr>
        </p:pic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4774CB90-6CDE-434A-83D5-445BFACCB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01178" y="4833688"/>
              <a:ext cx="362635" cy="234286"/>
            </a:xfrm>
            <a:prstGeom prst="rect">
              <a:avLst/>
            </a:prstGeom>
          </p:spPr>
        </p:pic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4547FBB0-41AF-4B09-9621-14722627F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28558" y="4954373"/>
              <a:ext cx="362635" cy="234286"/>
            </a:xfrm>
            <a:prstGeom prst="rect">
              <a:avLst/>
            </a:prstGeom>
          </p:spPr>
        </p:pic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5953E55A-FE4A-47AC-BC63-1B7B6C564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29665" y="4693694"/>
              <a:ext cx="362635" cy="234286"/>
            </a:xfrm>
            <a:prstGeom prst="rect">
              <a:avLst/>
            </a:prstGeom>
          </p:spPr>
        </p:pic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EEAEB4D3-9A6F-4879-B7CF-7E289AA26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65787" y="4999024"/>
              <a:ext cx="362635" cy="234286"/>
            </a:xfrm>
            <a:prstGeom prst="rect">
              <a:avLst/>
            </a:prstGeom>
          </p:spPr>
        </p:pic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E51CD8E1-77C3-474C-A72C-540F27B8F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59099" y="4441366"/>
              <a:ext cx="362635" cy="234286"/>
            </a:xfrm>
            <a:prstGeom prst="rect">
              <a:avLst/>
            </a:prstGeom>
          </p:spPr>
        </p:pic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33177F1D-A827-49FE-AA7A-F0359EACE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30906" y="4320982"/>
              <a:ext cx="362635" cy="234286"/>
            </a:xfrm>
            <a:prstGeom prst="rect">
              <a:avLst/>
            </a:prstGeom>
          </p:spPr>
        </p:pic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46D9A101-8CAF-4D80-954C-5EEBF68D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03160" y="4386412"/>
              <a:ext cx="362635" cy="234286"/>
            </a:xfrm>
            <a:prstGeom prst="rect">
              <a:avLst/>
            </a:prstGeom>
          </p:spPr>
        </p:pic>
        <p:cxnSp>
          <p:nvCxnSpPr>
            <p:cNvPr id="99" name="Google Shape;7582;p39">
              <a:extLst>
                <a:ext uri="{FF2B5EF4-FFF2-40B4-BE49-F238E27FC236}">
                  <a16:creationId xmlns:a16="http://schemas.microsoft.com/office/drawing/2014/main" id="{4E058724-B094-4F00-960B-5F6F632222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5309" y="4688278"/>
              <a:ext cx="855431" cy="191186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7584;p39">
              <a:extLst>
                <a:ext uri="{FF2B5EF4-FFF2-40B4-BE49-F238E27FC236}">
                  <a16:creationId xmlns:a16="http://schemas.microsoft.com/office/drawing/2014/main" id="{EEE568BF-066C-4958-9D2D-FCBB4F45C7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5106" y="4614208"/>
              <a:ext cx="307342" cy="225506"/>
            </a:xfrm>
            <a:prstGeom prst="straightConnector1">
              <a:avLst/>
            </a:prstGeom>
            <a:noFill/>
            <a:ln w="317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1" name="Google Shape;7577;p39">
              <a:extLst>
                <a:ext uri="{FF2B5EF4-FFF2-40B4-BE49-F238E27FC236}">
                  <a16:creationId xmlns:a16="http://schemas.microsoft.com/office/drawing/2014/main" id="{6D55ACD9-F840-471D-8257-4A981F438BA5}"/>
                </a:ext>
              </a:extLst>
            </p:cNvPr>
            <p:cNvSpPr/>
            <p:nvPr/>
          </p:nvSpPr>
          <p:spPr>
            <a:xfrm>
              <a:off x="3830972" y="4754185"/>
              <a:ext cx="724011" cy="254845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ko-KR" sz="14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lt1"/>
                </a:solidFill>
                <a:latin typeface="+mj-lt"/>
                <a:cs typeface="Arial"/>
              </a:endParaRPr>
            </a:p>
          </p:txBody>
        </p:sp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DA3C0E9E-5743-457E-949B-FC572FD16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39629" y="4198507"/>
              <a:ext cx="362635" cy="234286"/>
            </a:xfrm>
            <a:prstGeom prst="rect">
              <a:avLst/>
            </a:prstGeom>
          </p:spPr>
        </p:pic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D646FB3E-0C4D-4726-840C-CB80DC450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732777" y="3927708"/>
              <a:ext cx="362635" cy="234286"/>
            </a:xfrm>
            <a:prstGeom prst="rect">
              <a:avLst/>
            </a:prstGeom>
          </p:spPr>
        </p:pic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FCC730B9-3605-4865-A694-DBF1FB6BB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88144" y="4086225"/>
              <a:ext cx="362635" cy="234286"/>
            </a:xfrm>
            <a:prstGeom prst="rect">
              <a:avLst/>
            </a:prstGeom>
          </p:spPr>
        </p:pic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B83F40EF-FEDA-46FD-A665-E3E9B8522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39954" y="4018207"/>
              <a:ext cx="362635" cy="234286"/>
            </a:xfrm>
            <a:prstGeom prst="rect">
              <a:avLst/>
            </a:prstGeom>
          </p:spPr>
        </p:pic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5FE70439-78D5-442C-A7AA-418DB8E5D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021697" y="4594670"/>
              <a:ext cx="362635" cy="234286"/>
            </a:xfrm>
            <a:prstGeom prst="rect">
              <a:avLst/>
            </a:prstGeom>
          </p:spPr>
        </p:pic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49A1C3BF-7765-4DCD-B53D-0BADCFF76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39629" y="4476668"/>
              <a:ext cx="362635" cy="234286"/>
            </a:xfrm>
            <a:prstGeom prst="rect">
              <a:avLst/>
            </a:prstGeom>
          </p:spPr>
        </p:pic>
        <p:sp>
          <p:nvSpPr>
            <p:cNvPr id="108" name="Google Shape;7593;p39">
              <a:extLst>
                <a:ext uri="{FF2B5EF4-FFF2-40B4-BE49-F238E27FC236}">
                  <a16:creationId xmlns:a16="http://schemas.microsoft.com/office/drawing/2014/main" id="{6F5CEF00-E9EC-44F0-A0A9-888832C52029}"/>
                </a:ext>
              </a:extLst>
            </p:cNvPr>
            <p:cNvSpPr/>
            <p:nvPr/>
          </p:nvSpPr>
          <p:spPr>
            <a:xfrm>
              <a:off x="3503634" y="5764448"/>
              <a:ext cx="1689802" cy="260488"/>
            </a:xfrm>
            <a:prstGeom prst="ellipse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sz="1400">
                <a:ln>
                  <a:solidFill>
                    <a:srgbClr val="000000">
                      <a:alpha val="0"/>
                    </a:srgbClr>
                  </a:solidFill>
                </a:ln>
                <a:latin typeface="+mj-lt"/>
                <a:cs typeface="Arial"/>
                <a:sym typeface="Arial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440DA3B-CE46-482C-A1D6-819D245546FC}"/>
                </a:ext>
              </a:extLst>
            </p:cNvPr>
            <p:cNvSpPr txBox="1"/>
            <p:nvPr/>
          </p:nvSpPr>
          <p:spPr>
            <a:xfrm>
              <a:off x="3646000" y="5785082"/>
              <a:ext cx="14050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lt1"/>
                </a:solidFill>
                <a:latin typeface="+mj-lt"/>
                <a:cs typeface="Arial"/>
              </a:endParaRPr>
            </a:p>
          </p:txBody>
        </p:sp>
      </p:grpSp>
      <p:grpSp>
        <p:nvGrpSpPr>
          <p:cNvPr id="368" name="그룹 367">
            <a:extLst>
              <a:ext uri="{FF2B5EF4-FFF2-40B4-BE49-F238E27FC236}">
                <a16:creationId xmlns:a16="http://schemas.microsoft.com/office/drawing/2014/main" id="{58F8A6C3-FCD7-44E5-BBF2-03B02EDB4316}"/>
              </a:ext>
            </a:extLst>
          </p:cNvPr>
          <p:cNvGrpSpPr/>
          <p:nvPr/>
        </p:nvGrpSpPr>
        <p:grpSpPr>
          <a:xfrm>
            <a:off x="692658" y="3284984"/>
            <a:ext cx="7475982" cy="3214226"/>
            <a:chOff x="692658" y="3284984"/>
            <a:chExt cx="7475982" cy="3214226"/>
          </a:xfrm>
        </p:grpSpPr>
        <p:grpSp>
          <p:nvGrpSpPr>
            <p:cNvPr id="364" name="그룹 363">
              <a:extLst>
                <a:ext uri="{FF2B5EF4-FFF2-40B4-BE49-F238E27FC236}">
                  <a16:creationId xmlns:a16="http://schemas.microsoft.com/office/drawing/2014/main" id="{D38AF845-4B73-445C-A405-FAB4D7650FF4}"/>
                </a:ext>
              </a:extLst>
            </p:cNvPr>
            <p:cNvGrpSpPr/>
            <p:nvPr/>
          </p:nvGrpSpPr>
          <p:grpSpPr>
            <a:xfrm>
              <a:off x="1757756" y="3284984"/>
              <a:ext cx="435533" cy="694692"/>
              <a:chOff x="1757756" y="3284984"/>
              <a:chExt cx="435533" cy="694692"/>
            </a:xfrm>
          </p:grpSpPr>
          <p:pic>
            <p:nvPicPr>
              <p:cNvPr id="128" name="그림 127" descr="텍스트, 파일, 컴퓨터이(가) 표시된 사진&#10;&#10;자동 생성된 설명">
                <a:extLst>
                  <a:ext uri="{FF2B5EF4-FFF2-40B4-BE49-F238E27FC236}">
                    <a16:creationId xmlns:a16="http://schemas.microsoft.com/office/drawing/2014/main" id="{830BC5E7-73D1-4991-8CB8-8C18C16964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57756" y="3451643"/>
                <a:ext cx="245034" cy="528033"/>
              </a:xfrm>
              <a:prstGeom prst="rect">
                <a:avLst/>
              </a:prstGeom>
            </p:spPr>
          </p:pic>
          <p:pic>
            <p:nvPicPr>
              <p:cNvPr id="129" name="Picture 3">
                <a:extLst>
                  <a:ext uri="{FF2B5EF4-FFF2-40B4-BE49-F238E27FC236}">
                    <a16:creationId xmlns:a16="http://schemas.microsoft.com/office/drawing/2014/main" id="{8540419A-DC76-4226-9B8C-2D46D50C9B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/>
              <a:stretch>
                <a:fillRect/>
              </a:stretch>
            </p:blipFill>
            <p:spPr bwMode="auto">
              <a:xfrm>
                <a:off x="1911374" y="3284984"/>
                <a:ext cx="281915" cy="411480"/>
              </a:xfrm>
              <a:prstGeom prst="rect">
                <a:avLst/>
              </a:prstGeom>
            </p:spPr>
          </p:pic>
        </p:grpSp>
        <p:grpSp>
          <p:nvGrpSpPr>
            <p:cNvPr id="365" name="그룹 364">
              <a:extLst>
                <a:ext uri="{FF2B5EF4-FFF2-40B4-BE49-F238E27FC236}">
                  <a16:creationId xmlns:a16="http://schemas.microsoft.com/office/drawing/2014/main" id="{F95128DD-83D4-4ADC-95CE-2784E66E4B88}"/>
                </a:ext>
              </a:extLst>
            </p:cNvPr>
            <p:cNvGrpSpPr/>
            <p:nvPr/>
          </p:nvGrpSpPr>
          <p:grpSpPr>
            <a:xfrm>
              <a:off x="4586475" y="3284984"/>
              <a:ext cx="435533" cy="694692"/>
              <a:chOff x="4586475" y="3284984"/>
              <a:chExt cx="435533" cy="694692"/>
            </a:xfrm>
          </p:grpSpPr>
          <p:pic>
            <p:nvPicPr>
              <p:cNvPr id="130" name="그림 129" descr="텍스트, 파일, 컴퓨터이(가) 표시된 사진&#10;&#10;자동 생성된 설명">
                <a:extLst>
                  <a:ext uri="{FF2B5EF4-FFF2-40B4-BE49-F238E27FC236}">
                    <a16:creationId xmlns:a16="http://schemas.microsoft.com/office/drawing/2014/main" id="{8CC7254E-4766-4DBC-BCCA-320F73BC4D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86475" y="3451643"/>
                <a:ext cx="245034" cy="528033"/>
              </a:xfrm>
              <a:prstGeom prst="rect">
                <a:avLst/>
              </a:prstGeom>
            </p:spPr>
          </p:pic>
          <p:pic>
            <p:nvPicPr>
              <p:cNvPr id="131" name="Picture 3">
                <a:extLst>
                  <a:ext uri="{FF2B5EF4-FFF2-40B4-BE49-F238E27FC236}">
                    <a16:creationId xmlns:a16="http://schemas.microsoft.com/office/drawing/2014/main" id="{9014F57B-6A42-4DD7-86C2-3152CF4477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/>
              <a:stretch>
                <a:fillRect/>
              </a:stretch>
            </p:blipFill>
            <p:spPr bwMode="auto">
              <a:xfrm>
                <a:off x="4740093" y="3284984"/>
                <a:ext cx="281915" cy="411480"/>
              </a:xfrm>
              <a:prstGeom prst="rect">
                <a:avLst/>
              </a:prstGeom>
            </p:spPr>
          </p:pic>
        </p:grpSp>
        <p:grpSp>
          <p:nvGrpSpPr>
            <p:cNvPr id="366" name="그룹 365">
              <a:extLst>
                <a:ext uri="{FF2B5EF4-FFF2-40B4-BE49-F238E27FC236}">
                  <a16:creationId xmlns:a16="http://schemas.microsoft.com/office/drawing/2014/main" id="{F26B2957-4F23-40C8-8226-E8D4C40F9E70}"/>
                </a:ext>
              </a:extLst>
            </p:cNvPr>
            <p:cNvGrpSpPr/>
            <p:nvPr/>
          </p:nvGrpSpPr>
          <p:grpSpPr>
            <a:xfrm>
              <a:off x="5803482" y="3482336"/>
              <a:ext cx="435533" cy="694692"/>
              <a:chOff x="5803482" y="3482336"/>
              <a:chExt cx="435533" cy="694692"/>
            </a:xfrm>
          </p:grpSpPr>
          <p:pic>
            <p:nvPicPr>
              <p:cNvPr id="132" name="그림 131" descr="텍스트, 파일, 컴퓨터이(가) 표시된 사진&#10;&#10;자동 생성된 설명">
                <a:extLst>
                  <a:ext uri="{FF2B5EF4-FFF2-40B4-BE49-F238E27FC236}">
                    <a16:creationId xmlns:a16="http://schemas.microsoft.com/office/drawing/2014/main" id="{1BF58E11-6E0F-44D5-B2F9-B2A152A448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03482" y="3648995"/>
                <a:ext cx="245034" cy="528033"/>
              </a:xfrm>
              <a:prstGeom prst="rect">
                <a:avLst/>
              </a:prstGeom>
            </p:spPr>
          </p:pic>
          <p:pic>
            <p:nvPicPr>
              <p:cNvPr id="133" name="Picture 3">
                <a:extLst>
                  <a:ext uri="{FF2B5EF4-FFF2-40B4-BE49-F238E27FC236}">
                    <a16:creationId xmlns:a16="http://schemas.microsoft.com/office/drawing/2014/main" id="{A689E9F0-A25E-4E8D-8D0E-5C1FF35A4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/>
              <a:stretch>
                <a:fillRect/>
              </a:stretch>
            </p:blipFill>
            <p:spPr bwMode="auto">
              <a:xfrm>
                <a:off x="5957100" y="3482336"/>
                <a:ext cx="281915" cy="411480"/>
              </a:xfrm>
              <a:prstGeom prst="rect">
                <a:avLst/>
              </a:prstGeom>
            </p:spPr>
          </p:pic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52542F62-6B85-435D-915E-6E2B668EA04B}"/>
                </a:ext>
              </a:extLst>
            </p:cNvPr>
            <p:cNvGrpSpPr/>
            <p:nvPr/>
          </p:nvGrpSpPr>
          <p:grpSpPr>
            <a:xfrm>
              <a:off x="6356069" y="5804518"/>
              <a:ext cx="435533" cy="694692"/>
              <a:chOff x="6367817" y="5903181"/>
              <a:chExt cx="435533" cy="694692"/>
            </a:xfrm>
          </p:grpSpPr>
          <p:pic>
            <p:nvPicPr>
              <p:cNvPr id="135" name="그림 134" descr="텍스트, 파일, 컴퓨터이(가) 표시된 사진&#10;&#10;자동 생성된 설명">
                <a:extLst>
                  <a:ext uri="{FF2B5EF4-FFF2-40B4-BE49-F238E27FC236}">
                    <a16:creationId xmlns:a16="http://schemas.microsoft.com/office/drawing/2014/main" id="{AA0D32C7-8077-460E-8C5E-FBCEEB433C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7817" y="6069840"/>
                <a:ext cx="245034" cy="528033"/>
              </a:xfrm>
              <a:prstGeom prst="rect">
                <a:avLst/>
              </a:prstGeom>
            </p:spPr>
          </p:pic>
          <p:pic>
            <p:nvPicPr>
              <p:cNvPr id="136" name="Picture 3">
                <a:extLst>
                  <a:ext uri="{FF2B5EF4-FFF2-40B4-BE49-F238E27FC236}">
                    <a16:creationId xmlns:a16="http://schemas.microsoft.com/office/drawing/2014/main" id="{13255D0C-C790-4475-885E-2161029340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/>
              <a:stretch>
                <a:fillRect/>
              </a:stretch>
            </p:blipFill>
            <p:spPr bwMode="auto">
              <a:xfrm>
                <a:off x="6521435" y="5903181"/>
                <a:ext cx="281915" cy="411480"/>
              </a:xfrm>
              <a:prstGeom prst="rect">
                <a:avLst/>
              </a:prstGeom>
            </p:spPr>
          </p:pic>
        </p:grp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45B3A0AA-75A3-453C-9541-8F5F307035E6}"/>
                </a:ext>
              </a:extLst>
            </p:cNvPr>
            <p:cNvGrpSpPr/>
            <p:nvPr/>
          </p:nvGrpSpPr>
          <p:grpSpPr>
            <a:xfrm>
              <a:off x="5093013" y="5804518"/>
              <a:ext cx="435533" cy="694692"/>
              <a:chOff x="6367817" y="5903181"/>
              <a:chExt cx="435533" cy="694692"/>
            </a:xfrm>
          </p:grpSpPr>
          <p:pic>
            <p:nvPicPr>
              <p:cNvPr id="138" name="그림 137" descr="텍스트, 파일, 컴퓨터이(가) 표시된 사진&#10;&#10;자동 생성된 설명">
                <a:extLst>
                  <a:ext uri="{FF2B5EF4-FFF2-40B4-BE49-F238E27FC236}">
                    <a16:creationId xmlns:a16="http://schemas.microsoft.com/office/drawing/2014/main" id="{C1E1602D-423F-4687-A247-17789DAAC3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7817" y="6069840"/>
                <a:ext cx="245034" cy="528033"/>
              </a:xfrm>
              <a:prstGeom prst="rect">
                <a:avLst/>
              </a:prstGeom>
            </p:spPr>
          </p:pic>
          <p:pic>
            <p:nvPicPr>
              <p:cNvPr id="139" name="Picture 3">
                <a:extLst>
                  <a:ext uri="{FF2B5EF4-FFF2-40B4-BE49-F238E27FC236}">
                    <a16:creationId xmlns:a16="http://schemas.microsoft.com/office/drawing/2014/main" id="{656C33EC-C921-472D-9977-5A09966309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/>
              <a:stretch>
                <a:fillRect/>
              </a:stretch>
            </p:blipFill>
            <p:spPr bwMode="auto">
              <a:xfrm>
                <a:off x="6521435" y="5903181"/>
                <a:ext cx="281915" cy="411480"/>
              </a:xfrm>
              <a:prstGeom prst="rect">
                <a:avLst/>
              </a:prstGeom>
            </p:spPr>
          </p:pic>
        </p:grp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C7C00315-0253-4D4A-871B-BC0D0C548669}"/>
                </a:ext>
              </a:extLst>
            </p:cNvPr>
            <p:cNvGrpSpPr/>
            <p:nvPr/>
          </p:nvGrpSpPr>
          <p:grpSpPr>
            <a:xfrm>
              <a:off x="3066861" y="5804518"/>
              <a:ext cx="435533" cy="694692"/>
              <a:chOff x="6367817" y="5903181"/>
              <a:chExt cx="435533" cy="694692"/>
            </a:xfrm>
          </p:grpSpPr>
          <p:pic>
            <p:nvPicPr>
              <p:cNvPr id="141" name="그림 140" descr="텍스트, 파일, 컴퓨터이(가) 표시된 사진&#10;&#10;자동 생성된 설명">
                <a:extLst>
                  <a:ext uri="{FF2B5EF4-FFF2-40B4-BE49-F238E27FC236}">
                    <a16:creationId xmlns:a16="http://schemas.microsoft.com/office/drawing/2014/main" id="{5ACB742E-2E97-432F-8767-7816F5059A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7817" y="6069840"/>
                <a:ext cx="245034" cy="528033"/>
              </a:xfrm>
              <a:prstGeom prst="rect">
                <a:avLst/>
              </a:prstGeom>
            </p:spPr>
          </p:pic>
          <p:pic>
            <p:nvPicPr>
              <p:cNvPr id="142" name="Picture 3">
                <a:extLst>
                  <a:ext uri="{FF2B5EF4-FFF2-40B4-BE49-F238E27FC236}">
                    <a16:creationId xmlns:a16="http://schemas.microsoft.com/office/drawing/2014/main" id="{49FFAAC5-57DF-465C-B6F7-D4302EED50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/>
              <a:stretch>
                <a:fillRect/>
              </a:stretch>
            </p:blipFill>
            <p:spPr bwMode="auto">
              <a:xfrm>
                <a:off x="6521435" y="5903181"/>
                <a:ext cx="281915" cy="411480"/>
              </a:xfrm>
              <a:prstGeom prst="rect">
                <a:avLst/>
              </a:prstGeom>
            </p:spPr>
          </p:pic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232B74F7-0741-46D6-8961-9BA0DBFFADFA}"/>
                </a:ext>
              </a:extLst>
            </p:cNvPr>
            <p:cNvGrpSpPr/>
            <p:nvPr/>
          </p:nvGrpSpPr>
          <p:grpSpPr>
            <a:xfrm>
              <a:off x="1789187" y="5804518"/>
              <a:ext cx="435533" cy="694692"/>
              <a:chOff x="6367817" y="5903181"/>
              <a:chExt cx="435533" cy="694692"/>
            </a:xfrm>
          </p:grpSpPr>
          <p:pic>
            <p:nvPicPr>
              <p:cNvPr id="144" name="그림 143" descr="텍스트, 파일, 컴퓨터이(가) 표시된 사진&#10;&#10;자동 생성된 설명">
                <a:extLst>
                  <a:ext uri="{FF2B5EF4-FFF2-40B4-BE49-F238E27FC236}">
                    <a16:creationId xmlns:a16="http://schemas.microsoft.com/office/drawing/2014/main" id="{AF00D9D5-6C9A-405F-BE79-25846F9312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7817" y="6069840"/>
                <a:ext cx="245034" cy="528033"/>
              </a:xfrm>
              <a:prstGeom prst="rect">
                <a:avLst/>
              </a:prstGeom>
            </p:spPr>
          </p:pic>
          <p:pic>
            <p:nvPicPr>
              <p:cNvPr id="145" name="Picture 3">
                <a:extLst>
                  <a:ext uri="{FF2B5EF4-FFF2-40B4-BE49-F238E27FC236}">
                    <a16:creationId xmlns:a16="http://schemas.microsoft.com/office/drawing/2014/main" id="{17B3042B-F56C-4DE9-8312-4FF6392F0A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/>
              <a:stretch>
                <a:fillRect/>
              </a:stretch>
            </p:blipFill>
            <p:spPr bwMode="auto">
              <a:xfrm>
                <a:off x="6521435" y="5903181"/>
                <a:ext cx="281915" cy="411480"/>
              </a:xfrm>
              <a:prstGeom prst="rect">
                <a:avLst/>
              </a:prstGeom>
            </p:spPr>
          </p:pic>
        </p:grpSp>
        <p:grpSp>
          <p:nvGrpSpPr>
            <p:cNvPr id="367" name="그룹 366">
              <a:extLst>
                <a:ext uri="{FF2B5EF4-FFF2-40B4-BE49-F238E27FC236}">
                  <a16:creationId xmlns:a16="http://schemas.microsoft.com/office/drawing/2014/main" id="{CCDCDC78-ADFA-4BAF-8627-04F8190B05F3}"/>
                </a:ext>
              </a:extLst>
            </p:cNvPr>
            <p:cNvGrpSpPr/>
            <p:nvPr/>
          </p:nvGrpSpPr>
          <p:grpSpPr>
            <a:xfrm>
              <a:off x="7160180" y="3980897"/>
              <a:ext cx="1008460" cy="858084"/>
              <a:chOff x="7160180" y="3980897"/>
              <a:chExt cx="1008460" cy="858084"/>
            </a:xfrm>
          </p:grpSpPr>
          <p:pic>
            <p:nvPicPr>
              <p:cNvPr id="146" name="Picture 2" descr="넷플릭스 무임승차 논란 완벽 정리">
                <a:extLst>
                  <a:ext uri="{FF2B5EF4-FFF2-40B4-BE49-F238E27FC236}">
                    <a16:creationId xmlns:a16="http://schemas.microsoft.com/office/drawing/2014/main" id="{999757A6-7757-48AD-AACC-127AEE0A57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56146" y="4358184"/>
                <a:ext cx="847406" cy="4807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7" name="그림 146" descr="텍스트, 파일, 컴퓨터이(가) 표시된 사진&#10;&#10;자동 생성된 설명">
                <a:extLst>
                  <a:ext uri="{FF2B5EF4-FFF2-40B4-BE49-F238E27FC236}">
                    <a16:creationId xmlns:a16="http://schemas.microsoft.com/office/drawing/2014/main" id="{89BFA874-5DAF-45D4-9C6D-D25320CA1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0180" y="3980897"/>
                <a:ext cx="245034" cy="528033"/>
              </a:xfrm>
              <a:prstGeom prst="rect">
                <a:avLst/>
              </a:prstGeom>
            </p:spPr>
          </p:pic>
          <p:pic>
            <p:nvPicPr>
              <p:cNvPr id="148" name="그림 147" descr="텍스트, 파일, 컴퓨터이(가) 표시된 사진&#10;&#10;자동 생성된 설명">
                <a:extLst>
                  <a:ext uri="{FF2B5EF4-FFF2-40B4-BE49-F238E27FC236}">
                    <a16:creationId xmlns:a16="http://schemas.microsoft.com/office/drawing/2014/main" id="{A5C23CD9-7221-43BA-A5C6-0FD7BF434F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62787" y="3980897"/>
                <a:ext cx="245034" cy="528033"/>
              </a:xfrm>
              <a:prstGeom prst="rect">
                <a:avLst/>
              </a:prstGeom>
            </p:spPr>
          </p:pic>
          <p:pic>
            <p:nvPicPr>
              <p:cNvPr id="149" name="그림 148" descr="텍스트, 파일, 컴퓨터이(가) 표시된 사진&#10;&#10;자동 생성된 설명">
                <a:extLst>
                  <a:ext uri="{FF2B5EF4-FFF2-40B4-BE49-F238E27FC236}">
                    <a16:creationId xmlns:a16="http://schemas.microsoft.com/office/drawing/2014/main" id="{2256EB20-5699-4924-9A06-23CA30D188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606" y="3980897"/>
                <a:ext cx="245034" cy="528033"/>
              </a:xfrm>
              <a:prstGeom prst="rect">
                <a:avLst/>
              </a:prstGeom>
            </p:spPr>
          </p:pic>
        </p:grpSp>
        <p:grpSp>
          <p:nvGrpSpPr>
            <p:cNvPr id="363" name="그룹 362">
              <a:extLst>
                <a:ext uri="{FF2B5EF4-FFF2-40B4-BE49-F238E27FC236}">
                  <a16:creationId xmlns:a16="http://schemas.microsoft.com/office/drawing/2014/main" id="{01613013-D889-422C-A385-1C764FE317C0}"/>
                </a:ext>
              </a:extLst>
            </p:cNvPr>
            <p:cNvGrpSpPr/>
            <p:nvPr/>
          </p:nvGrpSpPr>
          <p:grpSpPr>
            <a:xfrm>
              <a:off x="692658" y="4556572"/>
              <a:ext cx="718439" cy="587845"/>
              <a:chOff x="692658" y="4556572"/>
              <a:chExt cx="718439" cy="587845"/>
            </a:xfrm>
          </p:grpSpPr>
          <p:sp>
            <p:nvSpPr>
              <p:cNvPr id="152" name="자유형: 도형 151">
                <a:extLst>
                  <a:ext uri="{FF2B5EF4-FFF2-40B4-BE49-F238E27FC236}">
                    <a16:creationId xmlns:a16="http://schemas.microsoft.com/office/drawing/2014/main" id="{5DD708E2-F8DE-4416-83DF-52BC11BE7615}"/>
                  </a:ext>
                </a:extLst>
              </p:cNvPr>
              <p:cNvSpPr/>
              <p:nvPr/>
            </p:nvSpPr>
            <p:spPr>
              <a:xfrm>
                <a:off x="692658" y="4556572"/>
                <a:ext cx="718439" cy="587845"/>
              </a:xfrm>
              <a:custGeom>
                <a:avLst/>
                <a:gdLst>
                  <a:gd name="connsiteX0" fmla="*/ 1010352 w 2020704"/>
                  <a:gd name="connsiteY0" fmla="*/ 0 h 1333262"/>
                  <a:gd name="connsiteX1" fmla="*/ 2020704 w 2020704"/>
                  <a:gd name="connsiteY1" fmla="*/ 375626 h 1333262"/>
                  <a:gd name="connsiteX2" fmla="*/ 1892116 w 2020704"/>
                  <a:gd name="connsiteY2" fmla="*/ 375626 h 1333262"/>
                  <a:gd name="connsiteX3" fmla="*/ 1892116 w 2020704"/>
                  <a:gd name="connsiteY3" fmla="*/ 1333262 h 1333262"/>
                  <a:gd name="connsiteX4" fmla="*/ 121542 w 2020704"/>
                  <a:gd name="connsiteY4" fmla="*/ 1333262 h 1333262"/>
                  <a:gd name="connsiteX5" fmla="*/ 121542 w 2020704"/>
                  <a:gd name="connsiteY5" fmla="*/ 375626 h 1333262"/>
                  <a:gd name="connsiteX6" fmla="*/ 0 w 2020704"/>
                  <a:gd name="connsiteY6" fmla="*/ 375626 h 1333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20704" h="1333262">
                    <a:moveTo>
                      <a:pt x="1010352" y="0"/>
                    </a:moveTo>
                    <a:lnTo>
                      <a:pt x="2020704" y="375626"/>
                    </a:lnTo>
                    <a:lnTo>
                      <a:pt x="1892116" y="375626"/>
                    </a:lnTo>
                    <a:lnTo>
                      <a:pt x="1892116" y="1333262"/>
                    </a:lnTo>
                    <a:lnTo>
                      <a:pt x="121542" y="1333262"/>
                    </a:lnTo>
                    <a:lnTo>
                      <a:pt x="121542" y="375626"/>
                    </a:lnTo>
                    <a:lnTo>
                      <a:pt x="0" y="37562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sz="1400" dirty="0"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endParaRPr>
              </a:p>
            </p:txBody>
          </p:sp>
          <p:pic>
            <p:nvPicPr>
              <p:cNvPr id="153" name="그림 152">
                <a:extLst>
                  <a:ext uri="{FF2B5EF4-FFF2-40B4-BE49-F238E27FC236}">
                    <a16:creationId xmlns:a16="http://schemas.microsoft.com/office/drawing/2014/main" id="{71FA1595-4052-4F11-B5DC-A5A2AD088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15545" y="4673269"/>
                <a:ext cx="272665" cy="388042"/>
              </a:xfrm>
              <a:prstGeom prst="rect">
                <a:avLst/>
              </a:prstGeom>
            </p:spPr>
          </p:pic>
        </p:grpSp>
      </p:grpSp>
      <p:sp>
        <p:nvSpPr>
          <p:cNvPr id="362" name="TextBox 361">
            <a:extLst>
              <a:ext uri="{FF2B5EF4-FFF2-40B4-BE49-F238E27FC236}">
                <a16:creationId xmlns:a16="http://schemas.microsoft.com/office/drawing/2014/main" id="{42111AA8-4C74-4DBC-B597-FA1626630969}"/>
              </a:ext>
            </a:extLst>
          </p:cNvPr>
          <p:cNvSpPr txBox="1"/>
          <p:nvPr/>
        </p:nvSpPr>
        <p:spPr>
          <a:xfrm>
            <a:off x="2950368" y="2142129"/>
            <a:ext cx="31646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“</a:t>
            </a:r>
            <a:r>
              <a:rPr lang="en-US" altLang="ko-KR" sz="2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over the top</a:t>
            </a:r>
            <a:r>
              <a:rPr lang="en-US" altLang="en-US" sz="2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”</a:t>
            </a:r>
            <a:endParaRPr lang="en-US" altLang="ko-KR" sz="28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grpSp>
        <p:nvGrpSpPr>
          <p:cNvPr id="384" name="그룹 383">
            <a:extLst>
              <a:ext uri="{FF2B5EF4-FFF2-40B4-BE49-F238E27FC236}">
                <a16:creationId xmlns:a16="http://schemas.microsoft.com/office/drawing/2014/main" id="{FFE5E01D-770D-41E7-9B80-1A0CDC1C69CE}"/>
              </a:ext>
            </a:extLst>
          </p:cNvPr>
          <p:cNvGrpSpPr/>
          <p:nvPr/>
        </p:nvGrpSpPr>
        <p:grpSpPr>
          <a:xfrm>
            <a:off x="658813" y="1423988"/>
            <a:ext cx="7531100" cy="4562162"/>
            <a:chOff x="658813" y="1423988"/>
            <a:chExt cx="7531100" cy="4562162"/>
          </a:xfrm>
        </p:grpSpPr>
        <p:grpSp>
          <p:nvGrpSpPr>
            <p:cNvPr id="369" name="그룹 368">
              <a:extLst>
                <a:ext uri="{FF2B5EF4-FFF2-40B4-BE49-F238E27FC236}">
                  <a16:creationId xmlns:a16="http://schemas.microsoft.com/office/drawing/2014/main" id="{75FCC0FA-1CD1-4D46-988D-CC8B0C618333}"/>
                </a:ext>
              </a:extLst>
            </p:cNvPr>
            <p:cNvGrpSpPr/>
            <p:nvPr/>
          </p:nvGrpSpPr>
          <p:grpSpPr>
            <a:xfrm>
              <a:off x="658813" y="2186752"/>
              <a:ext cx="718439" cy="2941621"/>
              <a:chOff x="8093583" y="-489773"/>
              <a:chExt cx="718439" cy="2941621"/>
            </a:xfrm>
          </p:grpSpPr>
          <p:grpSp>
            <p:nvGrpSpPr>
              <p:cNvPr id="159" name="그룹 158">
                <a:extLst>
                  <a:ext uri="{FF2B5EF4-FFF2-40B4-BE49-F238E27FC236}">
                    <a16:creationId xmlns:a16="http://schemas.microsoft.com/office/drawing/2014/main" id="{528403D8-6D39-4403-8454-8DD87C1DF2DA}"/>
                  </a:ext>
                </a:extLst>
              </p:cNvPr>
              <p:cNvGrpSpPr/>
              <p:nvPr/>
            </p:nvGrpSpPr>
            <p:grpSpPr>
              <a:xfrm>
                <a:off x="8093583" y="-489773"/>
                <a:ext cx="718439" cy="587845"/>
                <a:chOff x="856806" y="4708972"/>
                <a:chExt cx="718439" cy="587845"/>
              </a:xfrm>
            </p:grpSpPr>
            <p:sp>
              <p:nvSpPr>
                <p:cNvPr id="157" name="자유형: 도형 156">
                  <a:extLst>
                    <a:ext uri="{FF2B5EF4-FFF2-40B4-BE49-F238E27FC236}">
                      <a16:creationId xmlns:a16="http://schemas.microsoft.com/office/drawing/2014/main" id="{DF40C831-45AF-4C58-9954-C5FE01FB4953}"/>
                    </a:ext>
                  </a:extLst>
                </p:cNvPr>
                <p:cNvSpPr/>
                <p:nvPr/>
              </p:nvSpPr>
              <p:spPr>
                <a:xfrm>
                  <a:off x="856806" y="4708972"/>
                  <a:ext cx="718439" cy="587845"/>
                </a:xfrm>
                <a:custGeom>
                  <a:avLst/>
                  <a:gdLst>
                    <a:gd name="connsiteX0" fmla="*/ 1010352 w 2020704"/>
                    <a:gd name="connsiteY0" fmla="*/ 0 h 1333262"/>
                    <a:gd name="connsiteX1" fmla="*/ 2020704 w 2020704"/>
                    <a:gd name="connsiteY1" fmla="*/ 375626 h 1333262"/>
                    <a:gd name="connsiteX2" fmla="*/ 1892116 w 2020704"/>
                    <a:gd name="connsiteY2" fmla="*/ 375626 h 1333262"/>
                    <a:gd name="connsiteX3" fmla="*/ 1892116 w 2020704"/>
                    <a:gd name="connsiteY3" fmla="*/ 1333262 h 1333262"/>
                    <a:gd name="connsiteX4" fmla="*/ 121542 w 2020704"/>
                    <a:gd name="connsiteY4" fmla="*/ 1333262 h 1333262"/>
                    <a:gd name="connsiteX5" fmla="*/ 121542 w 2020704"/>
                    <a:gd name="connsiteY5" fmla="*/ 375626 h 1333262"/>
                    <a:gd name="connsiteX6" fmla="*/ 0 w 2020704"/>
                    <a:gd name="connsiteY6" fmla="*/ 375626 h 1333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020704" h="1333262">
                      <a:moveTo>
                        <a:pt x="1010352" y="0"/>
                      </a:moveTo>
                      <a:lnTo>
                        <a:pt x="2020704" y="375626"/>
                      </a:lnTo>
                      <a:lnTo>
                        <a:pt x="1892116" y="375626"/>
                      </a:lnTo>
                      <a:lnTo>
                        <a:pt x="1892116" y="1333262"/>
                      </a:lnTo>
                      <a:lnTo>
                        <a:pt x="121542" y="1333262"/>
                      </a:lnTo>
                      <a:lnTo>
                        <a:pt x="121542" y="375626"/>
                      </a:lnTo>
                      <a:lnTo>
                        <a:pt x="0" y="3756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sz="1400" dirty="0">
                    <a:latin typeface="넥슨Lv1고딕" panose="00000500000000000000" pitchFamily="2" charset="-127"/>
                    <a:ea typeface="넥슨Lv1고딕" panose="00000500000000000000" pitchFamily="2" charset="-127"/>
                    <a:sym typeface="Arial"/>
                  </a:endParaRPr>
                </a:p>
              </p:txBody>
            </p:sp>
            <p:pic>
              <p:nvPicPr>
                <p:cNvPr id="158" name="그림 157">
                  <a:extLst>
                    <a:ext uri="{FF2B5EF4-FFF2-40B4-BE49-F238E27FC236}">
                      <a16:creationId xmlns:a16="http://schemas.microsoft.com/office/drawing/2014/main" id="{EEEBF468-B7D2-4264-A7D7-913171383A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079693" y="4825669"/>
                  <a:ext cx="272665" cy="388042"/>
                </a:xfrm>
                <a:prstGeom prst="rect">
                  <a:avLst/>
                </a:prstGeom>
              </p:spPr>
            </p:pic>
          </p:grpSp>
          <p:cxnSp>
            <p:nvCxnSpPr>
              <p:cNvPr id="164" name="Straight Connector 6">
                <a:extLst>
                  <a:ext uri="{FF2B5EF4-FFF2-40B4-BE49-F238E27FC236}">
                    <a16:creationId xmlns:a16="http://schemas.microsoft.com/office/drawing/2014/main" id="{E5ADD77D-130F-40CE-AAC0-155771FAFDB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452802" y="98611"/>
                <a:ext cx="0" cy="23532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383" name="그룹 382">
              <a:extLst>
                <a:ext uri="{FF2B5EF4-FFF2-40B4-BE49-F238E27FC236}">
                  <a16:creationId xmlns:a16="http://schemas.microsoft.com/office/drawing/2014/main" id="{080CD7EB-A3F0-4939-BDD4-D8521914A172}"/>
                </a:ext>
              </a:extLst>
            </p:cNvPr>
            <p:cNvGrpSpPr/>
            <p:nvPr/>
          </p:nvGrpSpPr>
          <p:grpSpPr>
            <a:xfrm>
              <a:off x="1673936" y="1423988"/>
              <a:ext cx="6515977" cy="4562162"/>
              <a:chOff x="1673936" y="1423988"/>
              <a:chExt cx="6515977" cy="4562162"/>
            </a:xfrm>
          </p:grpSpPr>
          <p:grpSp>
            <p:nvGrpSpPr>
              <p:cNvPr id="370" name="그룹 369">
                <a:extLst>
                  <a:ext uri="{FF2B5EF4-FFF2-40B4-BE49-F238E27FC236}">
                    <a16:creationId xmlns:a16="http://schemas.microsoft.com/office/drawing/2014/main" id="{7DE734EF-7DCA-46AD-A01C-A61DB6F7AA91}"/>
                  </a:ext>
                </a:extLst>
              </p:cNvPr>
              <p:cNvGrpSpPr/>
              <p:nvPr/>
            </p:nvGrpSpPr>
            <p:grpSpPr>
              <a:xfrm>
                <a:off x="1673936" y="1423988"/>
                <a:ext cx="435533" cy="2557462"/>
                <a:chOff x="9151061" y="-1433512"/>
                <a:chExt cx="435533" cy="2557462"/>
              </a:xfrm>
            </p:grpSpPr>
            <p:cxnSp>
              <p:nvCxnSpPr>
                <p:cNvPr id="160" name="Straight Connector 6">
                  <a:extLst>
                    <a:ext uri="{FF2B5EF4-FFF2-40B4-BE49-F238E27FC236}">
                      <a16:creationId xmlns:a16="http://schemas.microsoft.com/office/drawing/2014/main" id="{8B5B66DE-BF9A-4534-BF8C-FE0A8B4CC88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9464675" y="-1150193"/>
                  <a:ext cx="0" cy="22741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grpSp>
              <p:nvGrpSpPr>
                <p:cNvPr id="316" name="그룹 315">
                  <a:extLst>
                    <a:ext uri="{FF2B5EF4-FFF2-40B4-BE49-F238E27FC236}">
                      <a16:creationId xmlns:a16="http://schemas.microsoft.com/office/drawing/2014/main" id="{06B68B39-DAEA-4B09-BBCC-A391B9684867}"/>
                    </a:ext>
                  </a:extLst>
                </p:cNvPr>
                <p:cNvGrpSpPr/>
                <p:nvPr/>
              </p:nvGrpSpPr>
              <p:grpSpPr>
                <a:xfrm>
                  <a:off x="9151061" y="-1433512"/>
                  <a:ext cx="435533" cy="694692"/>
                  <a:chOff x="1921904" y="3437384"/>
                  <a:chExt cx="435533" cy="694692"/>
                </a:xfrm>
              </p:grpSpPr>
              <p:pic>
                <p:nvPicPr>
                  <p:cNvPr id="314" name="그림 313" descr="텍스트, 파일, 컴퓨터이(가) 표시된 사진&#10;&#10;자동 생성된 설명">
                    <a:extLst>
                      <a:ext uri="{FF2B5EF4-FFF2-40B4-BE49-F238E27FC236}">
                        <a16:creationId xmlns:a16="http://schemas.microsoft.com/office/drawing/2014/main" id="{E336F82F-1BA5-4163-96E0-4C23AA4368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921904" y="3604043"/>
                    <a:ext cx="245034" cy="528033"/>
                  </a:xfrm>
                  <a:prstGeom prst="rect">
                    <a:avLst/>
                  </a:prstGeom>
                </p:spPr>
              </p:pic>
              <p:pic>
                <p:nvPicPr>
                  <p:cNvPr id="315" name="Picture 3">
                    <a:extLst>
                      <a:ext uri="{FF2B5EF4-FFF2-40B4-BE49-F238E27FC236}">
                        <a16:creationId xmlns:a16="http://schemas.microsoft.com/office/drawing/2014/main" id="{E90DB478-5ACE-4499-9F10-EA077F2B160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 bwMode="auto">
                  <a:xfrm>
                    <a:off x="2075522" y="3437384"/>
                    <a:ext cx="281915" cy="41148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71" name="그룹 370">
                <a:extLst>
                  <a:ext uri="{FF2B5EF4-FFF2-40B4-BE49-F238E27FC236}">
                    <a16:creationId xmlns:a16="http://schemas.microsoft.com/office/drawing/2014/main" id="{6058B80B-3271-476E-81BD-B47A0A33058F}"/>
                  </a:ext>
                </a:extLst>
              </p:cNvPr>
              <p:cNvGrpSpPr/>
              <p:nvPr/>
            </p:nvGrpSpPr>
            <p:grpSpPr>
              <a:xfrm>
                <a:off x="4889576" y="1423988"/>
                <a:ext cx="1540433" cy="2678112"/>
                <a:chOff x="12366701" y="-1433512"/>
                <a:chExt cx="1540433" cy="2678112"/>
              </a:xfrm>
            </p:grpSpPr>
            <p:cxnSp>
              <p:nvCxnSpPr>
                <p:cNvPr id="317" name="Straight Connector 6">
                  <a:extLst>
                    <a:ext uri="{FF2B5EF4-FFF2-40B4-BE49-F238E27FC236}">
                      <a16:creationId xmlns:a16="http://schemas.microsoft.com/office/drawing/2014/main" id="{280A021E-3164-43CB-8DD3-B3F88D42336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12681902" y="-1083518"/>
                  <a:ext cx="0" cy="205217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grpSp>
              <p:nvGrpSpPr>
                <p:cNvPr id="318" name="그룹 317">
                  <a:extLst>
                    <a:ext uri="{FF2B5EF4-FFF2-40B4-BE49-F238E27FC236}">
                      <a16:creationId xmlns:a16="http://schemas.microsoft.com/office/drawing/2014/main" id="{D8935836-239F-433E-A2AC-E7B7C8A9D082}"/>
                    </a:ext>
                  </a:extLst>
                </p:cNvPr>
                <p:cNvGrpSpPr/>
                <p:nvPr/>
              </p:nvGrpSpPr>
              <p:grpSpPr>
                <a:xfrm>
                  <a:off x="12366701" y="-1433512"/>
                  <a:ext cx="435533" cy="694692"/>
                  <a:chOff x="1921904" y="3437384"/>
                  <a:chExt cx="435533" cy="694692"/>
                </a:xfrm>
              </p:grpSpPr>
              <p:pic>
                <p:nvPicPr>
                  <p:cNvPr id="319" name="그림 318" descr="텍스트, 파일, 컴퓨터이(가) 표시된 사진&#10;&#10;자동 생성된 설명">
                    <a:extLst>
                      <a:ext uri="{FF2B5EF4-FFF2-40B4-BE49-F238E27FC236}">
                        <a16:creationId xmlns:a16="http://schemas.microsoft.com/office/drawing/2014/main" id="{815D84A9-0ADC-434F-9E09-84D27D8AC95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921904" y="3604043"/>
                    <a:ext cx="245034" cy="528033"/>
                  </a:xfrm>
                  <a:prstGeom prst="rect">
                    <a:avLst/>
                  </a:prstGeom>
                </p:spPr>
              </p:pic>
              <p:pic>
                <p:nvPicPr>
                  <p:cNvPr id="320" name="Picture 3">
                    <a:extLst>
                      <a:ext uri="{FF2B5EF4-FFF2-40B4-BE49-F238E27FC236}">
                        <a16:creationId xmlns:a16="http://schemas.microsoft.com/office/drawing/2014/main" id="{E6BE9061-B8A4-449A-A7C2-31709BCB9A5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 bwMode="auto">
                  <a:xfrm>
                    <a:off x="2075522" y="3437384"/>
                    <a:ext cx="281915" cy="411480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321" name="Straight Connector 6">
                  <a:extLst>
                    <a:ext uri="{FF2B5EF4-FFF2-40B4-BE49-F238E27FC236}">
                      <a16:creationId xmlns:a16="http://schemas.microsoft.com/office/drawing/2014/main" id="{B3341DF8-9576-4554-9151-CEDC4464E4A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13786802" y="-1083518"/>
                  <a:ext cx="0" cy="232811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grpSp>
              <p:nvGrpSpPr>
                <p:cNvPr id="322" name="그룹 321">
                  <a:extLst>
                    <a:ext uri="{FF2B5EF4-FFF2-40B4-BE49-F238E27FC236}">
                      <a16:creationId xmlns:a16="http://schemas.microsoft.com/office/drawing/2014/main" id="{CEADC405-657E-4E66-B52A-D4CBB8A1D633}"/>
                    </a:ext>
                  </a:extLst>
                </p:cNvPr>
                <p:cNvGrpSpPr/>
                <p:nvPr/>
              </p:nvGrpSpPr>
              <p:grpSpPr>
                <a:xfrm>
                  <a:off x="13471601" y="-1433512"/>
                  <a:ext cx="435533" cy="694692"/>
                  <a:chOff x="1921904" y="3437384"/>
                  <a:chExt cx="435533" cy="694692"/>
                </a:xfrm>
              </p:grpSpPr>
              <p:pic>
                <p:nvPicPr>
                  <p:cNvPr id="323" name="그림 322" descr="텍스트, 파일, 컴퓨터이(가) 표시된 사진&#10;&#10;자동 생성된 설명">
                    <a:extLst>
                      <a:ext uri="{FF2B5EF4-FFF2-40B4-BE49-F238E27FC236}">
                        <a16:creationId xmlns:a16="http://schemas.microsoft.com/office/drawing/2014/main" id="{AEFD34D2-1071-4B6F-8ACE-B4FE5B0BC2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921904" y="3604043"/>
                    <a:ext cx="245034" cy="528033"/>
                  </a:xfrm>
                  <a:prstGeom prst="rect">
                    <a:avLst/>
                  </a:prstGeom>
                </p:spPr>
              </p:pic>
              <p:pic>
                <p:nvPicPr>
                  <p:cNvPr id="324" name="Picture 3">
                    <a:extLst>
                      <a:ext uri="{FF2B5EF4-FFF2-40B4-BE49-F238E27FC236}">
                        <a16:creationId xmlns:a16="http://schemas.microsoft.com/office/drawing/2014/main" id="{8C5EF8B3-B9A9-4771-8A28-20F479D5B05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 bwMode="auto">
                  <a:xfrm>
                    <a:off x="2075522" y="3437384"/>
                    <a:ext cx="281915" cy="41148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78" name="그룹 377">
                <a:extLst>
                  <a:ext uri="{FF2B5EF4-FFF2-40B4-BE49-F238E27FC236}">
                    <a16:creationId xmlns:a16="http://schemas.microsoft.com/office/drawing/2014/main" id="{99AC11BD-1B12-4E76-8A70-C69832DD2F05}"/>
                  </a:ext>
                </a:extLst>
              </p:cNvPr>
              <p:cNvGrpSpPr/>
              <p:nvPr/>
            </p:nvGrpSpPr>
            <p:grpSpPr>
              <a:xfrm>
                <a:off x="2279091" y="2960689"/>
                <a:ext cx="4522076" cy="3025461"/>
                <a:chOff x="2279091" y="2960689"/>
                <a:chExt cx="4522076" cy="3025461"/>
              </a:xfrm>
            </p:grpSpPr>
            <p:grpSp>
              <p:nvGrpSpPr>
                <p:cNvPr id="334" name="그룹 333">
                  <a:extLst>
                    <a:ext uri="{FF2B5EF4-FFF2-40B4-BE49-F238E27FC236}">
                      <a16:creationId xmlns:a16="http://schemas.microsoft.com/office/drawing/2014/main" id="{3CBF26DF-4189-41AF-AC12-AE9768D7DBB7}"/>
                    </a:ext>
                  </a:extLst>
                </p:cNvPr>
                <p:cNvGrpSpPr/>
                <p:nvPr/>
              </p:nvGrpSpPr>
              <p:grpSpPr>
                <a:xfrm>
                  <a:off x="6421831" y="2960689"/>
                  <a:ext cx="379336" cy="3025460"/>
                  <a:chOff x="6516764" y="2576513"/>
                  <a:chExt cx="435533" cy="3473664"/>
                </a:xfrm>
              </p:grpSpPr>
              <p:cxnSp>
                <p:nvCxnSpPr>
                  <p:cNvPr id="330" name="Straight Connector 6">
                    <a:extLst>
                      <a:ext uri="{FF2B5EF4-FFF2-40B4-BE49-F238E27FC236}">
                        <a16:creationId xmlns:a16="http://schemas.microsoft.com/office/drawing/2014/main" id="{9F792533-FBD4-47A6-8229-0D57687DB97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6824244" y="2799323"/>
                    <a:ext cx="0" cy="325085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grpSp>
                <p:nvGrpSpPr>
                  <p:cNvPr id="331" name="그룹 330">
                    <a:extLst>
                      <a:ext uri="{FF2B5EF4-FFF2-40B4-BE49-F238E27FC236}">
                        <a16:creationId xmlns:a16="http://schemas.microsoft.com/office/drawing/2014/main" id="{34A61195-5198-46E8-8ADB-ACE22CA98472}"/>
                      </a:ext>
                    </a:extLst>
                  </p:cNvPr>
                  <p:cNvGrpSpPr/>
                  <p:nvPr/>
                </p:nvGrpSpPr>
                <p:grpSpPr>
                  <a:xfrm>
                    <a:off x="6516764" y="2576513"/>
                    <a:ext cx="435533" cy="694692"/>
                    <a:chOff x="1921904" y="3437384"/>
                    <a:chExt cx="435533" cy="694692"/>
                  </a:xfrm>
                </p:grpSpPr>
                <p:pic>
                  <p:nvPicPr>
                    <p:cNvPr id="332" name="그림 331" descr="텍스트, 파일, 컴퓨터이(가) 표시된 사진&#10;&#10;자동 생성된 설명">
                      <a:extLst>
                        <a:ext uri="{FF2B5EF4-FFF2-40B4-BE49-F238E27FC236}">
                          <a16:creationId xmlns:a16="http://schemas.microsoft.com/office/drawing/2014/main" id="{336EDBFE-7E7D-4D9B-98F7-EF31C72D92D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921904" y="3604043"/>
                      <a:ext cx="245034" cy="52803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3" name="Picture 3">
                      <a:extLst>
                        <a:ext uri="{FF2B5EF4-FFF2-40B4-BE49-F238E27FC236}">
                          <a16:creationId xmlns:a16="http://schemas.microsoft.com/office/drawing/2014/main" id="{8B67483F-82D9-487E-AE9B-787D62C480A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 bwMode="auto">
                    <a:xfrm>
                      <a:off x="2075522" y="3437384"/>
                      <a:ext cx="281915" cy="411480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345" name="그룹 344">
                  <a:extLst>
                    <a:ext uri="{FF2B5EF4-FFF2-40B4-BE49-F238E27FC236}">
                      <a16:creationId xmlns:a16="http://schemas.microsoft.com/office/drawing/2014/main" id="{B7B81A35-9F1F-4D71-889F-09BCBF2730C6}"/>
                    </a:ext>
                  </a:extLst>
                </p:cNvPr>
                <p:cNvGrpSpPr/>
                <p:nvPr/>
              </p:nvGrpSpPr>
              <p:grpSpPr>
                <a:xfrm>
                  <a:off x="3207462" y="2960689"/>
                  <a:ext cx="379336" cy="3025461"/>
                  <a:chOff x="6516764" y="2576513"/>
                  <a:chExt cx="435533" cy="3473667"/>
                </a:xfrm>
              </p:grpSpPr>
              <p:cxnSp>
                <p:nvCxnSpPr>
                  <p:cNvPr id="346" name="Straight Connector 6">
                    <a:extLst>
                      <a:ext uri="{FF2B5EF4-FFF2-40B4-BE49-F238E27FC236}">
                        <a16:creationId xmlns:a16="http://schemas.microsoft.com/office/drawing/2014/main" id="{FFB2483B-7B1B-4F7C-8111-F42B990737C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6824244" y="2799325"/>
                    <a:ext cx="0" cy="325085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grpSp>
                <p:nvGrpSpPr>
                  <p:cNvPr id="347" name="그룹 346">
                    <a:extLst>
                      <a:ext uri="{FF2B5EF4-FFF2-40B4-BE49-F238E27FC236}">
                        <a16:creationId xmlns:a16="http://schemas.microsoft.com/office/drawing/2014/main" id="{887BC959-21CC-4388-A120-223F14DD1474}"/>
                      </a:ext>
                    </a:extLst>
                  </p:cNvPr>
                  <p:cNvGrpSpPr/>
                  <p:nvPr/>
                </p:nvGrpSpPr>
                <p:grpSpPr>
                  <a:xfrm>
                    <a:off x="6516764" y="2576513"/>
                    <a:ext cx="435533" cy="694692"/>
                    <a:chOff x="1921904" y="3437384"/>
                    <a:chExt cx="435533" cy="694692"/>
                  </a:xfrm>
                </p:grpSpPr>
                <p:pic>
                  <p:nvPicPr>
                    <p:cNvPr id="348" name="그림 347" descr="텍스트, 파일, 컴퓨터이(가) 표시된 사진&#10;&#10;자동 생성된 설명">
                      <a:extLst>
                        <a:ext uri="{FF2B5EF4-FFF2-40B4-BE49-F238E27FC236}">
                          <a16:creationId xmlns:a16="http://schemas.microsoft.com/office/drawing/2014/main" id="{719C3F1B-B6C2-46E2-80D1-AA72B66C983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921904" y="3604043"/>
                      <a:ext cx="245034" cy="52803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49" name="Picture 3">
                      <a:extLst>
                        <a:ext uri="{FF2B5EF4-FFF2-40B4-BE49-F238E27FC236}">
                          <a16:creationId xmlns:a16="http://schemas.microsoft.com/office/drawing/2014/main" id="{244B0742-D481-40B4-8C37-BAC1DFAFE8E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 bwMode="auto">
                    <a:xfrm>
                      <a:off x="2075522" y="3437384"/>
                      <a:ext cx="281915" cy="411480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350" name="그룹 349">
                  <a:extLst>
                    <a:ext uri="{FF2B5EF4-FFF2-40B4-BE49-F238E27FC236}">
                      <a16:creationId xmlns:a16="http://schemas.microsoft.com/office/drawing/2014/main" id="{9D5D984E-C80B-4C5C-B00C-2F9151DE73E6}"/>
                    </a:ext>
                  </a:extLst>
                </p:cNvPr>
                <p:cNvGrpSpPr/>
                <p:nvPr/>
              </p:nvGrpSpPr>
              <p:grpSpPr>
                <a:xfrm>
                  <a:off x="5234382" y="2960689"/>
                  <a:ext cx="379336" cy="3025461"/>
                  <a:chOff x="6516764" y="2576513"/>
                  <a:chExt cx="435533" cy="3473667"/>
                </a:xfrm>
              </p:grpSpPr>
              <p:cxnSp>
                <p:nvCxnSpPr>
                  <p:cNvPr id="351" name="Straight Connector 6">
                    <a:extLst>
                      <a:ext uri="{FF2B5EF4-FFF2-40B4-BE49-F238E27FC236}">
                        <a16:creationId xmlns:a16="http://schemas.microsoft.com/office/drawing/2014/main" id="{EADC9844-ACCB-46BC-99DD-B2F9C21E616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6824244" y="2799325"/>
                    <a:ext cx="0" cy="325085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grpSp>
                <p:nvGrpSpPr>
                  <p:cNvPr id="352" name="그룹 351">
                    <a:extLst>
                      <a:ext uri="{FF2B5EF4-FFF2-40B4-BE49-F238E27FC236}">
                        <a16:creationId xmlns:a16="http://schemas.microsoft.com/office/drawing/2014/main" id="{E5752D10-DDE9-430A-BA09-07DA3506C70E}"/>
                      </a:ext>
                    </a:extLst>
                  </p:cNvPr>
                  <p:cNvGrpSpPr/>
                  <p:nvPr/>
                </p:nvGrpSpPr>
                <p:grpSpPr>
                  <a:xfrm>
                    <a:off x="6516764" y="2576513"/>
                    <a:ext cx="435533" cy="694692"/>
                    <a:chOff x="1921904" y="3437384"/>
                    <a:chExt cx="435533" cy="694692"/>
                  </a:xfrm>
                </p:grpSpPr>
                <p:pic>
                  <p:nvPicPr>
                    <p:cNvPr id="353" name="그림 352" descr="텍스트, 파일, 컴퓨터이(가) 표시된 사진&#10;&#10;자동 생성된 설명">
                      <a:extLst>
                        <a:ext uri="{FF2B5EF4-FFF2-40B4-BE49-F238E27FC236}">
                          <a16:creationId xmlns:a16="http://schemas.microsoft.com/office/drawing/2014/main" id="{589A2D4B-C2A1-4ED0-8096-C36D08357E0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921904" y="3604043"/>
                      <a:ext cx="245034" cy="52803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54" name="Picture 3">
                      <a:extLst>
                        <a:ext uri="{FF2B5EF4-FFF2-40B4-BE49-F238E27FC236}">
                          <a16:creationId xmlns:a16="http://schemas.microsoft.com/office/drawing/2014/main" id="{EEE16C73-88A0-446A-ADC7-8D11EF0F08C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 bwMode="auto">
                    <a:xfrm>
                      <a:off x="2075522" y="3437384"/>
                      <a:ext cx="281915" cy="411480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355" name="그룹 354">
                  <a:extLst>
                    <a:ext uri="{FF2B5EF4-FFF2-40B4-BE49-F238E27FC236}">
                      <a16:creationId xmlns:a16="http://schemas.microsoft.com/office/drawing/2014/main" id="{8CEA738F-B80F-474F-A1B9-B8D8AED00024}"/>
                    </a:ext>
                  </a:extLst>
                </p:cNvPr>
                <p:cNvGrpSpPr/>
                <p:nvPr/>
              </p:nvGrpSpPr>
              <p:grpSpPr>
                <a:xfrm>
                  <a:off x="2279091" y="2960689"/>
                  <a:ext cx="379336" cy="3025461"/>
                  <a:chOff x="6516764" y="2576513"/>
                  <a:chExt cx="435533" cy="3473667"/>
                </a:xfrm>
              </p:grpSpPr>
              <p:cxnSp>
                <p:nvCxnSpPr>
                  <p:cNvPr id="356" name="Straight Connector 6">
                    <a:extLst>
                      <a:ext uri="{FF2B5EF4-FFF2-40B4-BE49-F238E27FC236}">
                        <a16:creationId xmlns:a16="http://schemas.microsoft.com/office/drawing/2014/main" id="{B7420A99-F622-4000-98BE-CAFD1820A84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6824244" y="2799325"/>
                    <a:ext cx="0" cy="325085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grpSp>
                <p:nvGrpSpPr>
                  <p:cNvPr id="357" name="그룹 356">
                    <a:extLst>
                      <a:ext uri="{FF2B5EF4-FFF2-40B4-BE49-F238E27FC236}">
                        <a16:creationId xmlns:a16="http://schemas.microsoft.com/office/drawing/2014/main" id="{2E49FDC4-67D2-4F59-A764-00A511F339A4}"/>
                      </a:ext>
                    </a:extLst>
                  </p:cNvPr>
                  <p:cNvGrpSpPr/>
                  <p:nvPr/>
                </p:nvGrpSpPr>
                <p:grpSpPr>
                  <a:xfrm>
                    <a:off x="6516764" y="2576513"/>
                    <a:ext cx="435533" cy="694692"/>
                    <a:chOff x="1921904" y="3437384"/>
                    <a:chExt cx="435533" cy="694692"/>
                  </a:xfrm>
                </p:grpSpPr>
                <p:pic>
                  <p:nvPicPr>
                    <p:cNvPr id="358" name="그림 357" descr="텍스트, 파일, 컴퓨터이(가) 표시된 사진&#10;&#10;자동 생성된 설명">
                      <a:extLst>
                        <a:ext uri="{FF2B5EF4-FFF2-40B4-BE49-F238E27FC236}">
                          <a16:creationId xmlns:a16="http://schemas.microsoft.com/office/drawing/2014/main" id="{D5BE9BB2-C40C-4941-A359-8FF680E9FE2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921904" y="3604043"/>
                      <a:ext cx="245034" cy="52803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59" name="Picture 3">
                      <a:extLst>
                        <a:ext uri="{FF2B5EF4-FFF2-40B4-BE49-F238E27FC236}">
                          <a16:creationId xmlns:a16="http://schemas.microsoft.com/office/drawing/2014/main" id="{E32EAE06-3610-4A79-BD10-9846B7A1C94A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 bwMode="auto">
                    <a:xfrm>
                      <a:off x="2075522" y="3437384"/>
                      <a:ext cx="281915" cy="411480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382" name="그룹 381">
                <a:extLst>
                  <a:ext uri="{FF2B5EF4-FFF2-40B4-BE49-F238E27FC236}">
                    <a16:creationId xmlns:a16="http://schemas.microsoft.com/office/drawing/2014/main" id="{3C67F579-B921-4FD1-9B3B-F6ECD773563A}"/>
                  </a:ext>
                </a:extLst>
              </p:cNvPr>
              <p:cNvGrpSpPr/>
              <p:nvPr/>
            </p:nvGrpSpPr>
            <p:grpSpPr>
              <a:xfrm>
                <a:off x="7181453" y="1755857"/>
                <a:ext cx="1008460" cy="2168443"/>
                <a:chOff x="7181453" y="1755857"/>
                <a:chExt cx="1008460" cy="2168443"/>
              </a:xfrm>
            </p:grpSpPr>
            <p:grpSp>
              <p:nvGrpSpPr>
                <p:cNvPr id="379" name="그룹 378">
                  <a:extLst>
                    <a:ext uri="{FF2B5EF4-FFF2-40B4-BE49-F238E27FC236}">
                      <a16:creationId xmlns:a16="http://schemas.microsoft.com/office/drawing/2014/main" id="{2119D382-6456-4C29-9C6D-582118EDF5AB}"/>
                    </a:ext>
                  </a:extLst>
                </p:cNvPr>
                <p:cNvGrpSpPr/>
                <p:nvPr/>
              </p:nvGrpSpPr>
              <p:grpSpPr>
                <a:xfrm>
                  <a:off x="7181453" y="1755857"/>
                  <a:ext cx="1008460" cy="858084"/>
                  <a:chOff x="14572853" y="-882568"/>
                  <a:chExt cx="1008460" cy="858084"/>
                </a:xfrm>
              </p:grpSpPr>
              <p:pic>
                <p:nvPicPr>
                  <p:cNvPr id="325" name="Picture 2" descr="넷플릭스 무임승차 논란 완벽 정리">
                    <a:extLst>
                      <a:ext uri="{FF2B5EF4-FFF2-40B4-BE49-F238E27FC236}">
                        <a16:creationId xmlns:a16="http://schemas.microsoft.com/office/drawing/2014/main" id="{10D91C39-D066-44E1-A37E-95E826B084D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4668819" y="-505281"/>
                    <a:ext cx="847406" cy="48079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26" name="그림 325" descr="텍스트, 파일, 컴퓨터이(가) 표시된 사진&#10;&#10;자동 생성된 설명">
                    <a:extLst>
                      <a:ext uri="{FF2B5EF4-FFF2-40B4-BE49-F238E27FC236}">
                        <a16:creationId xmlns:a16="http://schemas.microsoft.com/office/drawing/2014/main" id="{94C300A1-4A74-4408-9FE8-67632178320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572853" y="-882568"/>
                    <a:ext cx="245034" cy="528033"/>
                  </a:xfrm>
                  <a:prstGeom prst="rect">
                    <a:avLst/>
                  </a:prstGeom>
                </p:spPr>
              </p:pic>
              <p:pic>
                <p:nvPicPr>
                  <p:cNvPr id="327" name="그림 326" descr="텍스트, 파일, 컴퓨터이(가) 표시된 사진&#10;&#10;자동 생성된 설명">
                    <a:extLst>
                      <a:ext uri="{FF2B5EF4-FFF2-40B4-BE49-F238E27FC236}">
                        <a16:creationId xmlns:a16="http://schemas.microsoft.com/office/drawing/2014/main" id="{B825123C-2823-459E-AE51-E0CEF78391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875460" y="-882568"/>
                    <a:ext cx="245034" cy="528033"/>
                  </a:xfrm>
                  <a:prstGeom prst="rect">
                    <a:avLst/>
                  </a:prstGeom>
                </p:spPr>
              </p:pic>
              <p:pic>
                <p:nvPicPr>
                  <p:cNvPr id="328" name="그림 327" descr="텍스트, 파일, 컴퓨터이(가) 표시된 사진&#10;&#10;자동 생성된 설명">
                    <a:extLst>
                      <a:ext uri="{FF2B5EF4-FFF2-40B4-BE49-F238E27FC236}">
                        <a16:creationId xmlns:a16="http://schemas.microsoft.com/office/drawing/2014/main" id="{F8CFA84B-542D-4E39-B4BF-158D12E21A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336279" y="-882568"/>
                    <a:ext cx="245034" cy="528033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380" name="Straight Connector 6">
                  <a:extLst>
                    <a:ext uri="{FF2B5EF4-FFF2-40B4-BE49-F238E27FC236}">
                      <a16:creationId xmlns:a16="http://schemas.microsoft.com/office/drawing/2014/main" id="{2198A9B2-1DB0-4750-99B1-55335E62DAF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7685683" y="2677672"/>
                  <a:ext cx="0" cy="12466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</p:grpSp>
      </p:grpSp>
      <p:sp>
        <p:nvSpPr>
          <p:cNvPr id="386" name="Rectangle 10">
            <a:extLst>
              <a:ext uri="{FF2B5EF4-FFF2-40B4-BE49-F238E27FC236}">
                <a16:creationId xmlns:a16="http://schemas.microsoft.com/office/drawing/2014/main" id="{61BFEF6F-8E76-4F28-A14F-FA5532C3C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3429000"/>
            <a:ext cx="7734300" cy="3276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ko-KR" altLang="ko-KR" sz="2400">
              <a:solidFill>
                <a:srgbClr val="000000"/>
              </a:solidFill>
            </a:endParaRPr>
          </a:p>
        </p:txBody>
      </p:sp>
      <p:grpSp>
        <p:nvGrpSpPr>
          <p:cNvPr id="387" name="그룹 386">
            <a:extLst>
              <a:ext uri="{FF2B5EF4-FFF2-40B4-BE49-F238E27FC236}">
                <a16:creationId xmlns:a16="http://schemas.microsoft.com/office/drawing/2014/main" id="{0DECE5B2-BE93-4B42-A047-3EF3A945E485}"/>
              </a:ext>
            </a:extLst>
          </p:cNvPr>
          <p:cNvGrpSpPr/>
          <p:nvPr/>
        </p:nvGrpSpPr>
        <p:grpSpPr>
          <a:xfrm>
            <a:off x="590550" y="3429000"/>
            <a:ext cx="7391400" cy="559935"/>
            <a:chOff x="8679181" y="4463324"/>
            <a:chExt cx="7391400" cy="559935"/>
          </a:xfrm>
        </p:grpSpPr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442F1D76-7D7B-48C4-8AC4-5915D8320E87}"/>
                </a:ext>
              </a:extLst>
            </p:cNvPr>
            <p:cNvSpPr/>
            <p:nvPr/>
          </p:nvSpPr>
          <p:spPr bwMode="auto">
            <a:xfrm>
              <a:off x="8679181" y="4463324"/>
              <a:ext cx="7391400" cy="559935"/>
            </a:xfrm>
            <a:prstGeom prst="snip1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33F12BB7-78CA-41BA-AAA3-1934119B8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56266" y="4573865"/>
              <a:ext cx="603723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+mj-ea"/>
                  <a:cs typeface="+mj-cs"/>
                </a:rPr>
                <a:t>Internet host-host communication as a service</a:t>
              </a:r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64352972-97FE-4654-B69E-7AA864C6073D}"/>
              </a:ext>
            </a:extLst>
          </p:cNvPr>
          <p:cNvGrpSpPr/>
          <p:nvPr/>
        </p:nvGrpSpPr>
        <p:grpSpPr>
          <a:xfrm>
            <a:off x="858838" y="4282425"/>
            <a:ext cx="7772400" cy="1404797"/>
            <a:chOff x="8752205" y="5263500"/>
            <a:chExt cx="7772400" cy="1404797"/>
          </a:xfrm>
        </p:grpSpPr>
        <p:sp>
          <p:nvSpPr>
            <p:cNvPr id="8" name="Content Placeholder 5">
              <a:extLst>
                <a:ext uri="{FF2B5EF4-FFF2-40B4-BE49-F238E27FC236}">
                  <a16:creationId xmlns:a16="http://schemas.microsoft.com/office/drawing/2014/main" id="{ED4324C6-E0E7-4239-AF2B-99840AF3406C}"/>
                </a:ext>
              </a:extLst>
            </p:cNvPr>
            <p:cNvSpPr txBox="1">
              <a:spLocks/>
            </p:cNvSpPr>
            <p:nvPr/>
          </p:nvSpPr>
          <p:spPr>
            <a:xfrm>
              <a:off x="8752205" y="5263500"/>
              <a:ext cx="7772400" cy="51371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itchFamily="2" charset="2"/>
                <a:buNone/>
              </a:pPr>
              <a:r>
                <a:rPr lang="en-US" altLang="ko-KR" sz="20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OTT</a:t>
              </a:r>
              <a:r>
                <a:rPr lang="ko-KR" altLang="en-US" sz="20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의 난점들 </a:t>
              </a:r>
              <a:r>
                <a:rPr lang="en-US" altLang="ko-KR" sz="20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  <a:cs typeface="+mj-cs"/>
                </a:rPr>
                <a:t>:</a:t>
              </a:r>
              <a:r>
                <a:rPr lang="en-US" altLang="ko-KR" sz="20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 </a:t>
              </a:r>
              <a:r>
                <a:rPr lang="ko-KR" altLang="en-US" sz="20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j-ea"/>
                  <a:ea typeface="+mj-ea"/>
                  <a:cs typeface="+mj-cs"/>
                </a:rPr>
                <a:t>혼잡한 인터넷에 대처하기</a:t>
              </a:r>
              <a:endPara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CC802A6-7F37-4741-9E06-9FC758567B34}"/>
                </a:ext>
              </a:extLst>
            </p:cNvPr>
            <p:cNvSpPr txBox="1"/>
            <p:nvPr/>
          </p:nvSpPr>
          <p:spPr>
            <a:xfrm>
              <a:off x="8752205" y="5715600"/>
              <a:ext cx="6115050" cy="952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어느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CDN 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노드에서 콘텐츠를 제공할 것인가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?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혼잡 상황에서 사용자의 행동은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?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어떤 콘텐츠를 어느 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CDN 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노드에 둘 것인가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335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" grpId="0"/>
      <p:bldP spid="38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09">
            <a:extLst>
              <a:ext uri="{FF2B5EF4-FFF2-40B4-BE49-F238E27FC236}">
                <a16:creationId xmlns:a16="http://schemas.microsoft.com/office/drawing/2014/main" id="{A9FE132B-50DB-4FEB-B664-97354D871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108" y="3401424"/>
            <a:ext cx="1757776" cy="74187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 algn="r" latinLnBrk="0">
              <a:lnSpc>
                <a:spcPct val="120000"/>
              </a:lnSpc>
              <a:spcBef>
                <a:spcPts val="200"/>
              </a:spcBef>
              <a:buFont typeface="+mj-lt"/>
              <a:buAutoNum type="arabicPeriod" startAt="6"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KINGCDN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서버에 비디오를 요청하여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HTTP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 스트리밍함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22" name="사각형: 둥근 모서리 221">
            <a:extLst>
              <a:ext uri="{FF2B5EF4-FFF2-40B4-BE49-F238E27FC236}">
                <a16:creationId xmlns:a16="http://schemas.microsoft.com/office/drawing/2014/main" id="{887A0560-2B1A-43D4-92B9-004558E2D1DA}"/>
              </a:ext>
            </a:extLst>
          </p:cNvPr>
          <p:cNvSpPr/>
          <p:nvPr/>
        </p:nvSpPr>
        <p:spPr>
          <a:xfrm>
            <a:off x="658813" y="3290610"/>
            <a:ext cx="1352867" cy="2938740"/>
          </a:xfrm>
          <a:prstGeom prst="roundRect">
            <a:avLst>
              <a:gd name="adj" fmla="val 9239"/>
            </a:avLst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25" name="사각형: 둥근 모서리 224">
            <a:extLst>
              <a:ext uri="{FF2B5EF4-FFF2-40B4-BE49-F238E27FC236}">
                <a16:creationId xmlns:a16="http://schemas.microsoft.com/office/drawing/2014/main" id="{4DE79366-EEB2-419C-A5DC-4281EB338F4E}"/>
              </a:ext>
            </a:extLst>
          </p:cNvPr>
          <p:cNvSpPr/>
          <p:nvPr/>
        </p:nvSpPr>
        <p:spPr>
          <a:xfrm>
            <a:off x="3262894" y="5543550"/>
            <a:ext cx="3295787" cy="869950"/>
          </a:xfrm>
          <a:prstGeom prst="roundRect">
            <a:avLst>
              <a:gd name="adj" fmla="val 9239"/>
            </a:avLst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CDN </a:t>
            </a:r>
            <a:r>
              <a:rPr lang="ko-KR" altLang="en-US" dirty="0"/>
              <a:t>콘텐츠 접근</a:t>
            </a:r>
            <a:endParaRPr lang="en-US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3BB95-8A62-400A-904E-3B03902F0F0D}"/>
              </a:ext>
            </a:extLst>
          </p:cNvPr>
          <p:cNvSpPr txBox="1"/>
          <p:nvPr/>
        </p:nvSpPr>
        <p:spPr>
          <a:xfrm>
            <a:off x="658813" y="1120825"/>
            <a:ext cx="6459855" cy="39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Bob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이 비디오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http://netcinema.com/6Y7B23V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를 요청함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AE8C57A-5312-429D-AB66-A127820923E1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570468"/>
            <a:ext cx="764938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비디오는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CDN http://KingCDN.com/NetC6y&amp;B23V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저장되어 있음</a:t>
            </a:r>
          </a:p>
        </p:txBody>
      </p:sp>
      <p:sp>
        <p:nvSpPr>
          <p:cNvPr id="43" name="TextBox 4">
            <a:extLst>
              <a:ext uri="{FF2B5EF4-FFF2-40B4-BE49-F238E27FC236}">
                <a16:creationId xmlns:a16="http://schemas.microsoft.com/office/drawing/2014/main" id="{31460CCF-8733-4572-9DE8-78A312D8C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4260067"/>
            <a:ext cx="1350050" cy="29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netcinema.com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B5309002-A48F-4291-9724-E883E2F78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1" y="2128664"/>
            <a:ext cx="2838450" cy="989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Bob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netcinema.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com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웹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페이지에서 비디오의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URL http://netcinema.com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/6Y7B23V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받는다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642313F-CB59-4875-A90F-866283214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676525"/>
            <a:ext cx="3849688" cy="520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200"/>
              </a:spcBef>
              <a:buFont typeface="+mj-lt"/>
              <a:buAutoNum type="arabicPeriod" startAt="2"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Bob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로컬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요청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http://netcinema.com/6Y7B23V</a:t>
            </a:r>
          </a:p>
        </p:txBody>
      </p:sp>
      <p:cxnSp>
        <p:nvCxnSpPr>
          <p:cNvPr id="193" name="Straight Arrow Connector 208">
            <a:extLst>
              <a:ext uri="{FF2B5EF4-FFF2-40B4-BE49-F238E27FC236}">
                <a16:creationId xmlns:a16="http://schemas.microsoft.com/office/drawing/2014/main" id="{C6639922-9676-4FC4-ADAE-16B95BC5EA3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14500" y="4059238"/>
            <a:ext cx="3465513" cy="107664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</p:spPr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B1202D05-F213-458F-8DF9-451B2D432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98" y="5008984"/>
            <a:ext cx="1783082" cy="1185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16000" indent="-216000">
              <a:lnSpc>
                <a:spcPct val="120000"/>
              </a:lnSpc>
              <a:spcBef>
                <a:spcPts val="200"/>
              </a:spcBef>
              <a:buFont typeface="+mj-lt"/>
              <a:buAutoNum type="arabicPeriod" startAt="3"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Netcinema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다음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URL http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://KingCDN.com/NetC6y&amp;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B23V 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돌려줌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199" name="Straight Arrow Connector 216">
            <a:extLst>
              <a:ext uri="{FF2B5EF4-FFF2-40B4-BE49-F238E27FC236}">
                <a16:creationId xmlns:a16="http://schemas.microsoft.com/office/drawing/2014/main" id="{2185AC5F-A3BD-4182-8424-1594C351E6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54244" y="4271962"/>
            <a:ext cx="0" cy="9604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</p:spPr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ED07E1-C990-4AB3-A693-CF43D0780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143" y="4263429"/>
            <a:ext cx="2808340" cy="963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4&amp;5. </a:t>
            </a:r>
            <a:r>
              <a:rPr lang="en-US" altLang="ko-KR" sz="12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KingCDN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책임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DNS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요청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latinLnBrk="0">
              <a:lnSpc>
                <a:spcPct val="120000"/>
              </a:lnSpc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http://KingCDN.com/NetC6y&amp;B23</a:t>
            </a:r>
          </a:p>
          <a:p>
            <a:pPr latinLnBrk="0">
              <a:lnSpc>
                <a:spcPct val="120000"/>
              </a:lnSpc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비디오가 있는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2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KingCDN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서버의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주소를 돌려줌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204" name="Straight Arrow Connector 219">
            <a:extLst>
              <a:ext uri="{FF2B5EF4-FFF2-40B4-BE49-F238E27FC236}">
                <a16:creationId xmlns:a16="http://schemas.microsoft.com/office/drawing/2014/main" id="{967F5004-4558-42E3-BF35-7B7FBF1270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87838" y="3017838"/>
            <a:ext cx="812800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</p:spPr>
      </p:cxnSp>
      <p:cxnSp>
        <p:nvCxnSpPr>
          <p:cNvPr id="208" name="Straight Arrow Connector 225">
            <a:extLst>
              <a:ext uri="{FF2B5EF4-FFF2-40B4-BE49-F238E27FC236}">
                <a16:creationId xmlns:a16="http://schemas.microsoft.com/office/drawing/2014/main" id="{6BD61839-7024-4FD6-B69A-D3DA1CD5EAB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894029" y="2897188"/>
            <a:ext cx="0" cy="2362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9" name="Up Arrow 61456">
            <a:extLst>
              <a:ext uri="{FF2B5EF4-FFF2-40B4-BE49-F238E27FC236}">
                <a16:creationId xmlns:a16="http://schemas.microsoft.com/office/drawing/2014/main" id="{65DF23FA-90EF-409E-9E7C-0CD5BBAEC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604" y="2890838"/>
            <a:ext cx="298450" cy="2525940"/>
          </a:xfrm>
          <a:prstGeom prst="upArrow">
            <a:avLst>
              <a:gd name="adj1" fmla="val 50000"/>
              <a:gd name="adj2" fmla="val 50249"/>
            </a:avLst>
          </a:prstGeom>
          <a:solidFill>
            <a:srgbClr val="C0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11" name="TextBox 232">
            <a:extLst>
              <a:ext uri="{FF2B5EF4-FFF2-40B4-BE49-F238E27FC236}">
                <a16:creationId xmlns:a16="http://schemas.microsoft.com/office/drawing/2014/main" id="{12FFB650-400D-410C-AF89-F6EC95B18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8420" y="6045200"/>
            <a:ext cx="1741380" cy="29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KingCDN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책임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</a:t>
            </a:r>
          </a:p>
        </p:txBody>
      </p:sp>
      <p:sp>
        <p:nvSpPr>
          <p:cNvPr id="212" name="TextBox 182">
            <a:extLst>
              <a:ext uri="{FF2B5EF4-FFF2-40B4-BE49-F238E27FC236}">
                <a16:creationId xmlns:a16="http://schemas.microsoft.com/office/drawing/2014/main" id="{01D3FC42-F134-48CD-A58C-1DD16365D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788" y="3408363"/>
            <a:ext cx="906017" cy="741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Bob</a:t>
            </a:r>
            <a:r>
              <a:rPr lang="en-US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’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 </a:t>
            </a:r>
          </a:p>
          <a:p>
            <a:pPr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local DNS</a:t>
            </a:r>
          </a:p>
          <a:p>
            <a:pPr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server</a:t>
            </a:r>
          </a:p>
        </p:txBody>
      </p: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FE7B707D-0F25-4667-B13D-C6F5445F22B9}"/>
              </a:ext>
            </a:extLst>
          </p:cNvPr>
          <p:cNvGrpSpPr/>
          <p:nvPr/>
        </p:nvGrpSpPr>
        <p:grpSpPr>
          <a:xfrm flipH="1">
            <a:off x="3568952" y="2000250"/>
            <a:ext cx="752292" cy="895350"/>
            <a:chOff x="3182618" y="4520968"/>
            <a:chExt cx="878294" cy="1045313"/>
          </a:xfrm>
        </p:grpSpPr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23260699-95F8-4924-8077-5FC3FCC4FD7C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16" name="그림 215">
              <a:extLst>
                <a:ext uri="{FF2B5EF4-FFF2-40B4-BE49-F238E27FC236}">
                  <a16:creationId xmlns:a16="http://schemas.microsoft.com/office/drawing/2014/main" id="{D96710E3-2CEC-4D66-953D-233C1F25F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pic>
        <p:nvPicPr>
          <p:cNvPr id="217" name="그림 216">
            <a:extLst>
              <a:ext uri="{FF2B5EF4-FFF2-40B4-BE49-F238E27FC236}">
                <a16:creationId xmlns:a16="http://schemas.microsoft.com/office/drawing/2014/main" id="{F71F4DDE-8966-4F6E-B390-89A68A3EC4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61371" y="2154492"/>
            <a:ext cx="284727" cy="747997"/>
          </a:xfrm>
          <a:prstGeom prst="rect">
            <a:avLst/>
          </a:prstGeom>
        </p:spPr>
      </p:pic>
      <p:pic>
        <p:nvPicPr>
          <p:cNvPr id="218" name="그림 217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C94BDDE1-3833-49D3-A5F8-52536395DA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68" y="3424808"/>
            <a:ext cx="373933" cy="805802"/>
          </a:xfrm>
          <a:prstGeom prst="rect">
            <a:avLst/>
          </a:prstGeom>
        </p:spPr>
      </p:pic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43E259EE-72E2-43F0-BBF1-3E6BD25D0300}"/>
              </a:ext>
            </a:extLst>
          </p:cNvPr>
          <p:cNvGrpSpPr/>
          <p:nvPr/>
        </p:nvGrpSpPr>
        <p:grpSpPr>
          <a:xfrm>
            <a:off x="1615440" y="2732088"/>
            <a:ext cx="2008823" cy="742632"/>
            <a:chOff x="1615440" y="2732088"/>
            <a:chExt cx="2008823" cy="742632"/>
          </a:xfrm>
        </p:grpSpPr>
        <p:cxnSp>
          <p:nvCxnSpPr>
            <p:cNvPr id="181" name="Straight Arrow Connector 44">
              <a:extLst>
                <a:ext uri="{FF2B5EF4-FFF2-40B4-BE49-F238E27FC236}">
                  <a16:creationId xmlns:a16="http://schemas.microsoft.com/office/drawing/2014/main" id="{629875EA-FB40-4F7F-B79D-6AEA989E09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15440" y="2732088"/>
              <a:ext cx="2008823" cy="74263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</p:cxnSp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8F9FAEFF-8AEA-42C8-A7DE-4AD2A8E1BC01}"/>
                </a:ext>
              </a:extLst>
            </p:cNvPr>
            <p:cNvSpPr/>
            <p:nvPr/>
          </p:nvSpPr>
          <p:spPr>
            <a:xfrm>
              <a:off x="2446020" y="2974340"/>
              <a:ext cx="347663" cy="34766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1</a:t>
              </a:r>
              <a:endPara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pic>
        <p:nvPicPr>
          <p:cNvPr id="221" name="그림 220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FAC734C9-EB8F-4E63-AF1A-4B99937D84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280" y="4762266"/>
            <a:ext cx="373933" cy="805802"/>
          </a:xfrm>
          <a:prstGeom prst="rect">
            <a:avLst/>
          </a:prstGeom>
        </p:spPr>
      </p:pic>
      <p:sp>
        <p:nvSpPr>
          <p:cNvPr id="223" name="TextBox 4">
            <a:extLst>
              <a:ext uri="{FF2B5EF4-FFF2-40B4-BE49-F238E27FC236}">
                <a16:creationId xmlns:a16="http://schemas.microsoft.com/office/drawing/2014/main" id="{D9703F8C-FB91-49C9-ADAA-DE83D404D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065" y="5585947"/>
            <a:ext cx="1090363" cy="545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netcinema’s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책임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</a:t>
            </a:r>
          </a:p>
        </p:txBody>
      </p: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2BA167DA-E0FC-488E-A96D-DAA4C5B05895}"/>
              </a:ext>
            </a:extLst>
          </p:cNvPr>
          <p:cNvGrpSpPr/>
          <p:nvPr/>
        </p:nvGrpSpPr>
        <p:grpSpPr>
          <a:xfrm>
            <a:off x="1676400" y="3928864"/>
            <a:ext cx="3471863" cy="1062236"/>
            <a:chOff x="1676400" y="3928864"/>
            <a:chExt cx="3471863" cy="1062236"/>
          </a:xfrm>
        </p:grpSpPr>
        <p:cxnSp>
          <p:nvCxnSpPr>
            <p:cNvPr id="192" name="Straight Arrow Connector 203">
              <a:extLst>
                <a:ext uri="{FF2B5EF4-FFF2-40B4-BE49-F238E27FC236}">
                  <a16:creationId xmlns:a16="http://schemas.microsoft.com/office/drawing/2014/main" id="{6501DCBD-FF31-4FD8-A450-BA2F386097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76400" y="3928864"/>
              <a:ext cx="3471863" cy="10622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4" name="타원 223">
              <a:extLst>
                <a:ext uri="{FF2B5EF4-FFF2-40B4-BE49-F238E27FC236}">
                  <a16:creationId xmlns:a16="http://schemas.microsoft.com/office/drawing/2014/main" id="{E852E219-4877-416E-9874-4BEFA5760AAA}"/>
                </a:ext>
              </a:extLst>
            </p:cNvPr>
            <p:cNvSpPr/>
            <p:nvPr/>
          </p:nvSpPr>
          <p:spPr>
            <a:xfrm>
              <a:off x="2318385" y="4601210"/>
              <a:ext cx="347663" cy="34766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3</a:t>
              </a:r>
              <a:endPara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pic>
        <p:nvPicPr>
          <p:cNvPr id="226" name="그림 225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BEB787FE-DA12-431B-9592-1C7C663CCF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870" y="5232166"/>
            <a:ext cx="373933" cy="805802"/>
          </a:xfrm>
          <a:prstGeom prst="rect">
            <a:avLst/>
          </a:prstGeom>
        </p:spPr>
      </p:pic>
      <p:pic>
        <p:nvPicPr>
          <p:cNvPr id="227" name="그림 226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DCB70453-08C4-45A9-BE44-4EF8429A00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302" y="5232166"/>
            <a:ext cx="373933" cy="805802"/>
          </a:xfrm>
          <a:prstGeom prst="rect">
            <a:avLst/>
          </a:prstGeom>
        </p:spPr>
      </p:pic>
      <p:sp>
        <p:nvSpPr>
          <p:cNvPr id="228" name="TextBox 232">
            <a:extLst>
              <a:ext uri="{FF2B5EF4-FFF2-40B4-BE49-F238E27FC236}">
                <a16:creationId xmlns:a16="http://schemas.microsoft.com/office/drawing/2014/main" id="{79059C76-713C-467D-97D2-EE3130BA8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051" y="6045200"/>
            <a:ext cx="1741380" cy="29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KingCDN.com</a:t>
            </a:r>
          </a:p>
        </p:txBody>
      </p:sp>
      <p:pic>
        <p:nvPicPr>
          <p:cNvPr id="229" name="그림 228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93EC9F4E-230D-46FC-A43C-01DF6048B7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236" y="3416066"/>
            <a:ext cx="373933" cy="805802"/>
          </a:xfrm>
          <a:prstGeom prst="rect">
            <a:avLst/>
          </a:prstGeom>
        </p:spPr>
      </p:pic>
      <p:sp>
        <p:nvSpPr>
          <p:cNvPr id="230" name="타원 229">
            <a:extLst>
              <a:ext uri="{FF2B5EF4-FFF2-40B4-BE49-F238E27FC236}">
                <a16:creationId xmlns:a16="http://schemas.microsoft.com/office/drawing/2014/main" id="{E16D8BB0-5AA8-4141-B9B5-85921765A70D}"/>
              </a:ext>
            </a:extLst>
          </p:cNvPr>
          <p:cNvSpPr/>
          <p:nvPr/>
        </p:nvSpPr>
        <p:spPr>
          <a:xfrm>
            <a:off x="4464685" y="3352800"/>
            <a:ext cx="347663" cy="347663"/>
          </a:xfrm>
          <a:prstGeom prst="ellipse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5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tx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C90403E8-B8A8-47B4-9C8E-30CF5197542C}"/>
              </a:ext>
            </a:extLst>
          </p:cNvPr>
          <p:cNvGrpSpPr/>
          <p:nvPr/>
        </p:nvGrpSpPr>
        <p:grpSpPr>
          <a:xfrm>
            <a:off x="4424363" y="2882900"/>
            <a:ext cx="714375" cy="722313"/>
            <a:chOff x="4424363" y="2882900"/>
            <a:chExt cx="714375" cy="722313"/>
          </a:xfrm>
        </p:grpSpPr>
        <p:cxnSp>
          <p:nvCxnSpPr>
            <p:cNvPr id="187" name="Straight Arrow Connector 193">
              <a:extLst>
                <a:ext uri="{FF2B5EF4-FFF2-40B4-BE49-F238E27FC236}">
                  <a16:creationId xmlns:a16="http://schemas.microsoft.com/office/drawing/2014/main" id="{67C87EF0-24B7-4C9A-BB02-4CA2B468DD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24363" y="2882900"/>
              <a:ext cx="714375" cy="72231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31" name="타원 230">
              <a:extLst>
                <a:ext uri="{FF2B5EF4-FFF2-40B4-BE49-F238E27FC236}">
                  <a16:creationId xmlns:a16="http://schemas.microsoft.com/office/drawing/2014/main" id="{398EB9F8-E218-45D6-9E91-E493580B4AD9}"/>
                </a:ext>
              </a:extLst>
            </p:cNvPr>
            <p:cNvSpPr/>
            <p:nvPr/>
          </p:nvSpPr>
          <p:spPr>
            <a:xfrm>
              <a:off x="4712335" y="3005137"/>
              <a:ext cx="347663" cy="34766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2</a:t>
              </a:r>
              <a:endPara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5ED6FA76-ACDC-4240-90BE-61A869A6F05D}"/>
              </a:ext>
            </a:extLst>
          </p:cNvPr>
          <p:cNvGrpSpPr/>
          <p:nvPr/>
        </p:nvGrpSpPr>
        <p:grpSpPr>
          <a:xfrm>
            <a:off x="5232629" y="4259263"/>
            <a:ext cx="347663" cy="973137"/>
            <a:chOff x="5232629" y="4259263"/>
            <a:chExt cx="347663" cy="973137"/>
          </a:xfrm>
        </p:grpSpPr>
        <p:cxnSp>
          <p:nvCxnSpPr>
            <p:cNvPr id="198" name="Straight Arrow Connector 211">
              <a:extLst>
                <a:ext uri="{FF2B5EF4-FFF2-40B4-BE49-F238E27FC236}">
                  <a16:creationId xmlns:a16="http://schemas.microsoft.com/office/drawing/2014/main" id="{757242EF-85EF-45CE-BA41-E9BBE65901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14544" y="4259263"/>
              <a:ext cx="0" cy="97313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32" name="타원 231">
              <a:extLst>
                <a:ext uri="{FF2B5EF4-FFF2-40B4-BE49-F238E27FC236}">
                  <a16:creationId xmlns:a16="http://schemas.microsoft.com/office/drawing/2014/main" id="{78CB5C31-A31D-4E0F-AB81-C6CFB5AAC444}"/>
                </a:ext>
              </a:extLst>
            </p:cNvPr>
            <p:cNvSpPr/>
            <p:nvPr/>
          </p:nvSpPr>
          <p:spPr>
            <a:xfrm>
              <a:off x="5232629" y="4521200"/>
              <a:ext cx="347663" cy="34766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4</a:t>
              </a:r>
              <a:endPara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191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 animBg="1"/>
      <p:bldP spid="185" grpId="0"/>
      <p:bldP spid="185" grpId="1"/>
      <p:bldP spid="191" grpId="0"/>
      <p:bldP spid="191" grpId="1"/>
      <p:bldP spid="197" grpId="0"/>
      <p:bldP spid="197" grpId="1"/>
      <p:bldP spid="203" grpId="0"/>
      <p:bldP spid="203" grpId="1"/>
      <p:bldP spid="209" grpId="0" animBg="1"/>
      <p:bldP spid="2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타원 286">
            <a:extLst>
              <a:ext uri="{FF2B5EF4-FFF2-40B4-BE49-F238E27FC236}">
                <a16:creationId xmlns:a16="http://schemas.microsoft.com/office/drawing/2014/main" id="{B2358D47-5269-44D8-AEA2-5094C5F49FE5}"/>
              </a:ext>
            </a:extLst>
          </p:cNvPr>
          <p:cNvSpPr/>
          <p:nvPr/>
        </p:nvSpPr>
        <p:spPr>
          <a:xfrm>
            <a:off x="1897380" y="1409700"/>
            <a:ext cx="4141088" cy="1430279"/>
          </a:xfrm>
          <a:prstGeom prst="ellipse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사례연구 </a:t>
            </a:r>
            <a:r>
              <a:rPr lang="en-US" altLang="ko-KR" dirty="0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Netflix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27</a:t>
            </a:fld>
            <a:endParaRPr lang="en-US" dirty="0"/>
          </a:p>
        </p:txBody>
      </p:sp>
      <p:cxnSp>
        <p:nvCxnSpPr>
          <p:cNvPr id="42" name="Straight Arrow Connector 484">
            <a:extLst>
              <a:ext uri="{FF2B5EF4-FFF2-40B4-BE49-F238E27FC236}">
                <a16:creationId xmlns:a16="http://schemas.microsoft.com/office/drawing/2014/main" id="{0581DADC-80CC-44B7-BB40-6C2393733A8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55593" y="4001273"/>
            <a:ext cx="1429092" cy="126929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46" name="TextBox 488">
            <a:extLst>
              <a:ext uri="{FF2B5EF4-FFF2-40B4-BE49-F238E27FC236}">
                <a16:creationId xmlns:a16="http://schemas.microsoft.com/office/drawing/2014/main" id="{AA062858-A1C1-445C-B706-3A33965EA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45" y="4579846"/>
            <a:ext cx="1868289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lnSpc>
                <a:spcPct val="120000"/>
              </a:lnSpc>
              <a:buAutoNum type="arabicPeriod"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Bob manages         Netflix account</a:t>
            </a:r>
          </a:p>
        </p:txBody>
      </p:sp>
      <p:sp>
        <p:nvSpPr>
          <p:cNvPr id="47" name="TextBox 490">
            <a:extLst>
              <a:ext uri="{FF2B5EF4-FFF2-40B4-BE49-F238E27FC236}">
                <a16:creationId xmlns:a16="http://schemas.microsoft.com/office/drawing/2014/main" id="{AAB7434B-68F3-4EDE-8805-59F005796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3" y="2754640"/>
            <a:ext cx="1868290" cy="520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Netflix registration,</a:t>
            </a:r>
          </a:p>
          <a:p>
            <a:pPr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accounting servers</a:t>
            </a:r>
          </a:p>
        </p:txBody>
      </p:sp>
      <p:sp>
        <p:nvSpPr>
          <p:cNvPr id="148" name="TextBox 491">
            <a:extLst>
              <a:ext uri="{FF2B5EF4-FFF2-40B4-BE49-F238E27FC236}">
                <a16:creationId xmlns:a16="http://schemas.microsoft.com/office/drawing/2014/main" id="{5D661570-B014-404B-9B79-C778DF819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4382" y="1628800"/>
            <a:ext cx="1748455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Amazon cloud</a:t>
            </a:r>
          </a:p>
        </p:txBody>
      </p:sp>
      <p:cxnSp>
        <p:nvCxnSpPr>
          <p:cNvPr id="185" name="Straight Arrow Connector 495">
            <a:extLst>
              <a:ext uri="{FF2B5EF4-FFF2-40B4-BE49-F238E27FC236}">
                <a16:creationId xmlns:a16="http://schemas.microsoft.com/office/drawing/2014/main" id="{655F2E60-4478-46E9-9405-64493B7ADCA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334725" y="2836184"/>
            <a:ext cx="7292" cy="2350589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89" name="TextBox 503">
            <a:extLst>
              <a:ext uri="{FF2B5EF4-FFF2-40B4-BE49-F238E27FC236}">
                <a16:creationId xmlns:a16="http://schemas.microsoft.com/office/drawing/2014/main" id="{C724DBF4-BEC2-4511-A763-88FB90DE4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2" y="3390609"/>
            <a:ext cx="1446662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2.  Bob browses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Netflix video</a:t>
            </a:r>
          </a:p>
        </p:txBody>
      </p:sp>
      <p:cxnSp>
        <p:nvCxnSpPr>
          <p:cNvPr id="190" name="Straight Arrow Connector 504">
            <a:extLst>
              <a:ext uri="{FF2B5EF4-FFF2-40B4-BE49-F238E27FC236}">
                <a16:creationId xmlns:a16="http://schemas.microsoft.com/office/drawing/2014/main" id="{E11CD91B-893A-4810-86F6-0BA67CDAAEE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623500" y="2930397"/>
            <a:ext cx="2917" cy="232703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4" name="TextBox 509">
            <a:extLst>
              <a:ext uri="{FF2B5EF4-FFF2-40B4-BE49-F238E27FC236}">
                <a16:creationId xmlns:a16="http://schemas.microsoft.com/office/drawing/2014/main" id="{0BD9CF56-3EED-4387-B01A-582ACACAE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0335" y="3610862"/>
            <a:ext cx="1640770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3.  Manifest file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returned for 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requested video</a:t>
            </a:r>
          </a:p>
        </p:txBody>
      </p:sp>
      <p:sp>
        <p:nvSpPr>
          <p:cNvPr id="195" name="Right Arrow 61445">
            <a:extLst>
              <a:ext uri="{FF2B5EF4-FFF2-40B4-BE49-F238E27FC236}">
                <a16:creationId xmlns:a16="http://schemas.microsoft.com/office/drawing/2014/main" id="{94DE9CFC-B6C8-4FBC-9E03-5F77B01143E9}"/>
              </a:ext>
            </a:extLst>
          </p:cNvPr>
          <p:cNvSpPr/>
          <p:nvPr/>
        </p:nvSpPr>
        <p:spPr bwMode="auto">
          <a:xfrm rot="10800000">
            <a:off x="3804584" y="5270569"/>
            <a:ext cx="2626695" cy="319977"/>
          </a:xfrm>
          <a:prstGeom prst="rightArrow">
            <a:avLst/>
          </a:prstGeom>
          <a:solidFill>
            <a:srgbClr val="C0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196" name="Straight Arrow Connector 513">
            <a:extLst>
              <a:ext uri="{FF2B5EF4-FFF2-40B4-BE49-F238E27FC236}">
                <a16:creationId xmlns:a16="http://schemas.microsoft.com/office/drawing/2014/main" id="{90D17750-AD4B-41B4-A1AE-DBD67A99E4A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58895" y="5143872"/>
            <a:ext cx="229044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7" name="TextBox 516">
            <a:extLst>
              <a:ext uri="{FF2B5EF4-FFF2-40B4-BE49-F238E27FC236}">
                <a16:creationId xmlns:a16="http://schemas.microsoft.com/office/drawing/2014/main" id="{14E1E421-DDAE-4FB1-A198-EF8473EF5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549" y="5695518"/>
            <a:ext cx="1640770" cy="29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4. DASH streaming</a:t>
            </a:r>
          </a:p>
        </p:txBody>
      </p:sp>
      <p:cxnSp>
        <p:nvCxnSpPr>
          <p:cNvPr id="198" name="Straight Arrow Connector 517">
            <a:extLst>
              <a:ext uri="{FF2B5EF4-FFF2-40B4-BE49-F238E27FC236}">
                <a16:creationId xmlns:a16="http://schemas.microsoft.com/office/drawing/2014/main" id="{96293F52-6CCC-4AFB-89A7-CE1928B4A9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21531" y="2657135"/>
            <a:ext cx="1258289" cy="0"/>
          </a:xfrm>
          <a:prstGeom prst="straightConnector1">
            <a:avLst/>
          </a:prstGeom>
          <a:noFill/>
          <a:ln w="25400">
            <a:solidFill>
              <a:srgbClr val="105BA0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199" name="Straight Arrow Connector 521">
            <a:extLst>
              <a:ext uri="{FF2B5EF4-FFF2-40B4-BE49-F238E27FC236}">
                <a16:creationId xmlns:a16="http://schemas.microsoft.com/office/drawing/2014/main" id="{70BFD111-42A9-4CB1-A145-929B9615225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30283" y="2646190"/>
            <a:ext cx="1371457" cy="1079990"/>
          </a:xfrm>
          <a:prstGeom prst="straightConnector1">
            <a:avLst/>
          </a:prstGeom>
          <a:noFill/>
          <a:ln w="25400">
            <a:solidFill>
              <a:srgbClr val="105BA0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200" name="Straight Arrow Connector 523">
            <a:extLst>
              <a:ext uri="{FF2B5EF4-FFF2-40B4-BE49-F238E27FC236}">
                <a16:creationId xmlns:a16="http://schemas.microsoft.com/office/drawing/2014/main" id="{8E01C44C-880F-491C-876C-1F71969B205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21531" y="2660322"/>
            <a:ext cx="1357349" cy="2346018"/>
          </a:xfrm>
          <a:prstGeom prst="straightConnector1">
            <a:avLst/>
          </a:prstGeom>
          <a:noFill/>
          <a:ln w="25400">
            <a:solidFill>
              <a:srgbClr val="105BA0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201" name="TextBox 527">
            <a:extLst>
              <a:ext uri="{FF2B5EF4-FFF2-40B4-BE49-F238E27FC236}">
                <a16:creationId xmlns:a16="http://schemas.microsoft.com/office/drawing/2014/main" id="{33130520-E66E-40BE-AE09-67AB39CE0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123" y="1573530"/>
            <a:ext cx="1985537" cy="741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upload copies of multiple versions of video to CDN servers</a:t>
            </a:r>
          </a:p>
        </p:txBody>
      </p:sp>
      <p:sp>
        <p:nvSpPr>
          <p:cNvPr id="275" name="타원 274">
            <a:extLst>
              <a:ext uri="{FF2B5EF4-FFF2-40B4-BE49-F238E27FC236}">
                <a16:creationId xmlns:a16="http://schemas.microsoft.com/office/drawing/2014/main" id="{65F35906-0EC3-4C60-9818-541299ECE337}"/>
              </a:ext>
            </a:extLst>
          </p:cNvPr>
          <p:cNvSpPr/>
          <p:nvPr/>
        </p:nvSpPr>
        <p:spPr>
          <a:xfrm>
            <a:off x="6213567" y="4785841"/>
            <a:ext cx="1810293" cy="1042212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76" name="그림 275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32A8AD8D-2094-42D2-9D64-FC93BB680E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466" y="4920225"/>
            <a:ext cx="364810" cy="786144"/>
          </a:xfrm>
          <a:prstGeom prst="rect">
            <a:avLst/>
          </a:prstGeom>
        </p:spPr>
      </p:pic>
      <p:sp>
        <p:nvSpPr>
          <p:cNvPr id="241" name="TextBox 492">
            <a:extLst>
              <a:ext uri="{FF2B5EF4-FFF2-40B4-BE49-F238E27FC236}">
                <a16:creationId xmlns:a16="http://schemas.microsoft.com/office/drawing/2014/main" id="{55B54D43-334A-4F0D-8D05-40E74E29A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3128" y="5049236"/>
            <a:ext cx="1193920" cy="557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CDN</a:t>
            </a:r>
          </a:p>
          <a:p>
            <a:pPr>
              <a:lnSpc>
                <a:spcPts val="18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server </a:t>
            </a:r>
          </a:p>
        </p:txBody>
      </p:sp>
      <p:sp>
        <p:nvSpPr>
          <p:cNvPr id="277" name="타원 276">
            <a:extLst>
              <a:ext uri="{FF2B5EF4-FFF2-40B4-BE49-F238E27FC236}">
                <a16:creationId xmlns:a16="http://schemas.microsoft.com/office/drawing/2014/main" id="{A9F092F0-55BD-412A-B533-A3D928BA7E07}"/>
              </a:ext>
            </a:extLst>
          </p:cNvPr>
          <p:cNvSpPr/>
          <p:nvPr/>
        </p:nvSpPr>
        <p:spPr>
          <a:xfrm>
            <a:off x="6213567" y="3481110"/>
            <a:ext cx="1810293" cy="1042212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78" name="그림 277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72E22609-AB73-4125-B57F-55F5229DE6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466" y="3615494"/>
            <a:ext cx="364810" cy="786144"/>
          </a:xfrm>
          <a:prstGeom prst="rect">
            <a:avLst/>
          </a:prstGeom>
        </p:spPr>
      </p:pic>
      <p:sp>
        <p:nvSpPr>
          <p:cNvPr id="279" name="TextBox 492">
            <a:extLst>
              <a:ext uri="{FF2B5EF4-FFF2-40B4-BE49-F238E27FC236}">
                <a16:creationId xmlns:a16="http://schemas.microsoft.com/office/drawing/2014/main" id="{D732C799-D947-415D-BD2F-5E07FBC28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3128" y="3744505"/>
            <a:ext cx="1193920" cy="557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CDN</a:t>
            </a:r>
          </a:p>
          <a:p>
            <a:pPr>
              <a:lnSpc>
                <a:spcPts val="18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server </a:t>
            </a:r>
          </a:p>
        </p:txBody>
      </p:sp>
      <p:sp>
        <p:nvSpPr>
          <p:cNvPr id="280" name="타원 279">
            <a:extLst>
              <a:ext uri="{FF2B5EF4-FFF2-40B4-BE49-F238E27FC236}">
                <a16:creationId xmlns:a16="http://schemas.microsoft.com/office/drawing/2014/main" id="{B0EC3B5E-3A70-4431-960A-AED1B249387F}"/>
              </a:ext>
            </a:extLst>
          </p:cNvPr>
          <p:cNvSpPr/>
          <p:nvPr/>
        </p:nvSpPr>
        <p:spPr>
          <a:xfrm>
            <a:off x="6213567" y="2231430"/>
            <a:ext cx="1810293" cy="1042212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81" name="그림 280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66EC29E2-D4E4-4BEE-AF56-3661FC2D2A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466" y="2365814"/>
            <a:ext cx="364810" cy="786144"/>
          </a:xfrm>
          <a:prstGeom prst="rect">
            <a:avLst/>
          </a:prstGeom>
        </p:spPr>
      </p:pic>
      <p:sp>
        <p:nvSpPr>
          <p:cNvPr id="282" name="TextBox 492">
            <a:extLst>
              <a:ext uri="{FF2B5EF4-FFF2-40B4-BE49-F238E27FC236}">
                <a16:creationId xmlns:a16="http://schemas.microsoft.com/office/drawing/2014/main" id="{DE70AAB3-1439-47A4-903B-7990B4B58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3128" y="2494825"/>
            <a:ext cx="1193920" cy="557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CDN</a:t>
            </a:r>
          </a:p>
          <a:p>
            <a:pPr>
              <a:lnSpc>
                <a:spcPts val="18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server </a:t>
            </a:r>
          </a:p>
        </p:txBody>
      </p:sp>
      <p:sp>
        <p:nvSpPr>
          <p:cNvPr id="286" name="타원 285">
            <a:extLst>
              <a:ext uri="{FF2B5EF4-FFF2-40B4-BE49-F238E27FC236}">
                <a16:creationId xmlns:a16="http://schemas.microsoft.com/office/drawing/2014/main" id="{1C7B990D-626B-40B6-89E4-3481F375333A}"/>
              </a:ext>
            </a:extLst>
          </p:cNvPr>
          <p:cNvSpPr/>
          <p:nvPr/>
        </p:nvSpPr>
        <p:spPr>
          <a:xfrm>
            <a:off x="4892596" y="2617713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srgbClr val="105BA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288" name="그림 287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54EBF1EE-70AC-447A-86E9-597FE2EDA5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178" y="2166386"/>
            <a:ext cx="373933" cy="805802"/>
          </a:xfrm>
          <a:prstGeom prst="rect">
            <a:avLst/>
          </a:prstGeom>
        </p:spPr>
      </p:pic>
      <p:pic>
        <p:nvPicPr>
          <p:cNvPr id="289" name="그림 288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D2C7C78E-7E22-4D02-B697-DA0FD494F1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528" y="2157597"/>
            <a:ext cx="378011" cy="814591"/>
          </a:xfrm>
          <a:prstGeom prst="rect">
            <a:avLst/>
          </a:prstGeom>
        </p:spPr>
      </p:pic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A320F773-576B-46B4-BA74-4DD4C0478DEF}"/>
              </a:ext>
            </a:extLst>
          </p:cNvPr>
          <p:cNvGrpSpPr/>
          <p:nvPr/>
        </p:nvGrpSpPr>
        <p:grpSpPr>
          <a:xfrm flipH="1">
            <a:off x="2908552" y="4815397"/>
            <a:ext cx="878580" cy="1045653"/>
            <a:chOff x="3182618" y="4520968"/>
            <a:chExt cx="878294" cy="1045313"/>
          </a:xfrm>
        </p:grpSpPr>
        <p:sp>
          <p:nvSpPr>
            <p:cNvPr id="293" name="타원 292">
              <a:extLst>
                <a:ext uri="{FF2B5EF4-FFF2-40B4-BE49-F238E27FC236}">
                  <a16:creationId xmlns:a16="http://schemas.microsoft.com/office/drawing/2014/main" id="{8FC8DABA-DB3E-49F3-9B12-28B3C5C08212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94" name="그림 293">
              <a:extLst>
                <a:ext uri="{FF2B5EF4-FFF2-40B4-BE49-F238E27FC236}">
                  <a16:creationId xmlns:a16="http://schemas.microsoft.com/office/drawing/2014/main" id="{BE742545-1BAB-40B6-ADB6-5F8CA969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sp>
        <p:nvSpPr>
          <p:cNvPr id="295" name="타원 294">
            <a:extLst>
              <a:ext uri="{FF2B5EF4-FFF2-40B4-BE49-F238E27FC236}">
                <a16:creationId xmlns:a16="http://schemas.microsoft.com/office/drawing/2014/main" id="{0D122A07-A294-48F3-8821-2CE3348A84F4}"/>
              </a:ext>
            </a:extLst>
          </p:cNvPr>
          <p:cNvSpPr/>
          <p:nvPr/>
        </p:nvSpPr>
        <p:spPr>
          <a:xfrm>
            <a:off x="3461385" y="3976687"/>
            <a:ext cx="347663" cy="347663"/>
          </a:xfrm>
          <a:prstGeom prst="ellipse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tx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96" name="타원 295">
            <a:extLst>
              <a:ext uri="{FF2B5EF4-FFF2-40B4-BE49-F238E27FC236}">
                <a16:creationId xmlns:a16="http://schemas.microsoft.com/office/drawing/2014/main" id="{1D64BAA2-0265-4C84-A77F-86106135FE15}"/>
              </a:ext>
            </a:extLst>
          </p:cNvPr>
          <p:cNvSpPr/>
          <p:nvPr/>
        </p:nvSpPr>
        <p:spPr>
          <a:xfrm>
            <a:off x="3175635" y="3581400"/>
            <a:ext cx="347663" cy="347663"/>
          </a:xfrm>
          <a:prstGeom prst="ellipse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tx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97" name="그림 296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49458CA6-875B-4BD0-B3F0-FE9E6F17BA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22" y="3361557"/>
            <a:ext cx="401637" cy="865503"/>
          </a:xfrm>
          <a:prstGeom prst="rect">
            <a:avLst/>
          </a:prstGeom>
        </p:spPr>
      </p:pic>
      <p:sp>
        <p:nvSpPr>
          <p:cNvPr id="298" name="타원 297">
            <a:extLst>
              <a:ext uri="{FF2B5EF4-FFF2-40B4-BE49-F238E27FC236}">
                <a16:creationId xmlns:a16="http://schemas.microsoft.com/office/drawing/2014/main" id="{3F9BD333-BDF7-4414-8BCA-3C3869F1BC05}"/>
              </a:ext>
            </a:extLst>
          </p:cNvPr>
          <p:cNvSpPr/>
          <p:nvPr/>
        </p:nvSpPr>
        <p:spPr>
          <a:xfrm>
            <a:off x="1619885" y="4211637"/>
            <a:ext cx="347663" cy="347663"/>
          </a:xfrm>
          <a:prstGeom prst="ellipse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tx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303" name="그림 302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ACE6975D-D093-4B51-B498-E7197B8DFE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448" y="2157597"/>
            <a:ext cx="378011" cy="81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52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F6B13A-E939-4337-A845-33A1EB706C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Chapter 2. </a:t>
            </a:r>
            <a:r>
              <a:rPr lang="ko-KR" altLang="en-US">
                <a:solidFill>
                  <a:schemeClr val="bg1"/>
                </a:solidFill>
              </a:rPr>
              <a:t>애플리케이션 계층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>
                <a:solidFill>
                  <a:schemeClr val="bg1"/>
                </a:solidFill>
              </a:rPr>
              <a:t> 2.1~ 2.6 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E2FACEF-5939-4AD2-89FC-14A1830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28</a:t>
            </a:fld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8B078F-BF2F-45CD-AE29-441022C26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6" y="990253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our study of network apps!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B5A0DD2-548A-48B1-A15E-B597FFFBB19E}"/>
              </a:ext>
            </a:extLst>
          </p:cNvPr>
          <p:cNvGrpSpPr/>
          <p:nvPr/>
        </p:nvGrpSpPr>
        <p:grpSpPr>
          <a:xfrm>
            <a:off x="673656" y="1603484"/>
            <a:ext cx="4085430" cy="1004028"/>
            <a:chOff x="673656" y="1647416"/>
            <a:chExt cx="4085430" cy="1004028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4A3F626B-12A8-4CF5-A381-FC378BB2B19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1647416"/>
              <a:ext cx="3779838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en-US" altLang="ko-KR" sz="15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application architectures</a:t>
              </a: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A0AE6F32-534E-45EE-9600-34D3FA92461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2008576"/>
              <a:ext cx="3779838" cy="642868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client-server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P2P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41611ED-DDBE-4778-B3AA-60F7B96A6ECA}"/>
              </a:ext>
            </a:extLst>
          </p:cNvPr>
          <p:cNvGrpSpPr/>
          <p:nvPr/>
        </p:nvGrpSpPr>
        <p:grpSpPr>
          <a:xfrm>
            <a:off x="673656" y="2660896"/>
            <a:ext cx="4085430" cy="694200"/>
            <a:chOff x="673656" y="2708920"/>
            <a:chExt cx="4085430" cy="694200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B384D3EB-DF5F-408C-98C7-3C7B3C20F1F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2708920"/>
              <a:ext cx="3779838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en-US" altLang="ko-KR" sz="15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application service requirements</a:t>
              </a:r>
            </a:p>
          </p:txBody>
        </p:sp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95D9F4B1-3AC7-43B5-BF9B-39978F3FF8C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3070080"/>
              <a:ext cx="3779838" cy="333040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reliability, bandwidth, delay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74EEDCE-C9C7-44DF-8972-C683CC25C40E}"/>
              </a:ext>
            </a:extLst>
          </p:cNvPr>
          <p:cNvGrpSpPr/>
          <p:nvPr/>
        </p:nvGrpSpPr>
        <p:grpSpPr>
          <a:xfrm>
            <a:off x="673656" y="3408480"/>
            <a:ext cx="4085430" cy="1004028"/>
            <a:chOff x="673656" y="3501008"/>
            <a:chExt cx="4085430" cy="1004028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70B37BC6-7286-49D6-8949-7776C46024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3501008"/>
              <a:ext cx="3779838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en-US" altLang="ko-KR" sz="15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Internet transport service model</a:t>
              </a: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C92FD02D-99FE-4011-9DF6-433E589BE0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3862168"/>
              <a:ext cx="3779838" cy="642868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connection-oriented, reliable : TCP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unreliable, datagrams : UDP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EFBD69B-9641-451E-B81B-7194C1774CB5}"/>
              </a:ext>
            </a:extLst>
          </p:cNvPr>
          <p:cNvGrpSpPr/>
          <p:nvPr/>
        </p:nvGrpSpPr>
        <p:grpSpPr>
          <a:xfrm>
            <a:off x="673656" y="4465892"/>
            <a:ext cx="6461535" cy="1021277"/>
            <a:chOff x="673656" y="4581128"/>
            <a:chExt cx="6461535" cy="1021277"/>
          </a:xfrm>
        </p:grpSpPr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F994BE2E-A4C1-4DEA-B2C5-813927BA171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4581128"/>
              <a:ext cx="3779838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en-US" altLang="ko-KR" sz="15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specific protocols</a:t>
              </a: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BC9E1697-438A-459D-8B8B-6ABFA3DF4C8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4942288"/>
              <a:ext cx="3779838" cy="642868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HTTP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SMTP, POP, IMAP</a:t>
              </a: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377061BF-45A3-430C-B540-C182D9F1B1F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355353" y="4942288"/>
              <a:ext cx="3779838" cy="660117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DNS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P2P : BitTorrent</a:t>
              </a:r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0894A2BC-C811-4B83-9565-EF74BFB2B4E1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523303"/>
            <a:ext cx="631449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video streaming, CDNs</a:t>
            </a:r>
          </a:p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socket programming : TCP, UDP sockets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F1C412F-4A73-48F7-A52D-6EF274D7B215}"/>
              </a:ext>
            </a:extLst>
          </p:cNvPr>
          <p:cNvGrpSpPr/>
          <p:nvPr/>
        </p:nvGrpSpPr>
        <p:grpSpPr>
          <a:xfrm>
            <a:off x="670134" y="984473"/>
            <a:ext cx="450893" cy="537302"/>
            <a:chOff x="670134" y="984473"/>
            <a:chExt cx="450893" cy="537302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9F43613-B658-4668-8DE3-85DDA24A55A3}"/>
                </a:ext>
              </a:extLst>
            </p:cNvPr>
            <p:cNvGrpSpPr/>
            <p:nvPr/>
          </p:nvGrpSpPr>
          <p:grpSpPr>
            <a:xfrm>
              <a:off x="670134" y="984473"/>
              <a:ext cx="450893" cy="537302"/>
              <a:chOff x="670134" y="984473"/>
              <a:chExt cx="499079" cy="59472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275F698A-B5D5-45F4-8622-E549AD819042}"/>
                  </a:ext>
                </a:extLst>
              </p:cNvPr>
              <p:cNvSpPr/>
              <p:nvPr/>
            </p:nvSpPr>
            <p:spPr>
              <a:xfrm>
                <a:off x="758638" y="1494774"/>
                <a:ext cx="314384" cy="84421"/>
              </a:xfrm>
              <a:prstGeom prst="ellipse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9">
                <a:extLst>
                  <a:ext uri="{FF2B5EF4-FFF2-40B4-BE49-F238E27FC236}">
                    <a16:creationId xmlns:a16="http://schemas.microsoft.com/office/drawing/2014/main" id="{9C912ACA-778A-4FE6-9057-344B511A17A1}"/>
                  </a:ext>
                </a:extLst>
              </p:cNvPr>
              <p:cNvSpPr/>
              <p:nvPr/>
            </p:nvSpPr>
            <p:spPr>
              <a:xfrm rot="5400000">
                <a:off x="638045" y="1016562"/>
                <a:ext cx="563257" cy="499079"/>
              </a:xfrm>
              <a:custGeom>
                <a:avLst/>
                <a:gdLst>
                  <a:gd name="connsiteX0" fmla="*/ 399978 w 563257"/>
                  <a:gd name="connsiteY0" fmla="*/ 29 h 499079"/>
                  <a:gd name="connsiteX1" fmla="*/ 163102 w 563257"/>
                  <a:gd name="connsiteY1" fmla="*/ 29 h 499079"/>
                  <a:gd name="connsiteX2" fmla="*/ 124367 w 563257"/>
                  <a:gd name="connsiteY2" fmla="*/ 22376 h 499079"/>
                  <a:gd name="connsiteX3" fmla="*/ 5929 w 563257"/>
                  <a:gd name="connsiteY3" fmla="*/ 227222 h 499079"/>
                  <a:gd name="connsiteX4" fmla="*/ 5929 w 563257"/>
                  <a:gd name="connsiteY4" fmla="*/ 271916 h 499079"/>
                  <a:gd name="connsiteX5" fmla="*/ 124367 w 563257"/>
                  <a:gd name="connsiteY5" fmla="*/ 476762 h 499079"/>
                  <a:gd name="connsiteX6" fmla="*/ 163102 w 563257"/>
                  <a:gd name="connsiteY6" fmla="*/ 499109 h 499079"/>
                  <a:gd name="connsiteX7" fmla="*/ 399978 w 563257"/>
                  <a:gd name="connsiteY7" fmla="*/ 499109 h 499079"/>
                  <a:gd name="connsiteX8" fmla="*/ 438712 w 563257"/>
                  <a:gd name="connsiteY8" fmla="*/ 476762 h 499079"/>
                  <a:gd name="connsiteX9" fmla="*/ 557150 w 563257"/>
                  <a:gd name="connsiteY9" fmla="*/ 271916 h 499079"/>
                  <a:gd name="connsiteX10" fmla="*/ 557150 w 563257"/>
                  <a:gd name="connsiteY10" fmla="*/ 227222 h 499079"/>
                  <a:gd name="connsiteX11" fmla="*/ 438712 w 563257"/>
                  <a:gd name="connsiteY11" fmla="*/ 22376 h 499079"/>
                  <a:gd name="connsiteX12" fmla="*/ 399978 w 563257"/>
                  <a:gd name="connsiteY12" fmla="*/ 29 h 499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3257" h="499079">
                    <a:moveTo>
                      <a:pt x="399978" y="29"/>
                    </a:moveTo>
                    <a:lnTo>
                      <a:pt x="163102" y="29"/>
                    </a:lnTo>
                    <a:cubicBezTo>
                      <a:pt x="147135" y="57"/>
                      <a:pt x="132384" y="8568"/>
                      <a:pt x="124367" y="22376"/>
                    </a:cubicBezTo>
                    <a:lnTo>
                      <a:pt x="5929" y="227222"/>
                    </a:lnTo>
                    <a:cubicBezTo>
                      <a:pt x="-2093" y="241040"/>
                      <a:pt x="-2093" y="258098"/>
                      <a:pt x="5929" y="271916"/>
                    </a:cubicBezTo>
                    <a:lnTo>
                      <a:pt x="124367" y="476762"/>
                    </a:lnTo>
                    <a:cubicBezTo>
                      <a:pt x="132384" y="490571"/>
                      <a:pt x="147135" y="499081"/>
                      <a:pt x="163102" y="499109"/>
                    </a:cubicBezTo>
                    <a:lnTo>
                      <a:pt x="399978" y="499109"/>
                    </a:lnTo>
                    <a:cubicBezTo>
                      <a:pt x="415937" y="499081"/>
                      <a:pt x="430704" y="490571"/>
                      <a:pt x="438712" y="476762"/>
                    </a:cubicBezTo>
                    <a:lnTo>
                      <a:pt x="557150" y="271916"/>
                    </a:lnTo>
                    <a:cubicBezTo>
                      <a:pt x="565176" y="258098"/>
                      <a:pt x="565176" y="241040"/>
                      <a:pt x="557150" y="227222"/>
                    </a:cubicBezTo>
                    <a:lnTo>
                      <a:pt x="438712" y="22376"/>
                    </a:lnTo>
                    <a:cubicBezTo>
                      <a:pt x="430704" y="8568"/>
                      <a:pt x="415937" y="57"/>
                      <a:pt x="399978" y="2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675AA87E-CA85-4D39-BFD1-C0DE6D903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/>
          </p:blipFill>
          <p:spPr>
            <a:xfrm>
              <a:off x="724728" y="1137644"/>
              <a:ext cx="341705" cy="1979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844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F6B13A-E939-4337-A845-33A1EB706C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Chapter 2. </a:t>
            </a:r>
            <a:r>
              <a:rPr lang="ko-KR" altLang="en-US" dirty="0">
                <a:solidFill>
                  <a:schemeClr val="bg1"/>
                </a:solidFill>
              </a:rPr>
              <a:t>애플리케이션 계층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E2FACEF-5939-4AD2-89FC-14A1830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29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8C9E11-9547-4D20-824E-2351DB6D1C10}"/>
              </a:ext>
            </a:extLst>
          </p:cNvPr>
          <p:cNvSpPr txBox="1"/>
          <p:nvPr/>
        </p:nvSpPr>
        <p:spPr>
          <a:xfrm>
            <a:off x="1419224" y="1825636"/>
            <a:ext cx="6929719" cy="36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애플리케이션의 원리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웹과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HTTP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전자메일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DNS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P2P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파일 분배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비디오 스트리밍과 컨텐츠 분배 네트워크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(CDN)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소켓 프로그래밍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(UDP, TCP)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E72E2-77C6-4972-98CA-EEB2C7E4DFB2}"/>
              </a:ext>
            </a:extLst>
          </p:cNvPr>
          <p:cNvSpPr txBox="1"/>
          <p:nvPr/>
        </p:nvSpPr>
        <p:spPr>
          <a:xfrm>
            <a:off x="860603" y="1825636"/>
            <a:ext cx="582259" cy="364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2.1.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2.2.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2.3.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2.4.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2.5.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2.6.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2.7.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710F9F0-0F20-4F2F-AB5C-B360A5427667}"/>
              </a:ext>
            </a:extLst>
          </p:cNvPr>
          <p:cNvGrpSpPr/>
          <p:nvPr/>
        </p:nvGrpSpPr>
        <p:grpSpPr>
          <a:xfrm>
            <a:off x="1518597" y="3195573"/>
            <a:ext cx="5314727" cy="401841"/>
            <a:chOff x="1518597" y="2670279"/>
            <a:chExt cx="5314727" cy="401841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832FE0FB-A1FA-42CB-B656-4D5FB047277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2670279"/>
              <a:ext cx="5152947" cy="401841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SMTP, POP3, IMAP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B7F53B2-D15B-45C1-8C35-D6A078CD7848}"/>
                </a:ext>
              </a:extLst>
            </p:cNvPr>
            <p:cNvGrpSpPr/>
            <p:nvPr/>
          </p:nvGrpSpPr>
          <p:grpSpPr>
            <a:xfrm>
              <a:off x="1518597" y="2811457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047FE7BA-1863-4D0A-A8A4-3339F63CEE1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FC97AB7F-BBC6-4006-A50D-82A82FC69FFA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94D5442B-6FD3-41D4-A42D-DF6FB05BA276}"/>
              </a:ext>
            </a:extLst>
          </p:cNvPr>
          <p:cNvSpPr/>
          <p:nvPr/>
        </p:nvSpPr>
        <p:spPr>
          <a:xfrm>
            <a:off x="923792" y="1143310"/>
            <a:ext cx="1566489" cy="391715"/>
          </a:xfrm>
          <a:prstGeom prst="snip1Rect">
            <a:avLst>
              <a:gd name="adj" fmla="val 37888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E7DDC2F-3186-42B9-854A-0627DEFF0163}"/>
              </a:ext>
            </a:extLst>
          </p:cNvPr>
          <p:cNvSpPr/>
          <p:nvPr/>
        </p:nvSpPr>
        <p:spPr>
          <a:xfrm>
            <a:off x="789517" y="1561257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30" name="그래픽 29">
            <a:extLst>
              <a:ext uri="{FF2B5EF4-FFF2-40B4-BE49-F238E27FC236}">
                <a16:creationId xmlns:a16="http://schemas.microsoft.com/office/drawing/2014/main" id="{70876D59-86B8-4800-BFA9-83FE7BE686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668982" y="1083045"/>
            <a:ext cx="558670" cy="50280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ED08C44-6920-4F6A-B56B-FC768135D7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145567"/>
            <a:ext cx="275112" cy="364836"/>
          </a:xfrm>
          <a:prstGeom prst="rect">
            <a:avLst/>
          </a:prstGeom>
        </p:spPr>
      </p:pic>
      <p:sp>
        <p:nvSpPr>
          <p:cNvPr id="16" name="텍스트 개체 틀 19">
            <a:extLst>
              <a:ext uri="{FF2B5EF4-FFF2-40B4-BE49-F238E27FC236}">
                <a16:creationId xmlns:a16="http://schemas.microsoft.com/office/drawing/2014/main" id="{EE978D04-A9C9-44C3-BD08-8BB9CCC831E0}"/>
              </a:ext>
            </a:extLst>
          </p:cNvPr>
          <p:cNvSpPr txBox="1">
            <a:spLocks/>
          </p:cNvSpPr>
          <p:nvPr/>
        </p:nvSpPr>
        <p:spPr>
          <a:xfrm>
            <a:off x="1274783" y="1180731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Roadmap </a:t>
            </a:r>
          </a:p>
        </p:txBody>
      </p:sp>
    </p:spTree>
    <p:extLst>
      <p:ext uri="{BB962C8B-B14F-4D97-AF65-F5344CB8AC3E}">
        <p14:creationId xmlns:p14="http://schemas.microsoft.com/office/powerpoint/2010/main" val="4239665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Socket programming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30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AA902C-4092-4455-AFEB-6B3968F19BE4}"/>
              </a:ext>
            </a:extLst>
          </p:cNvPr>
          <p:cNvSpPr/>
          <p:nvPr/>
        </p:nvSpPr>
        <p:spPr>
          <a:xfrm>
            <a:off x="658813" y="3068960"/>
            <a:ext cx="7597775" cy="3099266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C4842B2-E047-4EA9-BBB7-E483B3A13EB0}"/>
              </a:ext>
            </a:extLst>
          </p:cNvPr>
          <p:cNvGrpSpPr/>
          <p:nvPr/>
        </p:nvGrpSpPr>
        <p:grpSpPr>
          <a:xfrm>
            <a:off x="6412311" y="4707487"/>
            <a:ext cx="889274" cy="1058378"/>
            <a:chOff x="6638988" y="4761278"/>
            <a:chExt cx="1023241" cy="1217823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8491BDA-BC2B-47B2-85E2-876EE3FCD5AE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4EF3943-6BAC-430A-9723-2C40E9B8F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7C63080-0894-47A6-B5A4-FA86B9FB2CC4}"/>
              </a:ext>
            </a:extLst>
          </p:cNvPr>
          <p:cNvGrpSpPr/>
          <p:nvPr/>
        </p:nvGrpSpPr>
        <p:grpSpPr>
          <a:xfrm flipH="1">
            <a:off x="802470" y="4707487"/>
            <a:ext cx="889272" cy="1058378"/>
            <a:chOff x="6638988" y="4761278"/>
            <a:chExt cx="1023241" cy="1217823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5193C748-FD78-41FA-9841-C25EB751639C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B1AE921-2C2C-42D7-9161-73BE7594C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sp>
        <p:nvSpPr>
          <p:cNvPr id="13" name="Rectangle 228">
            <a:extLst>
              <a:ext uri="{FF2B5EF4-FFF2-40B4-BE49-F238E27FC236}">
                <a16:creationId xmlns:a16="http://schemas.microsoft.com/office/drawing/2014/main" id="{3ECA2287-2E8E-43E4-AB92-EFA71E91F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0726" y="3362161"/>
            <a:ext cx="1159016" cy="711304"/>
          </a:xfrm>
          <a:prstGeom prst="rect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1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BD7CA21-4270-4C3E-A558-07265177E038}"/>
              </a:ext>
            </a:extLst>
          </p:cNvPr>
          <p:cNvGrpSpPr/>
          <p:nvPr/>
        </p:nvGrpSpPr>
        <p:grpSpPr>
          <a:xfrm>
            <a:off x="1610726" y="4071774"/>
            <a:ext cx="1159016" cy="926380"/>
            <a:chOff x="1840640" y="4014788"/>
            <a:chExt cx="1159016" cy="782741"/>
          </a:xfrm>
        </p:grpSpPr>
        <p:sp>
          <p:nvSpPr>
            <p:cNvPr id="15" name="Rectangle 228">
              <a:extLst>
                <a:ext uri="{FF2B5EF4-FFF2-40B4-BE49-F238E27FC236}">
                  <a16:creationId xmlns:a16="http://schemas.microsoft.com/office/drawing/2014/main" id="{73714622-BEC8-4940-B5EA-9400D4313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014788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</p:txBody>
        </p:sp>
        <p:sp>
          <p:nvSpPr>
            <p:cNvPr id="16" name="Rectangle 228">
              <a:extLst>
                <a:ext uri="{FF2B5EF4-FFF2-40B4-BE49-F238E27FC236}">
                  <a16:creationId xmlns:a16="http://schemas.microsoft.com/office/drawing/2014/main" id="{467BF379-7CB8-414F-A38C-2FBC62EDF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210051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</p:txBody>
        </p:sp>
        <p:sp>
          <p:nvSpPr>
            <p:cNvPr id="17" name="Rectangle 228">
              <a:extLst>
                <a:ext uri="{FF2B5EF4-FFF2-40B4-BE49-F238E27FC236}">
                  <a16:creationId xmlns:a16="http://schemas.microsoft.com/office/drawing/2014/main" id="{45E18409-E86C-4992-B48B-FAEF774A7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405314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link</a:t>
              </a:r>
            </a:p>
          </p:txBody>
        </p:sp>
        <p:sp>
          <p:nvSpPr>
            <p:cNvPr id="18" name="Rectangle 228">
              <a:extLst>
                <a:ext uri="{FF2B5EF4-FFF2-40B4-BE49-F238E27FC236}">
                  <a16:creationId xmlns:a16="http://schemas.microsoft.com/office/drawing/2014/main" id="{9E32838A-8393-4622-AC5F-997034A50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600576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  <p:sp>
        <p:nvSpPr>
          <p:cNvPr id="19" name="Text Box 26">
            <a:extLst>
              <a:ext uri="{FF2B5EF4-FFF2-40B4-BE49-F238E27FC236}">
                <a16:creationId xmlns:a16="http://schemas.microsoft.com/office/drawing/2014/main" id="{B1562057-D653-4B7E-858E-C4849725F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775" y="3376448"/>
            <a:ext cx="1168400" cy="28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application</a:t>
            </a:r>
          </a:p>
        </p:txBody>
      </p:sp>
      <p:sp>
        <p:nvSpPr>
          <p:cNvPr id="20" name="Oval 57">
            <a:extLst>
              <a:ext uri="{FF2B5EF4-FFF2-40B4-BE49-F238E27FC236}">
                <a16:creationId xmlns:a16="http://schemas.microsoft.com/office/drawing/2014/main" id="{B030BAA3-070E-4B67-9487-57AC45C02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6853" y="3649623"/>
            <a:ext cx="941042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process</a:t>
            </a:r>
          </a:p>
        </p:txBody>
      </p:sp>
      <p:grpSp>
        <p:nvGrpSpPr>
          <p:cNvPr id="21" name="Group 58">
            <a:extLst>
              <a:ext uri="{FF2B5EF4-FFF2-40B4-BE49-F238E27FC236}">
                <a16:creationId xmlns:a16="http://schemas.microsoft.com/office/drawing/2014/main" id="{A74B581D-AD16-4925-9F58-8AB5B191AF75}"/>
              </a:ext>
            </a:extLst>
          </p:cNvPr>
          <p:cNvGrpSpPr>
            <a:grpSpLocks/>
          </p:cNvGrpSpPr>
          <p:nvPr/>
        </p:nvGrpSpPr>
        <p:grpSpPr bwMode="auto">
          <a:xfrm>
            <a:off x="1917184" y="3890007"/>
            <a:ext cx="546100" cy="225425"/>
            <a:chOff x="1287" y="2524"/>
            <a:chExt cx="260" cy="100"/>
          </a:xfrm>
        </p:grpSpPr>
        <p:sp>
          <p:nvSpPr>
            <p:cNvPr id="22" name="Rectangle 59">
              <a:extLst>
                <a:ext uri="{FF2B5EF4-FFF2-40B4-BE49-F238E27FC236}">
                  <a16:creationId xmlns:a16="http://schemas.microsoft.com/office/drawing/2014/main" id="{9F5A7BA0-1D0D-4804-A529-7A2E75CF7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rgbClr val="105BA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23" name="Rectangle 60">
              <a:extLst>
                <a:ext uri="{FF2B5EF4-FFF2-40B4-BE49-F238E27FC236}">
                  <a16:creationId xmlns:a16="http://schemas.microsoft.com/office/drawing/2014/main" id="{7CE5296C-7748-4B68-88DE-6A3EA6A1F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24" name="Rectangle 61">
              <a:extLst>
                <a:ext uri="{FF2B5EF4-FFF2-40B4-BE49-F238E27FC236}">
                  <a16:creationId xmlns:a16="http://schemas.microsoft.com/office/drawing/2014/main" id="{2880BF2B-A3A2-40CA-9887-59E6684CE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580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25" name="Rectangle 62">
              <a:extLst>
                <a:ext uri="{FF2B5EF4-FFF2-40B4-BE49-F238E27FC236}">
                  <a16:creationId xmlns:a16="http://schemas.microsoft.com/office/drawing/2014/main" id="{98429FA1-A70D-46FA-BDE1-75397F388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2580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</p:grpSp>
      <p:sp>
        <p:nvSpPr>
          <p:cNvPr id="26" name="Rectangle 228">
            <a:extLst>
              <a:ext uri="{FF2B5EF4-FFF2-40B4-BE49-F238E27FC236}">
                <a16:creationId xmlns:a16="http://schemas.microsoft.com/office/drawing/2014/main" id="{5EB16F10-C43A-4496-A085-5B23932F6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929" y="3362161"/>
            <a:ext cx="1159016" cy="711304"/>
          </a:xfrm>
          <a:prstGeom prst="rect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1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6028C30-B0A4-404D-B151-FEA072897065}"/>
              </a:ext>
            </a:extLst>
          </p:cNvPr>
          <p:cNvGrpSpPr/>
          <p:nvPr/>
        </p:nvGrpSpPr>
        <p:grpSpPr>
          <a:xfrm>
            <a:off x="5337929" y="4071774"/>
            <a:ext cx="1159016" cy="926380"/>
            <a:chOff x="1840640" y="4014788"/>
            <a:chExt cx="1159016" cy="782741"/>
          </a:xfrm>
        </p:grpSpPr>
        <p:sp>
          <p:nvSpPr>
            <p:cNvPr id="28" name="Rectangle 228">
              <a:extLst>
                <a:ext uri="{FF2B5EF4-FFF2-40B4-BE49-F238E27FC236}">
                  <a16:creationId xmlns:a16="http://schemas.microsoft.com/office/drawing/2014/main" id="{7FCF1A2F-44B6-460E-ADD0-72200836B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014788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</p:txBody>
        </p:sp>
        <p:sp>
          <p:nvSpPr>
            <p:cNvPr id="29" name="Rectangle 228">
              <a:extLst>
                <a:ext uri="{FF2B5EF4-FFF2-40B4-BE49-F238E27FC236}">
                  <a16:creationId xmlns:a16="http://schemas.microsoft.com/office/drawing/2014/main" id="{856AA874-371A-4A70-82E1-5BB215762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210051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</p:txBody>
        </p:sp>
        <p:sp>
          <p:nvSpPr>
            <p:cNvPr id="30" name="Rectangle 228">
              <a:extLst>
                <a:ext uri="{FF2B5EF4-FFF2-40B4-BE49-F238E27FC236}">
                  <a16:creationId xmlns:a16="http://schemas.microsoft.com/office/drawing/2014/main" id="{D6DB75B5-AA28-437C-A925-2CE48819F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405314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link</a:t>
              </a:r>
            </a:p>
          </p:txBody>
        </p:sp>
        <p:sp>
          <p:nvSpPr>
            <p:cNvPr id="31" name="Rectangle 228">
              <a:extLst>
                <a:ext uri="{FF2B5EF4-FFF2-40B4-BE49-F238E27FC236}">
                  <a16:creationId xmlns:a16="http://schemas.microsoft.com/office/drawing/2014/main" id="{BE4FCBE1-FD88-4252-8CEE-04E78809D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600576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  <p:sp>
        <p:nvSpPr>
          <p:cNvPr id="32" name="Text Box 26">
            <a:extLst>
              <a:ext uri="{FF2B5EF4-FFF2-40B4-BE49-F238E27FC236}">
                <a16:creationId xmlns:a16="http://schemas.microsoft.com/office/drawing/2014/main" id="{8678E934-7EB5-40CC-9A17-80487EBCF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978" y="3376448"/>
            <a:ext cx="1168400" cy="28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application</a:t>
            </a:r>
          </a:p>
        </p:txBody>
      </p:sp>
      <p:sp>
        <p:nvSpPr>
          <p:cNvPr id="33" name="Oval 57">
            <a:extLst>
              <a:ext uri="{FF2B5EF4-FFF2-40B4-BE49-F238E27FC236}">
                <a16:creationId xmlns:a16="http://schemas.microsoft.com/office/drawing/2014/main" id="{464E3516-82AD-4BDF-A150-DF1AFA431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4056" y="3649623"/>
            <a:ext cx="941042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process</a:t>
            </a:r>
          </a:p>
        </p:txBody>
      </p:sp>
      <p:grpSp>
        <p:nvGrpSpPr>
          <p:cNvPr id="34" name="Group 58">
            <a:extLst>
              <a:ext uri="{FF2B5EF4-FFF2-40B4-BE49-F238E27FC236}">
                <a16:creationId xmlns:a16="http://schemas.microsoft.com/office/drawing/2014/main" id="{958C45AD-86BD-429C-A2C1-14BE2C413F0E}"/>
              </a:ext>
            </a:extLst>
          </p:cNvPr>
          <p:cNvGrpSpPr>
            <a:grpSpLocks/>
          </p:cNvGrpSpPr>
          <p:nvPr/>
        </p:nvGrpSpPr>
        <p:grpSpPr bwMode="auto">
          <a:xfrm>
            <a:off x="5644387" y="3890007"/>
            <a:ext cx="546100" cy="225425"/>
            <a:chOff x="1287" y="2524"/>
            <a:chExt cx="260" cy="100"/>
          </a:xfrm>
        </p:grpSpPr>
        <p:sp>
          <p:nvSpPr>
            <p:cNvPr id="35" name="Rectangle 59">
              <a:extLst>
                <a:ext uri="{FF2B5EF4-FFF2-40B4-BE49-F238E27FC236}">
                  <a16:creationId xmlns:a16="http://schemas.microsoft.com/office/drawing/2014/main" id="{4D3C2380-DA41-4AC9-8562-99CB8FD38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rgbClr val="105BA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36" name="Rectangle 60">
              <a:extLst>
                <a:ext uri="{FF2B5EF4-FFF2-40B4-BE49-F238E27FC236}">
                  <a16:creationId xmlns:a16="http://schemas.microsoft.com/office/drawing/2014/main" id="{9C0F2AD6-43F1-4264-8A6D-BBA6162C4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37" name="Rectangle 61">
              <a:extLst>
                <a:ext uri="{FF2B5EF4-FFF2-40B4-BE49-F238E27FC236}">
                  <a16:creationId xmlns:a16="http://schemas.microsoft.com/office/drawing/2014/main" id="{F1BF24B6-20FA-493A-9F6C-CF483D773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580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  <p:sp>
          <p:nvSpPr>
            <p:cNvPr id="38" name="Rectangle 62">
              <a:extLst>
                <a:ext uri="{FF2B5EF4-FFF2-40B4-BE49-F238E27FC236}">
                  <a16:creationId xmlns:a16="http://schemas.microsoft.com/office/drawing/2014/main" id="{2FCB51F3-B085-4F67-9C4B-1962708E9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2580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/>
            </a:p>
          </p:txBody>
        </p:sp>
      </p:grpSp>
      <p:sp>
        <p:nvSpPr>
          <p:cNvPr id="39" name="타원 38">
            <a:extLst>
              <a:ext uri="{FF2B5EF4-FFF2-40B4-BE49-F238E27FC236}">
                <a16:creationId xmlns:a16="http://schemas.microsoft.com/office/drawing/2014/main" id="{E4805FCC-B2C3-4E40-AC76-C18A34ED78F7}"/>
              </a:ext>
            </a:extLst>
          </p:cNvPr>
          <p:cNvSpPr/>
          <p:nvPr/>
        </p:nvSpPr>
        <p:spPr>
          <a:xfrm>
            <a:off x="3161439" y="4951670"/>
            <a:ext cx="1781175" cy="766763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5A575FBF-D76C-462F-BB53-6655CD194FFA}"/>
              </a:ext>
            </a:extLst>
          </p:cNvPr>
          <p:cNvCxnSpPr/>
          <p:nvPr/>
        </p:nvCxnSpPr>
        <p:spPr>
          <a:xfrm>
            <a:off x="1756501" y="5371936"/>
            <a:ext cx="4591050" cy="0"/>
          </a:xfrm>
          <a:prstGeom prst="straightConnector1">
            <a:avLst/>
          </a:prstGeom>
          <a:ln w="15875">
            <a:solidFill>
              <a:srgbClr val="105B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CD25346-EBB3-46EA-9E71-ACB66F8D2FD2}"/>
              </a:ext>
            </a:extLst>
          </p:cNvPr>
          <p:cNvSpPr txBox="1"/>
          <p:nvPr/>
        </p:nvSpPr>
        <p:spPr>
          <a:xfrm>
            <a:off x="3215905" y="5061778"/>
            <a:ext cx="16847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Internet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0DFC3209-CD91-4CF1-88E6-D202ECF6435B}"/>
              </a:ext>
            </a:extLst>
          </p:cNvPr>
          <p:cNvCxnSpPr>
            <a:cxnSpLocks/>
          </p:cNvCxnSpPr>
          <p:nvPr/>
        </p:nvCxnSpPr>
        <p:spPr>
          <a:xfrm>
            <a:off x="2552864" y="3994257"/>
            <a:ext cx="2995351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51109F7A-826B-4FCB-A70F-4ABFFAFBDF24}"/>
              </a:ext>
            </a:extLst>
          </p:cNvPr>
          <p:cNvSpPr/>
          <p:nvPr/>
        </p:nvSpPr>
        <p:spPr>
          <a:xfrm>
            <a:off x="2501467" y="3952384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srgbClr val="105BA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D6BBA9DE-FC78-4A5E-8A19-7EF86F3505FC}"/>
              </a:ext>
            </a:extLst>
          </p:cNvPr>
          <p:cNvSpPr/>
          <p:nvPr/>
        </p:nvSpPr>
        <p:spPr>
          <a:xfrm>
            <a:off x="5548215" y="3952384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srgbClr val="105BA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9B06A4-2425-4F31-9765-98727305C62E}"/>
              </a:ext>
            </a:extLst>
          </p:cNvPr>
          <p:cNvSpPr txBox="1"/>
          <p:nvPr/>
        </p:nvSpPr>
        <p:spPr>
          <a:xfrm>
            <a:off x="3676728" y="3852500"/>
            <a:ext cx="763088" cy="307777"/>
          </a:xfrm>
          <a:prstGeom prst="rect">
            <a:avLst/>
          </a:prstGeom>
          <a:solidFill>
            <a:srgbClr val="EFF5FB"/>
          </a:solidFill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socket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CC9281-305F-416B-AC11-62D8C841A572}"/>
              </a:ext>
            </a:extLst>
          </p:cNvPr>
          <p:cNvSpPr txBox="1"/>
          <p:nvPr/>
        </p:nvSpPr>
        <p:spPr>
          <a:xfrm>
            <a:off x="6726270" y="3367494"/>
            <a:ext cx="1571625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controlled by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app developer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D74B76E2-EAA1-4C6F-A927-F5EFB1631D9F}"/>
              </a:ext>
            </a:extLst>
          </p:cNvPr>
          <p:cNvCxnSpPr>
            <a:cxnSpLocks/>
          </p:cNvCxnSpPr>
          <p:nvPr/>
        </p:nvCxnSpPr>
        <p:spPr>
          <a:xfrm>
            <a:off x="6432714" y="3746607"/>
            <a:ext cx="344221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9D241040-F5B4-4831-8FE5-D0971CC8AA03}"/>
              </a:ext>
            </a:extLst>
          </p:cNvPr>
          <p:cNvSpPr/>
          <p:nvPr/>
        </p:nvSpPr>
        <p:spPr>
          <a:xfrm>
            <a:off x="6345933" y="3708703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srgbClr val="105BA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9" name="오른쪽 중괄호 48">
            <a:extLst>
              <a:ext uri="{FF2B5EF4-FFF2-40B4-BE49-F238E27FC236}">
                <a16:creationId xmlns:a16="http://schemas.microsoft.com/office/drawing/2014/main" id="{E735F370-56BE-4924-ADF2-C68DD31C4D20}"/>
              </a:ext>
            </a:extLst>
          </p:cNvPr>
          <p:cNvSpPr/>
          <p:nvPr/>
        </p:nvSpPr>
        <p:spPr>
          <a:xfrm>
            <a:off x="6555955" y="4095586"/>
            <a:ext cx="228600" cy="890588"/>
          </a:xfrm>
          <a:prstGeom prst="rightBrace">
            <a:avLst>
              <a:gd name="adj1" fmla="val 66666"/>
              <a:gd name="adj2" fmla="val 50000"/>
            </a:avLst>
          </a:prstGeom>
          <a:noFill/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107AFD-6583-456F-B366-C8C1FD6A19F7}"/>
              </a:ext>
            </a:extLst>
          </p:cNvPr>
          <p:cNvSpPr txBox="1"/>
          <p:nvPr/>
        </p:nvSpPr>
        <p:spPr>
          <a:xfrm>
            <a:off x="6726270" y="4159582"/>
            <a:ext cx="1285429" cy="741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controlled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by OS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A7BDD969-42CB-476F-A82B-94CFA3E3BEAD}"/>
              </a:ext>
            </a:extLst>
          </p:cNvPr>
          <p:cNvSpPr txBox="1">
            <a:spLocks noChangeArrowheads="1"/>
          </p:cNvSpPr>
          <p:nvPr/>
        </p:nvSpPr>
        <p:spPr>
          <a:xfrm>
            <a:off x="2032337" y="1268760"/>
            <a:ext cx="6006763" cy="627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Socket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통해 통신을 하는 클라이언트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 구조의 응용들을 어떻게 구현하는지 배운다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E0C1E878-C0F8-4C06-AC6E-549E4445EB07}"/>
              </a:ext>
            </a:extLst>
          </p:cNvPr>
          <p:cNvSpPr txBox="1">
            <a:spLocks noChangeArrowheads="1"/>
          </p:cNvSpPr>
          <p:nvPr/>
        </p:nvSpPr>
        <p:spPr>
          <a:xfrm>
            <a:off x="2032336" y="2152610"/>
            <a:ext cx="6014383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응용 프로세스와 종단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전송 프로토콜 간의 문 역할을 수행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3" name="사각형: 잘린 한쪽 모서리 52">
            <a:extLst>
              <a:ext uri="{FF2B5EF4-FFF2-40B4-BE49-F238E27FC236}">
                <a16:creationId xmlns:a16="http://schemas.microsoft.com/office/drawing/2014/main" id="{6D050AD9-E979-4AC8-B938-E5BCF36672C5}"/>
              </a:ext>
            </a:extLst>
          </p:cNvPr>
          <p:cNvSpPr/>
          <p:nvPr/>
        </p:nvSpPr>
        <p:spPr>
          <a:xfrm>
            <a:off x="658814" y="1268760"/>
            <a:ext cx="1309190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54" name="텍스트 개체 틀 19">
            <a:extLst>
              <a:ext uri="{FF2B5EF4-FFF2-40B4-BE49-F238E27FC236}">
                <a16:creationId xmlns:a16="http://schemas.microsoft.com/office/drawing/2014/main" id="{3B3E5BAB-A2C1-4D84-9533-F460BDBD9DAF}"/>
              </a:ext>
            </a:extLst>
          </p:cNvPr>
          <p:cNvSpPr txBox="1">
            <a:spLocks/>
          </p:cNvSpPr>
          <p:nvPr/>
        </p:nvSpPr>
        <p:spPr>
          <a:xfrm>
            <a:off x="658814" y="1308289"/>
            <a:ext cx="1288551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goal</a:t>
            </a:r>
            <a:endParaRPr lang="ko-KR" altLang="en-US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55" name="사각형: 잘린 한쪽 모서리 54">
            <a:extLst>
              <a:ext uri="{FF2B5EF4-FFF2-40B4-BE49-F238E27FC236}">
                <a16:creationId xmlns:a16="http://schemas.microsoft.com/office/drawing/2014/main" id="{3E88FD4C-5E0A-46CD-8606-C8C69F5EEFB7}"/>
              </a:ext>
            </a:extLst>
          </p:cNvPr>
          <p:cNvSpPr/>
          <p:nvPr/>
        </p:nvSpPr>
        <p:spPr>
          <a:xfrm>
            <a:off x="658813" y="2152610"/>
            <a:ext cx="1314700" cy="391715"/>
          </a:xfrm>
          <a:prstGeom prst="snip1Rect">
            <a:avLst>
              <a:gd name="adj" fmla="val 2816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56" name="텍스트 개체 틀 19">
            <a:extLst>
              <a:ext uri="{FF2B5EF4-FFF2-40B4-BE49-F238E27FC236}">
                <a16:creationId xmlns:a16="http://schemas.microsoft.com/office/drawing/2014/main" id="{4C135162-F26A-4F51-BC70-DABBA748BF2C}"/>
              </a:ext>
            </a:extLst>
          </p:cNvPr>
          <p:cNvSpPr txBox="1">
            <a:spLocks/>
          </p:cNvSpPr>
          <p:nvPr/>
        </p:nvSpPr>
        <p:spPr>
          <a:xfrm>
            <a:off x="658814" y="2192139"/>
            <a:ext cx="1282974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socket</a:t>
            </a:r>
            <a:endParaRPr lang="ko-KR" altLang="en-US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06009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Socket programming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31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8BAFC53-90BB-479F-8FEB-229753B7A7F1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58700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latinLnBrk="0">
              <a:lnSpc>
                <a:spcPct val="130000"/>
              </a:lnSpc>
              <a:spcBef>
                <a:spcPts val="1200"/>
              </a:spcBef>
              <a:buNone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전송계층 서비스를 위한 두 가지 종류의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Socket types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8D9F454-0752-4B1B-BBFA-BA4C41B0C641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510184"/>
            <a:ext cx="729564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UDP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unreliable datagram (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비신뢰성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, </a:t>
            </a:r>
            <a:r>
              <a:rPr lang="ko-KR" altLang="en-US" sz="15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데이터그램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)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reliable, byte stream-oriented  (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신뢰성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,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연결지향적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E297020-CF33-4D2B-B47D-1C45767E88D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570868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latinLnBrk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Application Example</a:t>
            </a:r>
          </a:p>
        </p:txBody>
      </p:sp>
      <p:sp>
        <p:nvSpPr>
          <p:cNvPr id="9" name="Google Shape;245;p4">
            <a:extLst>
              <a:ext uri="{FF2B5EF4-FFF2-40B4-BE49-F238E27FC236}">
                <a16:creationId xmlns:a16="http://schemas.microsoft.com/office/drawing/2014/main" id="{0CC1B22F-C6E3-41E3-964C-B88851B799FB}"/>
              </a:ext>
            </a:extLst>
          </p:cNvPr>
          <p:cNvSpPr/>
          <p:nvPr/>
        </p:nvSpPr>
        <p:spPr>
          <a:xfrm>
            <a:off x="695399" y="3098649"/>
            <a:ext cx="7561189" cy="2021991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CC05DF5-CB47-46AF-B87B-FC94173FDA61}"/>
              </a:ext>
            </a:extLst>
          </p:cNvPr>
          <p:cNvSpPr txBox="1">
            <a:spLocks noChangeArrowheads="1"/>
          </p:cNvSpPr>
          <p:nvPr/>
        </p:nvSpPr>
        <p:spPr>
          <a:xfrm>
            <a:off x="1271464" y="3205886"/>
            <a:ext cx="6813356" cy="179876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클라이언트가 키보드로부터 한 줄의 문자 입력을 읽어서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해당 문자 데이터를 서버에게 전송한다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</a:p>
          <a:p>
            <a:pPr marL="0" lvl="3" indent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서버는 수신한 문자 데이터를 대문자로 변형한다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</a:p>
          <a:p>
            <a:pPr marL="0" lvl="3" indent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서버는 수정된 데이터를 클라이언트에게 전송한다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  </a:t>
            </a:r>
          </a:p>
          <a:p>
            <a:pPr marL="0" lvl="3" indent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클라이언트는 수정된 데이터를 받아서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문자행을 스크린에 보여준다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052C42E-4B22-4613-B09A-54FFE038E8C3}"/>
              </a:ext>
            </a:extLst>
          </p:cNvPr>
          <p:cNvSpPr/>
          <p:nvPr/>
        </p:nvSpPr>
        <p:spPr>
          <a:xfrm>
            <a:off x="982663" y="3292182"/>
            <a:ext cx="250825" cy="250825"/>
          </a:xfrm>
          <a:prstGeom prst="ellipse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</a:rPr>
              <a:t>1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ea typeface="넥슨Lv1고딕 Bold" panose="00000800000000000000" pitchFamily="2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A6AB1A4-5D13-44EB-BC2E-48EE16640DA4}"/>
              </a:ext>
            </a:extLst>
          </p:cNvPr>
          <p:cNvSpPr/>
          <p:nvPr/>
        </p:nvSpPr>
        <p:spPr>
          <a:xfrm>
            <a:off x="982663" y="3967744"/>
            <a:ext cx="250825" cy="250825"/>
          </a:xfrm>
          <a:prstGeom prst="ellipse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</a:rPr>
              <a:t>2</a:t>
            </a:r>
            <a:endParaRPr lang="ko-KR" altLang="en-US" sz="12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ea typeface="넥슨Lv1고딕 Bold" panose="00000800000000000000" pitchFamily="2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F8D4FB6-0869-42C9-ABFC-8297D66674F3}"/>
              </a:ext>
            </a:extLst>
          </p:cNvPr>
          <p:cNvSpPr/>
          <p:nvPr/>
        </p:nvSpPr>
        <p:spPr>
          <a:xfrm>
            <a:off x="982663" y="4343982"/>
            <a:ext cx="250825" cy="250825"/>
          </a:xfrm>
          <a:prstGeom prst="ellipse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</a:rPr>
              <a:t>3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ea typeface="넥슨Lv1고딕 Bold" panose="00000800000000000000" pitchFamily="2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2F7F73C-3124-4EFD-99BB-0CE6B451381D}"/>
              </a:ext>
            </a:extLst>
          </p:cNvPr>
          <p:cNvSpPr/>
          <p:nvPr/>
        </p:nvSpPr>
        <p:spPr>
          <a:xfrm>
            <a:off x="982663" y="4720220"/>
            <a:ext cx="250825" cy="250825"/>
          </a:xfrm>
          <a:prstGeom prst="ellipse">
            <a:avLst/>
          </a:prstGeom>
          <a:solidFill>
            <a:schemeClr val="bg1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</a:rPr>
              <a:t>4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ea typeface="넥슨Lv1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0314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Socket </a:t>
            </a:r>
            <a:r>
              <a:rPr lang="en-US" altLang="ko-KR"/>
              <a:t>programming </a:t>
            </a:r>
            <a:r>
              <a:rPr lang="en-US" altLang="ko-KR">
                <a:solidFill>
                  <a:schemeClr val="bg1"/>
                </a:solidFill>
              </a:rPr>
              <a:t>with UDP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32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86057FD-F8BF-4ADD-B44A-892A8E8546E7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62038"/>
            <a:ext cx="729564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UDP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: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클라이언트와 서버 간에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“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연결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＂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이 없다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.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64C73CE-85B1-461C-8773-3FB803CA8AD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89516"/>
            <a:ext cx="7277340" cy="100687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데이터 전송 이전에 연결 설립을 위한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‘handshaking’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과정이 없다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송신자는 목적지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주소와 포트 번호를 각 패킷마다 명시적으로 첨부한다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수신자는 송신 측의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주소와 포트 번호를 수신 패킷으로부터 추출한다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9527E14-D057-4139-8F87-7F1609FFECC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043238"/>
            <a:ext cx="729564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UDP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: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전송 데이터는 손실되거나 순서가 바뀔 수도 있다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. </a:t>
            </a: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B6757395-7300-483E-9AF4-E8E1328A211F}"/>
              </a:ext>
            </a:extLst>
          </p:cNvPr>
          <p:cNvSpPr/>
          <p:nvPr/>
        </p:nvSpPr>
        <p:spPr>
          <a:xfrm>
            <a:off x="658814" y="3771394"/>
            <a:ext cx="7250746" cy="1387346"/>
          </a:xfrm>
          <a:prstGeom prst="snip1Rect">
            <a:avLst>
              <a:gd name="adj" fmla="val 13375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AA6A074E-3EF4-4A6B-9148-51C657A3C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1" y="4381282"/>
            <a:ext cx="6964680" cy="6878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180000" tIns="72000" bIns="72000" anchor="ctr">
            <a:spAutoFit/>
          </a:bodyPr>
          <a:lstStyle/>
          <a:p>
            <a:pPr marL="0" lvl="3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UDP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는 클라이언트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-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서버 간에 신뢰할 수 없는 바이트 그룹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-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“</a:t>
            </a:r>
            <a:r>
              <a:rPr lang="ko-KR" altLang="en-US" sz="15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데이터그램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”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 전송을 제공한다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. (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손실 가능성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순서 뒤바뀜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)</a:t>
            </a:r>
          </a:p>
        </p:txBody>
      </p:sp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53154754-BE32-4791-A39D-AB3579A19183}"/>
              </a:ext>
            </a:extLst>
          </p:cNvPr>
          <p:cNvSpPr txBox="1">
            <a:spLocks/>
          </p:cNvSpPr>
          <p:nvPr/>
        </p:nvSpPr>
        <p:spPr>
          <a:xfrm>
            <a:off x="1271464" y="3914778"/>
            <a:ext cx="3166426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응용 프로그램의 관점에서는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845CA32-349E-4A50-AE59-AEFAE953979F}"/>
              </a:ext>
            </a:extLst>
          </p:cNvPr>
          <p:cNvGrpSpPr/>
          <p:nvPr/>
        </p:nvGrpSpPr>
        <p:grpSpPr>
          <a:xfrm>
            <a:off x="748454" y="3750214"/>
            <a:ext cx="453816" cy="540785"/>
            <a:chOff x="670134" y="1134215"/>
            <a:chExt cx="499078" cy="594722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2D618D0-B08A-4DD3-88E0-CFA9CBCC5720}"/>
                </a:ext>
              </a:extLst>
            </p:cNvPr>
            <p:cNvSpPr/>
            <p:nvPr/>
          </p:nvSpPr>
          <p:spPr>
            <a:xfrm>
              <a:off x="758635" y="1644516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" name="그래픽 9">
              <a:extLst>
                <a:ext uri="{FF2B5EF4-FFF2-40B4-BE49-F238E27FC236}">
                  <a16:creationId xmlns:a16="http://schemas.microsoft.com/office/drawing/2014/main" id="{5AB7F92B-79A4-40F4-83D0-A7260F3F9B65}"/>
                </a:ext>
              </a:extLst>
            </p:cNvPr>
            <p:cNvSpPr/>
            <p:nvPr/>
          </p:nvSpPr>
          <p:spPr>
            <a:xfrm rot="5400000">
              <a:off x="638044" y="1166305"/>
              <a:ext cx="563257" cy="499078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874777CE-1FF3-45F5-99EF-E8993C939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/>
          </p:blipFill>
          <p:spPr>
            <a:xfrm>
              <a:off x="729500" y="1317974"/>
              <a:ext cx="375876" cy="2177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8018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Client/server socket </a:t>
            </a:r>
            <a:r>
              <a:rPr lang="en-US" altLang="ko-KR"/>
              <a:t>interaction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UDP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33</a:t>
            </a:fld>
            <a:endParaRPr lang="en-US" dirty="0"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1616708D-C779-40D1-BF57-80FF5A3E7DF5}"/>
              </a:ext>
            </a:extLst>
          </p:cNvPr>
          <p:cNvGrpSpPr/>
          <p:nvPr/>
        </p:nvGrpSpPr>
        <p:grpSpPr>
          <a:xfrm>
            <a:off x="4668998" y="4077072"/>
            <a:ext cx="2292231" cy="2247004"/>
            <a:chOff x="4668998" y="4077072"/>
            <a:chExt cx="2292231" cy="2247004"/>
          </a:xfrm>
        </p:grpSpPr>
        <p:sp>
          <p:nvSpPr>
            <p:cNvPr id="54" name="Text Box 6">
              <a:extLst>
                <a:ext uri="{FF2B5EF4-FFF2-40B4-BE49-F238E27FC236}">
                  <a16:creationId xmlns:a16="http://schemas.microsoft.com/office/drawing/2014/main" id="{B68BDE15-38CC-465D-AD2B-07C27DC88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998" y="5677745"/>
              <a:ext cx="145424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close</a:t>
              </a: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+mj-ea"/>
                  <a:cs typeface="+mj-cs"/>
                </a:rPr>
                <a:t>clientSocket</a:t>
              </a:r>
              <a:endPara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ea typeface="+mj-ea"/>
                <a:cs typeface="+mj-cs"/>
              </a:endParaRPr>
            </a:p>
          </p:txBody>
        </p:sp>
        <p:sp>
          <p:nvSpPr>
            <p:cNvPr id="55" name="Line 7">
              <a:extLst>
                <a:ext uri="{FF2B5EF4-FFF2-40B4-BE49-F238E27FC236}">
                  <a16:creationId xmlns:a16="http://schemas.microsoft.com/office/drawing/2014/main" id="{6B4722BE-1F8A-47E6-8B51-7AD1DEF7E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059" y="5392103"/>
              <a:ext cx="0" cy="323850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56" name="Text Box 8">
              <a:extLst>
                <a:ext uri="{FF2B5EF4-FFF2-40B4-BE49-F238E27FC236}">
                  <a16:creationId xmlns:a16="http://schemas.microsoft.com/office/drawing/2014/main" id="{1B70F129-966C-44D3-8855-C711FA976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998" y="4705542"/>
              <a:ext cx="2292231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read datagram from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+mj-ea"/>
                  <a:cs typeface="+mj-cs"/>
                </a:rPr>
                <a:t>clientSocket</a:t>
              </a:r>
            </a:p>
          </p:txBody>
        </p:sp>
        <p:sp>
          <p:nvSpPr>
            <p:cNvPr id="53" name="Line 9">
              <a:extLst>
                <a:ext uri="{FF2B5EF4-FFF2-40B4-BE49-F238E27FC236}">
                  <a16:creationId xmlns:a16="http://schemas.microsoft.com/office/drawing/2014/main" id="{04B1768D-C481-4EBA-80D5-31E5A8612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059" y="4077072"/>
              <a:ext cx="0" cy="720000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59" name="Text Box 14">
            <a:extLst>
              <a:ext uri="{FF2B5EF4-FFF2-40B4-BE49-F238E27FC236}">
                <a16:creationId xmlns:a16="http://schemas.microsoft.com/office/drawing/2014/main" id="{C8C54D4E-CC73-4F7E-948D-23CDF4778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75" y="13335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lang="ko-KR" altLang="ko-KR" sz="2400">
              <a:solidFill>
                <a:srgbClr val="000000"/>
              </a:solidFill>
              <a:latin typeface="G마켓 산스 TTF Medium" panose="02000000000000000000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F818804-E445-4588-B6E8-D4F48A750B66}"/>
              </a:ext>
            </a:extLst>
          </p:cNvPr>
          <p:cNvGrpSpPr/>
          <p:nvPr/>
        </p:nvGrpSpPr>
        <p:grpSpPr>
          <a:xfrm>
            <a:off x="2964180" y="1772816"/>
            <a:ext cx="5417820" cy="2309948"/>
            <a:chOff x="2964180" y="1772816"/>
            <a:chExt cx="5417820" cy="2309948"/>
          </a:xfrm>
        </p:grpSpPr>
        <p:sp>
          <p:nvSpPr>
            <p:cNvPr id="63" name="Text Box 12">
              <a:extLst>
                <a:ext uri="{FF2B5EF4-FFF2-40B4-BE49-F238E27FC236}">
                  <a16:creationId xmlns:a16="http://schemas.microsoft.com/office/drawing/2014/main" id="{6F81D2C4-B60D-44B1-8DBE-5C0E87590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0111" y="1772816"/>
              <a:ext cx="158755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create socket:</a:t>
              </a:r>
            </a:p>
          </p:txBody>
        </p:sp>
        <p:sp>
          <p:nvSpPr>
            <p:cNvPr id="64" name="Text Box 13">
              <a:extLst>
                <a:ext uri="{FF2B5EF4-FFF2-40B4-BE49-F238E27FC236}">
                  <a16:creationId xmlns:a16="http://schemas.microsoft.com/office/drawing/2014/main" id="{819FCA79-D0E2-42DB-9347-C5CA1E592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998" y="2097781"/>
              <a:ext cx="3558540" cy="6093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+mj-ea"/>
                  <a:cs typeface="+mj-cs"/>
                </a:rPr>
                <a:t>clientSocket =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+mj-ea"/>
                  <a:cs typeface="+mj-cs"/>
                </a:rPr>
                <a:t>socket(AF_INET,SOCK_DGRAM)</a:t>
              </a:r>
            </a:p>
          </p:txBody>
        </p:sp>
        <p:sp>
          <p:nvSpPr>
            <p:cNvPr id="60" name="Text Box 15">
              <a:extLst>
                <a:ext uri="{FF2B5EF4-FFF2-40B4-BE49-F238E27FC236}">
                  <a16:creationId xmlns:a16="http://schemas.microsoft.com/office/drawing/2014/main" id="{6A14D18E-BEC9-4110-BA5F-9F092E456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998" y="3140968"/>
              <a:ext cx="3713002" cy="9417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Create datagram with server IP and port=x; send datagram via</a:t>
              </a:r>
              <a:br>
                <a:rPr lang="en-US" altLang="ko-KR" sz="1800">
                  <a:solidFill>
                    <a:srgbClr val="CC0000"/>
                  </a:solidFill>
                </a:rPr>
              </a:b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+mj-ea"/>
                  <a:cs typeface="+mj-cs"/>
                </a:rPr>
                <a:t>clientSocket</a:t>
              </a:r>
            </a:p>
          </p:txBody>
        </p:sp>
        <p:sp>
          <p:nvSpPr>
            <p:cNvPr id="61" name="Line 16">
              <a:extLst>
                <a:ext uri="{FF2B5EF4-FFF2-40B4-BE49-F238E27FC236}">
                  <a16:creationId xmlns:a16="http://schemas.microsoft.com/office/drawing/2014/main" id="{1DE4BE4D-783B-448E-A0AE-3F05E27C1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3869" y="2713990"/>
              <a:ext cx="0" cy="432000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62" name="Line 17">
              <a:extLst>
                <a:ext uri="{FF2B5EF4-FFF2-40B4-BE49-F238E27FC236}">
                  <a16:creationId xmlns:a16="http://schemas.microsoft.com/office/drawing/2014/main" id="{3306F0FE-EFB1-4B1F-B8E3-48269AF95C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4180" y="3314700"/>
              <a:ext cx="1684020" cy="327660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round/>
              <a:headEnd/>
              <a:tailEnd type="triangle" w="med" len="med"/>
            </a:ln>
          </p:spPr>
          <p:txBody>
            <a:bodyPr wrap="square"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65" name="Text Box 18">
            <a:extLst>
              <a:ext uri="{FF2B5EF4-FFF2-40B4-BE49-F238E27FC236}">
                <a16:creationId xmlns:a16="http://schemas.microsoft.com/office/drawing/2014/main" id="{AAEAFC13-36D4-43B0-BEA6-0CDFB26FA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3" y="1772816"/>
            <a:ext cx="239867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create socket, port= x:</a:t>
            </a:r>
          </a:p>
        </p:txBody>
      </p:sp>
      <p:sp>
        <p:nvSpPr>
          <p:cNvPr id="66" name="Text Box 19">
            <a:extLst>
              <a:ext uri="{FF2B5EF4-FFF2-40B4-BE49-F238E27FC236}">
                <a16:creationId xmlns:a16="http://schemas.microsoft.com/office/drawing/2014/main" id="{2EC4A990-797D-4503-879B-598CDBDB9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3" y="2097781"/>
            <a:ext cx="3424335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serverSocket =</a:t>
            </a:r>
          </a:p>
          <a:p>
            <a:pPr>
              <a:lnSpc>
                <a:spcPct val="12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socket(AF_INET,SOCK_DGRAM)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3846F1A-7C2D-4C1F-8102-74ACF8E5621A}"/>
              </a:ext>
            </a:extLst>
          </p:cNvPr>
          <p:cNvGrpSpPr/>
          <p:nvPr/>
        </p:nvGrpSpPr>
        <p:grpSpPr>
          <a:xfrm>
            <a:off x="681673" y="2858770"/>
            <a:ext cx="2357932" cy="1215817"/>
            <a:chOff x="681673" y="2858770"/>
            <a:chExt cx="2357932" cy="1215817"/>
          </a:xfrm>
        </p:grpSpPr>
        <p:sp>
          <p:nvSpPr>
            <p:cNvPr id="68" name="Line 21">
              <a:extLst>
                <a:ext uri="{FF2B5EF4-FFF2-40B4-BE49-F238E27FC236}">
                  <a16:creationId xmlns:a16="http://schemas.microsoft.com/office/drawing/2014/main" id="{B59C7DE8-2B4F-4DAF-BF8D-B399E99BD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502" y="2858770"/>
              <a:ext cx="0" cy="581025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69" name="Text Box 22">
              <a:extLst>
                <a:ext uri="{FF2B5EF4-FFF2-40B4-BE49-F238E27FC236}">
                  <a16:creationId xmlns:a16="http://schemas.microsoft.com/office/drawing/2014/main" id="{02F3E6C0-D0DF-4E35-AC04-789638100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673" y="3428256"/>
              <a:ext cx="2357932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read datagram from </a:t>
              </a:r>
              <a:b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</a:b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serverSocket</a:t>
              </a:r>
            </a:p>
          </p:txBody>
        </p:sp>
      </p:grpSp>
      <p:sp>
        <p:nvSpPr>
          <p:cNvPr id="78" name="사각형: 잘린 한쪽 모서리 77">
            <a:extLst>
              <a:ext uri="{FF2B5EF4-FFF2-40B4-BE49-F238E27FC236}">
                <a16:creationId xmlns:a16="http://schemas.microsoft.com/office/drawing/2014/main" id="{BDCF2D34-36F4-4408-88C9-B8A058853E2B}"/>
              </a:ext>
            </a:extLst>
          </p:cNvPr>
          <p:cNvSpPr/>
          <p:nvPr/>
        </p:nvSpPr>
        <p:spPr>
          <a:xfrm>
            <a:off x="698847" y="1268760"/>
            <a:ext cx="3273425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79" name="텍스트 개체 틀 19">
            <a:extLst>
              <a:ext uri="{FF2B5EF4-FFF2-40B4-BE49-F238E27FC236}">
                <a16:creationId xmlns:a16="http://schemas.microsoft.com/office/drawing/2014/main" id="{B2FDD34A-F38A-4699-964B-B0BDD3664889}"/>
              </a:ext>
            </a:extLst>
          </p:cNvPr>
          <p:cNvSpPr txBox="1">
            <a:spLocks/>
          </p:cNvSpPr>
          <p:nvPr/>
        </p:nvSpPr>
        <p:spPr>
          <a:xfrm>
            <a:off x="759966" y="1308289"/>
            <a:ext cx="3151187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server 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(running on serverIP)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ea typeface="+mj-ea"/>
              <a:cs typeface="+mj-cs"/>
            </a:endParaRPr>
          </a:p>
        </p:txBody>
      </p:sp>
      <p:sp>
        <p:nvSpPr>
          <p:cNvPr id="82" name="사각형: 잘린 한쪽 모서리 81">
            <a:extLst>
              <a:ext uri="{FF2B5EF4-FFF2-40B4-BE49-F238E27FC236}">
                <a16:creationId xmlns:a16="http://schemas.microsoft.com/office/drawing/2014/main" id="{EF70A932-5200-4019-B575-4A0648C56AE4}"/>
              </a:ext>
            </a:extLst>
          </p:cNvPr>
          <p:cNvSpPr/>
          <p:nvPr/>
        </p:nvSpPr>
        <p:spPr>
          <a:xfrm>
            <a:off x="4832669" y="1268760"/>
            <a:ext cx="3273425" cy="391715"/>
          </a:xfrm>
          <a:prstGeom prst="snip1Rect">
            <a:avLst>
              <a:gd name="adj" fmla="val 2816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83" name="텍스트 개체 틀 19">
            <a:extLst>
              <a:ext uri="{FF2B5EF4-FFF2-40B4-BE49-F238E27FC236}">
                <a16:creationId xmlns:a16="http://schemas.microsoft.com/office/drawing/2014/main" id="{12124626-CC31-4518-A875-0BC95A37154D}"/>
              </a:ext>
            </a:extLst>
          </p:cNvPr>
          <p:cNvSpPr txBox="1">
            <a:spLocks/>
          </p:cNvSpPr>
          <p:nvPr/>
        </p:nvSpPr>
        <p:spPr>
          <a:xfrm>
            <a:off x="4880611" y="1308289"/>
            <a:ext cx="3151187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client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185AF767-9299-499D-8153-EE98B39EE169}"/>
              </a:ext>
            </a:extLst>
          </p:cNvPr>
          <p:cNvGrpSpPr/>
          <p:nvPr/>
        </p:nvGrpSpPr>
        <p:grpSpPr>
          <a:xfrm>
            <a:off x="681673" y="4149080"/>
            <a:ext cx="3974167" cy="2105797"/>
            <a:chOff x="681673" y="4149080"/>
            <a:chExt cx="3974167" cy="2105797"/>
          </a:xfrm>
        </p:grpSpPr>
        <p:sp>
          <p:nvSpPr>
            <p:cNvPr id="73" name="Line 26">
              <a:extLst>
                <a:ext uri="{FF2B5EF4-FFF2-40B4-BE49-F238E27FC236}">
                  <a16:creationId xmlns:a16="http://schemas.microsoft.com/office/drawing/2014/main" id="{C16B09BF-4A41-4A71-83D4-17D076C802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705" y="4922520"/>
              <a:ext cx="2447135" cy="0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round/>
              <a:headEnd/>
              <a:tailEnd type="triangle" w="med" len="med"/>
            </a:ln>
          </p:spPr>
          <p:txBody>
            <a:bodyPr wrap="square" anchor="ctr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4E15DABE-17B3-46A5-A573-B548779EDCD1}"/>
                </a:ext>
              </a:extLst>
            </p:cNvPr>
            <p:cNvGrpSpPr/>
            <p:nvPr/>
          </p:nvGrpSpPr>
          <p:grpSpPr>
            <a:xfrm>
              <a:off x="681673" y="4149080"/>
              <a:ext cx="2562066" cy="2105797"/>
              <a:chOff x="681673" y="4149080"/>
              <a:chExt cx="2562066" cy="2105797"/>
            </a:xfrm>
          </p:grpSpPr>
          <p:sp>
            <p:nvSpPr>
              <p:cNvPr id="71" name="Text Box 24">
                <a:extLst>
                  <a:ext uri="{FF2B5EF4-FFF2-40B4-BE49-F238E27FC236}">
                    <a16:creationId xmlns:a16="http://schemas.microsoft.com/office/drawing/2014/main" id="{58425B5D-2485-4C6C-AB10-C130624AC6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1673" y="4705542"/>
                <a:ext cx="2562066" cy="1549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latin typeface="+mn-ea"/>
                    <a:cs typeface="+mj-cs"/>
                  </a:rPr>
                  <a:t>write reply to </a:t>
                </a:r>
              </a:p>
              <a:p>
                <a:pPr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ea typeface="+mj-ea"/>
                    <a:cs typeface="+mj-cs"/>
                  </a:rPr>
                  <a:t>serverSocket</a:t>
                </a:r>
              </a:p>
              <a:p>
                <a:pPr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latin typeface="+mn-ea"/>
                    <a:cs typeface="+mj-cs"/>
                  </a:rPr>
                  <a:t>specifying </a:t>
                </a:r>
                <a:br>
                  <a:rPr lang="en-US" altLang="ko-KR" sz="16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latin typeface="+mn-ea"/>
                    <a:cs typeface="+mj-cs"/>
                  </a:rPr>
                </a:br>
                <a:r>
                  <a:rPr lang="en-US" altLang="ko-KR" sz="16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latin typeface="+mn-ea"/>
                    <a:cs typeface="+mj-cs"/>
                  </a:rPr>
                  <a:t>client address,</a:t>
                </a:r>
              </a:p>
              <a:p>
                <a:pPr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latin typeface="+mn-ea"/>
                    <a:cs typeface="+mj-cs"/>
                  </a:rPr>
                  <a:t>port number</a:t>
                </a:r>
              </a:p>
            </p:txBody>
          </p:sp>
          <p:sp>
            <p:nvSpPr>
              <p:cNvPr id="84" name="Line 21">
                <a:extLst>
                  <a:ext uri="{FF2B5EF4-FFF2-40B4-BE49-F238E27FC236}">
                    <a16:creationId xmlns:a16="http://schemas.microsoft.com/office/drawing/2014/main" id="{3DAA240F-C6BE-40BC-A33A-F32CE639A1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6502" y="4149080"/>
                <a:ext cx="0" cy="581025"/>
              </a:xfrm>
              <a:prstGeom prst="line">
                <a:avLst/>
              </a:prstGeom>
              <a:noFill/>
              <a:ln w="28575">
                <a:solidFill>
                  <a:srgbClr val="105BA0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146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Example </a:t>
            </a:r>
            <a:r>
              <a:rPr lang="en-US" altLang="ko-KR"/>
              <a:t>app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UDP client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34</a:t>
            </a:fld>
            <a:endParaRPr lang="en-US" dirty="0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8EAA38E-1D9C-4BF1-A53D-07C35C864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2425" y="1634554"/>
            <a:ext cx="5091458" cy="394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from socket import *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serverName = </a:t>
            </a:r>
            <a:r>
              <a:rPr lang="en-US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‘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hostname</a:t>
            </a:r>
            <a:r>
              <a:rPr lang="en-US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’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serverPort = 12000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clientSocket = socket(AF_INET, 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                                         SOCK_DGRAM)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message = raw_input(</a:t>
            </a:r>
            <a:r>
              <a:rPr lang="en-US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’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Input lowercase sentence:</a:t>
            </a:r>
            <a:r>
              <a:rPr lang="en-US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’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clientSocket.sendto(message.encode(),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                                        (serverName, serverPort))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modifiedMessage, serverAddress = 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                                          clientSocket.recvfrom(2048)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print modifiedMessage.decode()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clientSocket.close()</a:t>
            </a: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36C157A6-E49D-436D-B1C1-1723A7BD928A}"/>
              </a:ext>
            </a:extLst>
          </p:cNvPr>
          <p:cNvSpPr/>
          <p:nvPr/>
        </p:nvSpPr>
        <p:spPr>
          <a:xfrm>
            <a:off x="3009273" y="1058927"/>
            <a:ext cx="2599048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8" name="텍스트 개체 틀 19">
            <a:extLst>
              <a:ext uri="{FF2B5EF4-FFF2-40B4-BE49-F238E27FC236}">
                <a16:creationId xmlns:a16="http://schemas.microsoft.com/office/drawing/2014/main" id="{18043017-F018-4C35-8B2C-49530213D027}"/>
              </a:ext>
            </a:extLst>
          </p:cNvPr>
          <p:cNvSpPr txBox="1">
            <a:spLocks/>
          </p:cNvSpPr>
          <p:nvPr/>
        </p:nvSpPr>
        <p:spPr>
          <a:xfrm>
            <a:off x="3070313" y="1098456"/>
            <a:ext cx="2476969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Python UDP Client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E6DF0F6-D789-4B75-B380-64FB5FB0BCA0}"/>
              </a:ext>
            </a:extLst>
          </p:cNvPr>
          <p:cNvGrpSpPr/>
          <p:nvPr/>
        </p:nvGrpSpPr>
        <p:grpSpPr>
          <a:xfrm>
            <a:off x="658812" y="1484784"/>
            <a:ext cx="2432369" cy="572464"/>
            <a:chOff x="658812" y="1521900"/>
            <a:chExt cx="2432369" cy="572464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07078696-BCF4-4947-B58B-FA35EBA54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2" y="1521900"/>
              <a:ext cx="2031047" cy="572464"/>
            </a:xfrm>
            <a:prstGeom prst="rect">
              <a:avLst/>
            </a:prstGeom>
            <a:solidFill>
              <a:srgbClr val="EFF5FB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넥슨Lv1고딕 Bold" panose="00000800000000000000" pitchFamily="2" charset="-127"/>
                  <a:cs typeface="+mj-cs"/>
                </a:rPr>
                <a:t>include Python</a:t>
              </a:r>
              <a:r>
                <a:rPr lang="en-US" altLang="en-US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넥슨Lv1고딕 Bold" panose="00000800000000000000" pitchFamily="2" charset="-127"/>
                  <a:cs typeface="+mj-cs"/>
                </a:rPr>
                <a:t>’</a:t>
              </a: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넥슨Lv1고딕 Bold" panose="00000800000000000000" pitchFamily="2" charset="-127"/>
                  <a:cs typeface="+mj-cs"/>
                </a:rPr>
                <a:t>s socket library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F5F8BF-8E9B-4891-A0B3-3C1483E6E0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82240" y="1916832"/>
              <a:ext cx="408941" cy="0"/>
            </a:xfrm>
            <a:prstGeom prst="line">
              <a:avLst/>
            </a:prstGeom>
            <a:noFill/>
            <a:ln w="12700">
              <a:solidFill>
                <a:srgbClr val="105BA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2D069CD-E6F5-448C-A10B-FC0985B98352}"/>
              </a:ext>
            </a:extLst>
          </p:cNvPr>
          <p:cNvGrpSpPr/>
          <p:nvPr/>
        </p:nvGrpSpPr>
        <p:grpSpPr>
          <a:xfrm>
            <a:off x="658812" y="2348880"/>
            <a:ext cx="2432369" cy="572464"/>
            <a:chOff x="658812" y="2541776"/>
            <a:chExt cx="2432369" cy="572464"/>
          </a:xfrm>
        </p:grpSpPr>
        <p:sp>
          <p:nvSpPr>
            <p:cNvPr id="29" name="TextBox 3">
              <a:extLst>
                <a:ext uri="{FF2B5EF4-FFF2-40B4-BE49-F238E27FC236}">
                  <a16:creationId xmlns:a16="http://schemas.microsoft.com/office/drawing/2014/main" id="{624AB34E-0722-4F18-AFC7-48488DC9E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2" y="2541776"/>
              <a:ext cx="2031047" cy="572464"/>
            </a:xfrm>
            <a:prstGeom prst="rect">
              <a:avLst/>
            </a:prstGeom>
            <a:solidFill>
              <a:srgbClr val="EFF5FB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넥슨Lv1고딕 Bold" panose="00000800000000000000" pitchFamily="2" charset="-127"/>
                  <a:cs typeface="+mj-cs"/>
                </a:rPr>
                <a:t>create UDP socket for server</a:t>
              </a:r>
            </a:p>
          </p:txBody>
        </p:sp>
        <p:cxnSp>
          <p:nvCxnSpPr>
            <p:cNvPr id="30" name="Straight Connector 10">
              <a:extLst>
                <a:ext uri="{FF2B5EF4-FFF2-40B4-BE49-F238E27FC236}">
                  <a16:creationId xmlns:a16="http://schemas.microsoft.com/office/drawing/2014/main" id="{12EA63EE-664A-4485-8504-3E161C28B8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82240" y="2996952"/>
              <a:ext cx="408941" cy="0"/>
            </a:xfrm>
            <a:prstGeom prst="line">
              <a:avLst/>
            </a:prstGeom>
            <a:noFill/>
            <a:ln w="12700">
              <a:solidFill>
                <a:srgbClr val="105BA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78C9FDBC-526F-49AA-AACB-A2EA48F9A7C8}"/>
              </a:ext>
            </a:extLst>
          </p:cNvPr>
          <p:cNvGrpSpPr/>
          <p:nvPr/>
        </p:nvGrpSpPr>
        <p:grpSpPr>
          <a:xfrm>
            <a:off x="658812" y="2965411"/>
            <a:ext cx="2432369" cy="572464"/>
            <a:chOff x="658812" y="3167233"/>
            <a:chExt cx="2432369" cy="572464"/>
          </a:xfrm>
        </p:grpSpPr>
        <p:sp>
          <p:nvSpPr>
            <p:cNvPr id="31" name="TextBox 3">
              <a:extLst>
                <a:ext uri="{FF2B5EF4-FFF2-40B4-BE49-F238E27FC236}">
                  <a16:creationId xmlns:a16="http://schemas.microsoft.com/office/drawing/2014/main" id="{272D1843-F7C5-407C-88F4-CF63084F6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2" y="3167233"/>
              <a:ext cx="2031047" cy="572464"/>
            </a:xfrm>
            <a:prstGeom prst="rect">
              <a:avLst/>
            </a:prstGeom>
            <a:solidFill>
              <a:srgbClr val="EFF5FB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넥슨Lv1고딕 Bold" panose="00000800000000000000" pitchFamily="2" charset="-127"/>
                  <a:cs typeface="+mj-cs"/>
                </a:rPr>
                <a:t>get user keyboard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넥슨Lv1고딕 Bold" panose="00000800000000000000" pitchFamily="2" charset="-127"/>
                  <a:cs typeface="+mj-cs"/>
                </a:rPr>
                <a:t>input </a:t>
              </a:r>
            </a:p>
          </p:txBody>
        </p:sp>
        <p:cxnSp>
          <p:nvCxnSpPr>
            <p:cNvPr id="32" name="Straight Connector 10">
              <a:extLst>
                <a:ext uri="{FF2B5EF4-FFF2-40B4-BE49-F238E27FC236}">
                  <a16:creationId xmlns:a16="http://schemas.microsoft.com/office/drawing/2014/main" id="{AE13949E-4FF7-4DA7-9FB5-0F04AC8B01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82240" y="3678932"/>
              <a:ext cx="408941" cy="0"/>
            </a:xfrm>
            <a:prstGeom prst="line">
              <a:avLst/>
            </a:prstGeom>
            <a:noFill/>
            <a:ln w="12700">
              <a:solidFill>
                <a:srgbClr val="105BA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3E2729E-40BE-47ED-9759-4125C11BE4E8}"/>
              </a:ext>
            </a:extLst>
          </p:cNvPr>
          <p:cNvGrpSpPr/>
          <p:nvPr/>
        </p:nvGrpSpPr>
        <p:grpSpPr>
          <a:xfrm>
            <a:off x="658812" y="3581942"/>
            <a:ext cx="2432369" cy="812530"/>
            <a:chOff x="658812" y="3792690"/>
            <a:chExt cx="2432369" cy="812530"/>
          </a:xfrm>
        </p:grpSpPr>
        <p:sp>
          <p:nvSpPr>
            <p:cNvPr id="33" name="TextBox 3">
              <a:extLst>
                <a:ext uri="{FF2B5EF4-FFF2-40B4-BE49-F238E27FC236}">
                  <a16:creationId xmlns:a16="http://schemas.microsoft.com/office/drawing/2014/main" id="{9DF5E9FF-93D9-4D46-9FA1-ACC29FDD3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2" y="3792690"/>
              <a:ext cx="2031047" cy="812530"/>
            </a:xfrm>
            <a:prstGeom prst="rect">
              <a:avLst/>
            </a:prstGeom>
            <a:solidFill>
              <a:srgbClr val="EFF5FB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넥슨Lv1고딕 Bold" panose="00000800000000000000" pitchFamily="2" charset="-127"/>
                  <a:cs typeface="+mj-cs"/>
                </a:rPr>
                <a:t>Attach server name, port to message; send into socket</a:t>
              </a:r>
            </a:p>
          </p:txBody>
        </p:sp>
        <p:cxnSp>
          <p:nvCxnSpPr>
            <p:cNvPr id="34" name="Straight Connector 10">
              <a:extLst>
                <a:ext uri="{FF2B5EF4-FFF2-40B4-BE49-F238E27FC236}">
                  <a16:creationId xmlns:a16="http://schemas.microsoft.com/office/drawing/2014/main" id="{083192FD-73B1-4DB6-BBA9-EA2BA14DA3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82240" y="4006512"/>
              <a:ext cx="408941" cy="0"/>
            </a:xfrm>
            <a:prstGeom prst="line">
              <a:avLst/>
            </a:prstGeom>
            <a:noFill/>
            <a:ln w="12700">
              <a:solidFill>
                <a:srgbClr val="105BA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7E636D6-08F6-444F-B314-35B2DE3F2E9C}"/>
              </a:ext>
            </a:extLst>
          </p:cNvPr>
          <p:cNvGrpSpPr/>
          <p:nvPr/>
        </p:nvGrpSpPr>
        <p:grpSpPr>
          <a:xfrm>
            <a:off x="658812" y="4438539"/>
            <a:ext cx="2447459" cy="812530"/>
            <a:chOff x="658812" y="4658213"/>
            <a:chExt cx="2447459" cy="812530"/>
          </a:xfrm>
        </p:grpSpPr>
        <p:cxnSp>
          <p:nvCxnSpPr>
            <p:cNvPr id="36" name="Straight Connector 10">
              <a:extLst>
                <a:ext uri="{FF2B5EF4-FFF2-40B4-BE49-F238E27FC236}">
                  <a16:creationId xmlns:a16="http://schemas.microsoft.com/office/drawing/2014/main" id="{467B3771-9F45-4EE4-85C9-CDED39E84F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51584" y="4699228"/>
              <a:ext cx="754687" cy="0"/>
            </a:xfrm>
            <a:prstGeom prst="line">
              <a:avLst/>
            </a:prstGeom>
            <a:noFill/>
            <a:ln w="12700">
              <a:solidFill>
                <a:srgbClr val="105BA0"/>
              </a:solidFill>
              <a:round/>
              <a:headEnd/>
              <a:tailEnd type="triangle" w="med" len="med"/>
            </a:ln>
          </p:spPr>
        </p:cxnSp>
        <p:sp>
          <p:nvSpPr>
            <p:cNvPr id="38" name="TextBox 3">
              <a:extLst>
                <a:ext uri="{FF2B5EF4-FFF2-40B4-BE49-F238E27FC236}">
                  <a16:creationId xmlns:a16="http://schemas.microsoft.com/office/drawing/2014/main" id="{E1F88B3B-EE3D-45CF-8674-C7601CA2CD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2" y="4658213"/>
              <a:ext cx="2031047" cy="812530"/>
            </a:xfrm>
            <a:prstGeom prst="rect">
              <a:avLst/>
            </a:prstGeom>
            <a:solidFill>
              <a:srgbClr val="EFF5FB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넥슨Lv1고딕 Bold" panose="00000800000000000000" pitchFamily="2" charset="-127"/>
                  <a:cs typeface="+mj-cs"/>
                </a:rPr>
                <a:t>read reply characters from socket into string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AFAAC25-EF8C-49CF-AAAD-AEAB6C70E466}"/>
              </a:ext>
            </a:extLst>
          </p:cNvPr>
          <p:cNvGrpSpPr/>
          <p:nvPr/>
        </p:nvGrpSpPr>
        <p:grpSpPr>
          <a:xfrm>
            <a:off x="658812" y="5093492"/>
            <a:ext cx="2458720" cy="1014174"/>
            <a:chOff x="658812" y="5093492"/>
            <a:chExt cx="2458720" cy="1014174"/>
          </a:xfrm>
        </p:grpSpPr>
        <p:sp>
          <p:nvSpPr>
            <p:cNvPr id="40" name="TextBox 3">
              <a:extLst>
                <a:ext uri="{FF2B5EF4-FFF2-40B4-BE49-F238E27FC236}">
                  <a16:creationId xmlns:a16="http://schemas.microsoft.com/office/drawing/2014/main" id="{B0AE6E2C-62A6-43FF-8BC2-1ACA80CFB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2" y="5295136"/>
              <a:ext cx="2031047" cy="812530"/>
            </a:xfrm>
            <a:prstGeom prst="rect">
              <a:avLst/>
            </a:prstGeom>
            <a:solidFill>
              <a:srgbClr val="EFF5FB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넥슨Lv1고딕 Bold" panose="00000800000000000000" pitchFamily="2" charset="-127"/>
                  <a:cs typeface="+mj-cs"/>
                </a:rPr>
                <a:t>print out received string and close socket</a:t>
              </a:r>
            </a:p>
          </p:txBody>
        </p: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8BCD1B12-EAF2-43B6-AF66-F36E6727FEBA}"/>
                </a:ext>
              </a:extLst>
            </p:cNvPr>
            <p:cNvSpPr/>
            <p:nvPr/>
          </p:nvSpPr>
          <p:spPr>
            <a:xfrm flipV="1">
              <a:off x="2660332" y="5093492"/>
              <a:ext cx="457200" cy="392908"/>
            </a:xfrm>
            <a:custGeom>
              <a:avLst/>
              <a:gdLst>
                <a:gd name="connsiteX0" fmla="*/ 0 w 297656"/>
                <a:gd name="connsiteY0" fmla="*/ 0 h 702468"/>
                <a:gd name="connsiteX1" fmla="*/ 123825 w 297656"/>
                <a:gd name="connsiteY1" fmla="*/ 0 h 702468"/>
                <a:gd name="connsiteX2" fmla="*/ 123825 w 297656"/>
                <a:gd name="connsiteY2" fmla="*/ 702468 h 702468"/>
                <a:gd name="connsiteX3" fmla="*/ 297656 w 297656"/>
                <a:gd name="connsiteY3" fmla="*/ 702468 h 702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656" h="702468">
                  <a:moveTo>
                    <a:pt x="0" y="0"/>
                  </a:moveTo>
                  <a:lnTo>
                    <a:pt x="123825" y="0"/>
                  </a:lnTo>
                  <a:lnTo>
                    <a:pt x="123825" y="702468"/>
                  </a:lnTo>
                  <a:lnTo>
                    <a:pt x="297656" y="702468"/>
                  </a:lnTo>
                </a:path>
              </a:pathLst>
            </a:custGeom>
            <a:noFill/>
            <a:ln w="12700">
              <a:solidFill>
                <a:srgbClr val="105BA0"/>
              </a:solidFill>
              <a:round/>
              <a:headEnd/>
              <a:tailEnd type="triangle" w="med" len="med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07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Example app </a:t>
            </a:r>
            <a:r>
              <a:rPr lang="en-US" altLang="ko-KR" dirty="0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UDP server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35</a:t>
            </a:fld>
            <a:endParaRPr lang="en-US" dirty="0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C03A09C2-834C-4458-A2DC-28B3C4DE8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5812" y="1634554"/>
            <a:ext cx="5836854" cy="3297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from socket import *</a:t>
            </a:r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serverPort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= 12000</a:t>
            </a:r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serverSocket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= socket(AF_INET, SOCK_DGRAM)</a:t>
            </a:r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serverSocket.bind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(('',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serverPort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print (“The server is ready to receive”)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while True: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   message,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clientAddress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=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serverSocket.recvfrom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(2048)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  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modifiedMessage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=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message.decode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().upper()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  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serverSocket.sendto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(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modifiedMessage.encode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(),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                                            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clientAddress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)</a:t>
            </a:r>
          </a:p>
        </p:txBody>
      </p:sp>
      <p:sp>
        <p:nvSpPr>
          <p:cNvPr id="6" name="사각형: 잘린 한쪽 모서리 5">
            <a:extLst>
              <a:ext uri="{FF2B5EF4-FFF2-40B4-BE49-F238E27FC236}">
                <a16:creationId xmlns:a16="http://schemas.microsoft.com/office/drawing/2014/main" id="{91D389E0-F142-4404-934C-68E176CD99F4}"/>
              </a:ext>
            </a:extLst>
          </p:cNvPr>
          <p:cNvSpPr/>
          <p:nvPr/>
        </p:nvSpPr>
        <p:spPr>
          <a:xfrm>
            <a:off x="2472660" y="1058927"/>
            <a:ext cx="2599048" cy="391715"/>
          </a:xfrm>
          <a:prstGeom prst="snip1Rect">
            <a:avLst>
              <a:gd name="adj" fmla="val 2816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7" name="텍스트 개체 틀 19">
            <a:extLst>
              <a:ext uri="{FF2B5EF4-FFF2-40B4-BE49-F238E27FC236}">
                <a16:creationId xmlns:a16="http://schemas.microsoft.com/office/drawing/2014/main" id="{E171D813-E1E5-41FD-9B3E-B00E0E9021B4}"/>
              </a:ext>
            </a:extLst>
          </p:cNvPr>
          <p:cNvSpPr txBox="1">
            <a:spLocks/>
          </p:cNvSpPr>
          <p:nvPr/>
        </p:nvSpPr>
        <p:spPr>
          <a:xfrm>
            <a:off x="2533700" y="1098456"/>
            <a:ext cx="2476969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Python UDP Server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8BC4EEF-03B4-4A10-8D8C-A36FDDE43326}"/>
              </a:ext>
            </a:extLst>
          </p:cNvPr>
          <p:cNvGrpSpPr/>
          <p:nvPr/>
        </p:nvGrpSpPr>
        <p:grpSpPr>
          <a:xfrm>
            <a:off x="658813" y="2247663"/>
            <a:ext cx="1884838" cy="757130"/>
            <a:chOff x="658813" y="2247663"/>
            <a:chExt cx="1884838" cy="757130"/>
          </a:xfrm>
        </p:grpSpPr>
        <p:cxnSp>
          <p:nvCxnSpPr>
            <p:cNvPr id="21" name="Straight Connector 10">
              <a:extLst>
                <a:ext uri="{FF2B5EF4-FFF2-40B4-BE49-F238E27FC236}">
                  <a16:creationId xmlns:a16="http://schemas.microsoft.com/office/drawing/2014/main" id="{B57EA39C-ECC5-45C9-80EF-918AE47F8F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84191" y="2830076"/>
              <a:ext cx="459460" cy="0"/>
            </a:xfrm>
            <a:prstGeom prst="line">
              <a:avLst/>
            </a:prstGeom>
            <a:noFill/>
            <a:ln w="12700">
              <a:solidFill>
                <a:srgbClr val="098983"/>
              </a:solidFill>
              <a:round/>
              <a:headEnd/>
              <a:tailEnd type="triangle" w="med" len="med"/>
            </a:ln>
          </p:spPr>
        </p:cxnSp>
        <p:sp>
          <p:nvSpPr>
            <p:cNvPr id="20" name="TextBox 3">
              <a:extLst>
                <a:ext uri="{FF2B5EF4-FFF2-40B4-BE49-F238E27FC236}">
                  <a16:creationId xmlns:a16="http://schemas.microsoft.com/office/drawing/2014/main" id="{A4C7378B-24F0-4596-B582-BDC38D9AA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3" y="2247663"/>
              <a:ext cx="1624077" cy="7571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넥슨Lv1고딕 Bold" panose="00000800000000000000" pitchFamily="2" charset="-127"/>
                  <a:cs typeface="+mj-cs"/>
                </a:rPr>
                <a:t>bind socket to local port number 12000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9A76564-9F5C-47A7-81E0-B73DC94CB411}"/>
              </a:ext>
            </a:extLst>
          </p:cNvPr>
          <p:cNvGrpSpPr/>
          <p:nvPr/>
        </p:nvGrpSpPr>
        <p:grpSpPr>
          <a:xfrm>
            <a:off x="658813" y="1443013"/>
            <a:ext cx="1875313" cy="1069206"/>
            <a:chOff x="658813" y="1443013"/>
            <a:chExt cx="1875313" cy="1069206"/>
          </a:xfrm>
        </p:grpSpPr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D3DD9DC2-EF1C-4891-B8EF-7CDB9B48F680}"/>
                </a:ext>
              </a:extLst>
            </p:cNvPr>
            <p:cNvSpPr/>
            <p:nvPr/>
          </p:nvSpPr>
          <p:spPr>
            <a:xfrm>
              <a:off x="2236470" y="1824038"/>
              <a:ext cx="297656" cy="688181"/>
            </a:xfrm>
            <a:custGeom>
              <a:avLst/>
              <a:gdLst>
                <a:gd name="connsiteX0" fmla="*/ 0 w 297656"/>
                <a:gd name="connsiteY0" fmla="*/ 0 h 702468"/>
                <a:gd name="connsiteX1" fmla="*/ 123825 w 297656"/>
                <a:gd name="connsiteY1" fmla="*/ 0 h 702468"/>
                <a:gd name="connsiteX2" fmla="*/ 123825 w 297656"/>
                <a:gd name="connsiteY2" fmla="*/ 702468 h 702468"/>
                <a:gd name="connsiteX3" fmla="*/ 297656 w 297656"/>
                <a:gd name="connsiteY3" fmla="*/ 702468 h 702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656" h="702468">
                  <a:moveTo>
                    <a:pt x="0" y="0"/>
                  </a:moveTo>
                  <a:lnTo>
                    <a:pt x="123825" y="0"/>
                  </a:lnTo>
                  <a:lnTo>
                    <a:pt x="123825" y="702468"/>
                  </a:lnTo>
                  <a:lnTo>
                    <a:pt x="297656" y="702468"/>
                  </a:lnTo>
                </a:path>
              </a:pathLst>
            </a:custGeom>
            <a:noFill/>
            <a:ln w="12700">
              <a:solidFill>
                <a:srgbClr val="098983"/>
              </a:solidFill>
              <a:round/>
              <a:headEnd/>
              <a:tailEnd type="triangle" w="med" len="med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3">
              <a:extLst>
                <a:ext uri="{FF2B5EF4-FFF2-40B4-BE49-F238E27FC236}">
                  <a16:creationId xmlns:a16="http://schemas.microsoft.com/office/drawing/2014/main" id="{0C8F11A2-98FE-4F04-8183-A3FD30C86A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3" y="1443013"/>
              <a:ext cx="1624077" cy="5355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2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넥슨Lv1고딕 Bold" panose="00000800000000000000" pitchFamily="2" charset="-127"/>
                  <a:cs typeface="+mj-cs"/>
                </a:rPr>
                <a:t>create </a:t>
              </a:r>
              <a:br>
                <a:rPr lang="en-US" altLang="ko-KR" sz="12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넥슨Lv1고딕 Bold" panose="00000800000000000000" pitchFamily="2" charset="-127"/>
                  <a:cs typeface="+mj-cs"/>
                </a:rPr>
              </a:br>
              <a:r>
                <a:rPr lang="en-US" altLang="ko-KR" sz="12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넥슨Lv1고딕 Bold" panose="00000800000000000000" pitchFamily="2" charset="-127"/>
                  <a:cs typeface="+mj-cs"/>
                </a:rPr>
                <a:t>UDP socket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DE22463-0B3D-49C4-980B-3A21DA636D69}"/>
              </a:ext>
            </a:extLst>
          </p:cNvPr>
          <p:cNvGrpSpPr/>
          <p:nvPr/>
        </p:nvGrpSpPr>
        <p:grpSpPr>
          <a:xfrm>
            <a:off x="658813" y="3284984"/>
            <a:ext cx="1884838" cy="332399"/>
            <a:chOff x="658813" y="3284984"/>
            <a:chExt cx="1884838" cy="332399"/>
          </a:xfrm>
        </p:grpSpPr>
        <p:cxnSp>
          <p:nvCxnSpPr>
            <p:cNvPr id="23" name="Straight Connector 10">
              <a:extLst>
                <a:ext uri="{FF2B5EF4-FFF2-40B4-BE49-F238E27FC236}">
                  <a16:creationId xmlns:a16="http://schemas.microsoft.com/office/drawing/2014/main" id="{C0DD51CE-FAD5-47A5-8CC7-48CC6783A5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34710" y="3459200"/>
              <a:ext cx="408941" cy="0"/>
            </a:xfrm>
            <a:prstGeom prst="line">
              <a:avLst/>
            </a:prstGeom>
            <a:noFill/>
            <a:ln w="12700">
              <a:solidFill>
                <a:srgbClr val="098983"/>
              </a:solidFill>
              <a:round/>
              <a:headEnd/>
              <a:tailEnd type="triangle" w="med" len="med"/>
            </a:ln>
          </p:spPr>
        </p:cxnSp>
        <p:sp>
          <p:nvSpPr>
            <p:cNvPr id="22" name="TextBox 3">
              <a:extLst>
                <a:ext uri="{FF2B5EF4-FFF2-40B4-BE49-F238E27FC236}">
                  <a16:creationId xmlns:a16="http://schemas.microsoft.com/office/drawing/2014/main" id="{C5ED2761-64A5-4C3B-B384-11F7CD2BF7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3" y="3284984"/>
              <a:ext cx="1624077" cy="3323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넥슨Lv1고딕 Bold" panose="00000800000000000000" pitchFamily="2" charset="-127"/>
                  <a:cs typeface="+mj-cs"/>
                </a:rPr>
                <a:t>loop forever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3A2EE09-603F-4F94-B2FD-322B77027E5D}"/>
              </a:ext>
            </a:extLst>
          </p:cNvPr>
          <p:cNvGrpSpPr/>
          <p:nvPr/>
        </p:nvGrpSpPr>
        <p:grpSpPr>
          <a:xfrm>
            <a:off x="658813" y="3671675"/>
            <a:ext cx="2043934" cy="1532727"/>
            <a:chOff x="658813" y="3671675"/>
            <a:chExt cx="2043934" cy="1532727"/>
          </a:xfrm>
        </p:grpSpPr>
        <p:cxnSp>
          <p:nvCxnSpPr>
            <p:cNvPr id="26" name="Straight Connector 10">
              <a:extLst>
                <a:ext uri="{FF2B5EF4-FFF2-40B4-BE49-F238E27FC236}">
                  <a16:creationId xmlns:a16="http://schemas.microsoft.com/office/drawing/2014/main" id="{202ECD38-9E1C-45FB-949B-01EFBDE7E4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27494" y="3826360"/>
              <a:ext cx="475253" cy="0"/>
            </a:xfrm>
            <a:prstGeom prst="line">
              <a:avLst/>
            </a:prstGeom>
            <a:noFill/>
            <a:ln w="12700">
              <a:solidFill>
                <a:srgbClr val="098983"/>
              </a:solidFill>
              <a:round/>
              <a:headEnd/>
              <a:tailEnd type="triangle" w="med" len="med"/>
            </a:ln>
          </p:spPr>
        </p:cxnSp>
        <p:sp>
          <p:nvSpPr>
            <p:cNvPr id="25" name="TextBox 3">
              <a:extLst>
                <a:ext uri="{FF2B5EF4-FFF2-40B4-BE49-F238E27FC236}">
                  <a16:creationId xmlns:a16="http://schemas.microsoft.com/office/drawing/2014/main" id="{59C81F37-74A0-4EDD-9AD6-A7131B3D9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3" y="3671675"/>
              <a:ext cx="1624077" cy="15327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넥슨Lv1고딕 Bold" panose="00000800000000000000" pitchFamily="2" charset="-127"/>
                  <a:cs typeface="+mj-cs"/>
                </a:rPr>
                <a:t>Read from UDP socket into message, getting client’s address (client IP and port)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4A771B2-FB5B-494D-B91B-9F29E322C384}"/>
              </a:ext>
            </a:extLst>
          </p:cNvPr>
          <p:cNvGrpSpPr/>
          <p:nvPr/>
        </p:nvGrpSpPr>
        <p:grpSpPr>
          <a:xfrm>
            <a:off x="658813" y="4455317"/>
            <a:ext cx="2053907" cy="1855973"/>
            <a:chOff x="658813" y="4455317"/>
            <a:chExt cx="2053907" cy="1855973"/>
          </a:xfrm>
        </p:grpSpPr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8C01FDCF-2E8A-4DBE-BE10-D4B1366314E2}"/>
                </a:ext>
              </a:extLst>
            </p:cNvPr>
            <p:cNvSpPr/>
            <p:nvPr/>
          </p:nvSpPr>
          <p:spPr>
            <a:xfrm flipV="1">
              <a:off x="2255520" y="4455317"/>
              <a:ext cx="457200" cy="967581"/>
            </a:xfrm>
            <a:custGeom>
              <a:avLst/>
              <a:gdLst>
                <a:gd name="connsiteX0" fmla="*/ 0 w 297656"/>
                <a:gd name="connsiteY0" fmla="*/ 0 h 702468"/>
                <a:gd name="connsiteX1" fmla="*/ 123825 w 297656"/>
                <a:gd name="connsiteY1" fmla="*/ 0 h 702468"/>
                <a:gd name="connsiteX2" fmla="*/ 123825 w 297656"/>
                <a:gd name="connsiteY2" fmla="*/ 702468 h 702468"/>
                <a:gd name="connsiteX3" fmla="*/ 297656 w 297656"/>
                <a:gd name="connsiteY3" fmla="*/ 702468 h 702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656" h="702468">
                  <a:moveTo>
                    <a:pt x="0" y="0"/>
                  </a:moveTo>
                  <a:lnTo>
                    <a:pt x="123825" y="0"/>
                  </a:lnTo>
                  <a:lnTo>
                    <a:pt x="123825" y="702468"/>
                  </a:lnTo>
                  <a:lnTo>
                    <a:pt x="297656" y="702468"/>
                  </a:lnTo>
                </a:path>
              </a:pathLst>
            </a:custGeom>
            <a:noFill/>
            <a:ln w="12700">
              <a:solidFill>
                <a:srgbClr val="098983"/>
              </a:solidFill>
              <a:round/>
              <a:headEnd/>
              <a:tailEnd type="triangle" w="med" len="med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">
              <a:extLst>
                <a:ext uri="{FF2B5EF4-FFF2-40B4-BE49-F238E27FC236}">
                  <a16:creationId xmlns:a16="http://schemas.microsoft.com/office/drawing/2014/main" id="{AD76784D-78FF-4F37-83A1-6C1DA53A8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3" y="5258694"/>
              <a:ext cx="1633537" cy="10525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넥슨Lv1고딕 Bold" panose="00000800000000000000" pitchFamily="2" charset="-127"/>
                  <a:cs typeface="+mj-cs"/>
                </a:rPr>
                <a:t>send upper case string back to this client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651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잘린 한쪽 모서리 19">
            <a:extLst>
              <a:ext uri="{FF2B5EF4-FFF2-40B4-BE49-F238E27FC236}">
                <a16:creationId xmlns:a16="http://schemas.microsoft.com/office/drawing/2014/main" id="{DAD7E1DD-FD48-440D-9568-B339EE411BFA}"/>
              </a:ext>
            </a:extLst>
          </p:cNvPr>
          <p:cNvSpPr/>
          <p:nvPr/>
        </p:nvSpPr>
        <p:spPr>
          <a:xfrm>
            <a:off x="658814" y="4960114"/>
            <a:ext cx="7250746" cy="1364486"/>
          </a:xfrm>
          <a:prstGeom prst="snip1Rect">
            <a:avLst>
              <a:gd name="adj" fmla="val 13375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Socket </a:t>
            </a:r>
            <a:r>
              <a:rPr lang="en-US" altLang="ko-KR"/>
              <a:t>programming </a:t>
            </a:r>
            <a:r>
              <a:rPr lang="en-US" altLang="ko-KR">
                <a:solidFill>
                  <a:schemeClr val="bg1"/>
                </a:solidFill>
              </a:rPr>
              <a:t>with TCP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36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E497D9F-1C1E-49C3-B0DE-965D8DA8C69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59204"/>
            <a:ext cx="3779838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클라이언트는 서버에 접속해야만 한다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C330FD4-697B-4020-9569-02721273D63D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50844"/>
            <a:ext cx="6922692" cy="64184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 프로세스가 먼저 작동하고 있어야 한다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서버는 클라이언트의 접속을 받아들일 수 있는 입구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– Socket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생성하고 있어야 한다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2B4CC64-A72C-434A-98D7-B396DFA7B13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204864"/>
            <a:ext cx="5274298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클라이언트는 다음과 같이 서버에 접속한다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 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6998683-C9C4-4BF6-A8CC-8A088BF06D9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596504"/>
            <a:ext cx="7277340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 socket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생성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IP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지정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 프로세스의 포트 번호 지정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클라이언트 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Socket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이 생성되면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서버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와 연결을 설정한다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BACB0AC-4052-419C-920C-17E9AAEF1C1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356992"/>
            <a:ext cx="727734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클라이언트로부터의 접속이 시도되면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서버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는 새로운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Socket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을 생성하고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이를 통해 서버 프로세스가 접속한 해당 클라이언트와 통신할 수 있게 한다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endParaRPr lang="en-US" altLang="ko-KR" sz="15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3201475-80CD-4F22-ABF9-5F9FFECB6E7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074388"/>
            <a:ext cx="7277340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서버가 다수의 클라이언트와 소통할 수 있게 허용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출발지 포트번호가 클라이언트들을 구분하는데 사용됨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(3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장 참조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C2505F62-FE0C-4B85-B7E4-7042F94F6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1" y="5562188"/>
            <a:ext cx="6964680" cy="6272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180000" anchor="ctr">
            <a:spAutoFit/>
          </a:bodyPr>
          <a:lstStyle/>
          <a:p>
            <a:pPr marL="0" lvl="3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는 클라이언트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-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서버 간에 신뢰할 수 있고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순서가 지켜지는 바이트 스트림 전송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</a:t>
            </a:r>
            <a:r>
              <a:rPr lang="ja-JP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cs typeface="+mj-cs"/>
              </a:rPr>
              <a:t>“</a:t>
            </a:r>
            <a:r>
              <a:rPr lang="en-US" altLang="ja-JP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pipe</a:t>
            </a:r>
            <a:r>
              <a:rPr lang="ja-JP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cs typeface="+mj-cs"/>
              </a:rPr>
              <a:t>”</a:t>
            </a:r>
            <a:r>
              <a:rPr lang="en-US" altLang="ja-JP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)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을 제공한다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 </a:t>
            </a:r>
          </a:p>
        </p:txBody>
      </p:sp>
      <p:sp>
        <p:nvSpPr>
          <p:cNvPr id="21" name="텍스트 개체 틀 19">
            <a:extLst>
              <a:ext uri="{FF2B5EF4-FFF2-40B4-BE49-F238E27FC236}">
                <a16:creationId xmlns:a16="http://schemas.microsoft.com/office/drawing/2014/main" id="{5283A8B4-9F97-4327-9636-963609150458}"/>
              </a:ext>
            </a:extLst>
          </p:cNvPr>
          <p:cNvSpPr txBox="1">
            <a:spLocks/>
          </p:cNvSpPr>
          <p:nvPr/>
        </p:nvSpPr>
        <p:spPr>
          <a:xfrm>
            <a:off x="1271464" y="5084420"/>
            <a:ext cx="3166426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응용 프로그램의 관점에서는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74625A6-5559-465D-9D87-397AE12DF04A}"/>
              </a:ext>
            </a:extLst>
          </p:cNvPr>
          <p:cNvGrpSpPr/>
          <p:nvPr/>
        </p:nvGrpSpPr>
        <p:grpSpPr>
          <a:xfrm>
            <a:off x="748454" y="4938934"/>
            <a:ext cx="453816" cy="540785"/>
            <a:chOff x="670134" y="1134215"/>
            <a:chExt cx="499078" cy="594722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7E0926CC-372A-417E-A676-28A328C2BE4E}"/>
                </a:ext>
              </a:extLst>
            </p:cNvPr>
            <p:cNvSpPr/>
            <p:nvPr/>
          </p:nvSpPr>
          <p:spPr>
            <a:xfrm>
              <a:off x="758635" y="1644516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5" name="그래픽 9">
              <a:extLst>
                <a:ext uri="{FF2B5EF4-FFF2-40B4-BE49-F238E27FC236}">
                  <a16:creationId xmlns:a16="http://schemas.microsoft.com/office/drawing/2014/main" id="{EE9EA921-FEED-4384-B981-DF2B260D0382}"/>
                </a:ext>
              </a:extLst>
            </p:cNvPr>
            <p:cNvSpPr/>
            <p:nvPr/>
          </p:nvSpPr>
          <p:spPr>
            <a:xfrm rot="5400000">
              <a:off x="638044" y="1166305"/>
              <a:ext cx="563257" cy="499078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92B0759E-6FD5-4300-B522-6BB3936A1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/>
          </p:blipFill>
          <p:spPr>
            <a:xfrm>
              <a:off x="729500" y="1317974"/>
              <a:ext cx="375876" cy="2177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61556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Client/server socket interaction </a:t>
            </a:r>
            <a:r>
              <a:rPr lang="en-US" altLang="ko-KR" dirty="0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TCP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37</a:t>
            </a:fld>
            <a:endParaRPr lang="en-US" dirty="0"/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FBBEDF7D-D70D-4748-8894-3F370C2E4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75" y="13335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lang="ko-KR" altLang="ko-KR" sz="2400" dirty="0">
              <a:solidFill>
                <a:srgbClr val="000000"/>
              </a:solidFill>
              <a:latin typeface="G마켓 산스 TTF Medium" panose="02000000000000000000" pitchFamily="2" charset="-127"/>
            </a:endParaRPr>
          </a:p>
        </p:txBody>
      </p:sp>
      <p:sp>
        <p:nvSpPr>
          <p:cNvPr id="21" name="사각형: 잘린 한쪽 모서리 20">
            <a:extLst>
              <a:ext uri="{FF2B5EF4-FFF2-40B4-BE49-F238E27FC236}">
                <a16:creationId xmlns:a16="http://schemas.microsoft.com/office/drawing/2014/main" id="{3E3B5643-7D06-4543-A74D-BADBCC7A4F29}"/>
              </a:ext>
            </a:extLst>
          </p:cNvPr>
          <p:cNvSpPr/>
          <p:nvPr/>
        </p:nvSpPr>
        <p:spPr>
          <a:xfrm>
            <a:off x="698847" y="1157223"/>
            <a:ext cx="3273425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 dirty="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2" name="텍스트 개체 틀 19">
            <a:extLst>
              <a:ext uri="{FF2B5EF4-FFF2-40B4-BE49-F238E27FC236}">
                <a16:creationId xmlns:a16="http://schemas.microsoft.com/office/drawing/2014/main" id="{90201B44-7272-4B54-B63E-1EE996E24B08}"/>
              </a:ext>
            </a:extLst>
          </p:cNvPr>
          <p:cNvSpPr txBox="1">
            <a:spLocks/>
          </p:cNvSpPr>
          <p:nvPr/>
        </p:nvSpPr>
        <p:spPr>
          <a:xfrm>
            <a:off x="759966" y="1196752"/>
            <a:ext cx="3151187" cy="320088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server 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(running on hosted)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ea typeface="+mj-ea"/>
              <a:cs typeface="+mj-cs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2EAD280-1ECC-4EA4-B269-4A5AE77EB044}"/>
              </a:ext>
            </a:extLst>
          </p:cNvPr>
          <p:cNvGrpSpPr/>
          <p:nvPr/>
        </p:nvGrpSpPr>
        <p:grpSpPr>
          <a:xfrm>
            <a:off x="5295900" y="1157223"/>
            <a:ext cx="2810194" cy="391715"/>
            <a:chOff x="4832669" y="1157223"/>
            <a:chExt cx="3273425" cy="391715"/>
          </a:xfrm>
        </p:grpSpPr>
        <p:sp>
          <p:nvSpPr>
            <p:cNvPr id="23" name="사각형: 잘린 한쪽 모서리 22">
              <a:extLst>
                <a:ext uri="{FF2B5EF4-FFF2-40B4-BE49-F238E27FC236}">
                  <a16:creationId xmlns:a16="http://schemas.microsoft.com/office/drawing/2014/main" id="{C365F024-4DEA-4B9D-AF98-E56EEA04AFA7}"/>
                </a:ext>
              </a:extLst>
            </p:cNvPr>
            <p:cNvSpPr/>
            <p:nvPr/>
          </p:nvSpPr>
          <p:spPr>
            <a:xfrm>
              <a:off x="4832669" y="1157223"/>
              <a:ext cx="3273425" cy="391715"/>
            </a:xfrm>
            <a:prstGeom prst="snip1Rect">
              <a:avLst>
                <a:gd name="adj" fmla="val 28162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ym typeface="Arial"/>
              </a:endParaRPr>
            </a:p>
          </p:txBody>
        </p:sp>
        <p:sp>
          <p:nvSpPr>
            <p:cNvPr id="24" name="텍스트 개체 틀 19">
              <a:extLst>
                <a:ext uri="{FF2B5EF4-FFF2-40B4-BE49-F238E27FC236}">
                  <a16:creationId xmlns:a16="http://schemas.microsoft.com/office/drawing/2014/main" id="{DF820298-DBEB-497E-80CE-6711579A0EAE}"/>
                </a:ext>
              </a:extLst>
            </p:cNvPr>
            <p:cNvSpPr txBox="1">
              <a:spLocks/>
            </p:cNvSpPr>
            <p:nvPr/>
          </p:nvSpPr>
          <p:spPr>
            <a:xfrm>
              <a:off x="4880611" y="1196752"/>
              <a:ext cx="3151187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 algn="ctr">
                <a:lnSpc>
                  <a:spcPct val="130000"/>
                </a:lnSpc>
                <a:spcBef>
                  <a:spcPts val="1200"/>
                </a:spcBef>
                <a:buClr>
                  <a:schemeClr val="accent2"/>
                </a:buClr>
                <a:buSzPct val="85000"/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client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5C38F1BB-A1D9-4F8F-AC4A-AD99C818E920}"/>
              </a:ext>
            </a:extLst>
          </p:cNvPr>
          <p:cNvGrpSpPr/>
          <p:nvPr/>
        </p:nvGrpSpPr>
        <p:grpSpPr>
          <a:xfrm>
            <a:off x="911543" y="2965778"/>
            <a:ext cx="2454518" cy="1061609"/>
            <a:chOff x="911543" y="2965778"/>
            <a:chExt cx="2454518" cy="1061609"/>
          </a:xfrm>
        </p:grpSpPr>
        <p:sp>
          <p:nvSpPr>
            <p:cNvPr id="27" name="Text Box 4">
              <a:extLst>
                <a:ext uri="{FF2B5EF4-FFF2-40B4-BE49-F238E27FC236}">
                  <a16:creationId xmlns:a16="http://schemas.microsoft.com/office/drawing/2014/main" id="{BECEC537-E4F1-4462-9268-795D3209C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543" y="2965778"/>
              <a:ext cx="1888274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wait for incoming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connection request</a:t>
              </a:r>
            </a:p>
          </p:txBody>
        </p:sp>
        <p:sp>
          <p:nvSpPr>
            <p:cNvPr id="28" name="Text Box 5">
              <a:extLst>
                <a:ext uri="{FF2B5EF4-FFF2-40B4-BE49-F238E27FC236}">
                  <a16:creationId xmlns:a16="http://schemas.microsoft.com/office/drawing/2014/main" id="{68205E18-DEC7-4DB1-AFC7-4B15D526B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543" y="3417989"/>
              <a:ext cx="2454518" cy="6093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connectionSocket =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serverSocket.accept()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16E2EB28-6F58-4058-B01E-B4E8AE052A78}"/>
              </a:ext>
            </a:extLst>
          </p:cNvPr>
          <p:cNvGrpSpPr/>
          <p:nvPr/>
        </p:nvGrpSpPr>
        <p:grpSpPr>
          <a:xfrm>
            <a:off x="5320348" y="2965778"/>
            <a:ext cx="2954972" cy="818042"/>
            <a:chOff x="5320348" y="2965778"/>
            <a:chExt cx="2954972" cy="818042"/>
          </a:xfrm>
        </p:grpSpPr>
        <p:sp>
          <p:nvSpPr>
            <p:cNvPr id="35" name="Text Box 12">
              <a:extLst>
                <a:ext uri="{FF2B5EF4-FFF2-40B4-BE49-F238E27FC236}">
                  <a16:creationId xmlns:a16="http://schemas.microsoft.com/office/drawing/2014/main" id="{63659EB7-D99B-46B2-B2A7-128445A07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0348" y="2965778"/>
              <a:ext cx="238129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create socket,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connect to hostid, port=x</a:t>
              </a:r>
            </a:p>
          </p:txBody>
        </p:sp>
        <p:sp>
          <p:nvSpPr>
            <p:cNvPr id="36" name="Text Box 13">
              <a:extLst>
                <a:ext uri="{FF2B5EF4-FFF2-40B4-BE49-F238E27FC236}">
                  <a16:creationId xmlns:a16="http://schemas.microsoft.com/office/drawing/2014/main" id="{C69C96C4-BAA0-40C6-A219-DC7C7934E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0348" y="3432955"/>
              <a:ext cx="2954972" cy="350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+mj-ea"/>
                  <a:cs typeface="+mj-cs"/>
                </a:rPr>
                <a:t>clientSocket = socket()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F46DD2A8-0B92-418A-8B5A-DD4486047CFE}"/>
              </a:ext>
            </a:extLst>
          </p:cNvPr>
          <p:cNvGrpSpPr/>
          <p:nvPr/>
        </p:nvGrpSpPr>
        <p:grpSpPr>
          <a:xfrm>
            <a:off x="2832202" y="2943245"/>
            <a:ext cx="2433218" cy="711733"/>
            <a:chOff x="2832202" y="2943245"/>
            <a:chExt cx="2019300" cy="711733"/>
          </a:xfrm>
        </p:grpSpPr>
        <p:sp>
          <p:nvSpPr>
            <p:cNvPr id="42" name="Line 29">
              <a:extLst>
                <a:ext uri="{FF2B5EF4-FFF2-40B4-BE49-F238E27FC236}">
                  <a16:creationId xmlns:a16="http://schemas.microsoft.com/office/drawing/2014/main" id="{1D4EB81B-5ADB-435F-98D4-8F3043486B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202" y="3324225"/>
              <a:ext cx="2019300" cy="0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prstDash val="dash"/>
              <a:round/>
              <a:headEnd type="triangle"/>
              <a:tailEnd type="triangle" w="med" len="med"/>
            </a:ln>
          </p:spPr>
          <p:txBody>
            <a:bodyPr wrap="square"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51" name="Text Box 38">
              <a:extLst>
                <a:ext uri="{FF2B5EF4-FFF2-40B4-BE49-F238E27FC236}">
                  <a16:creationId xmlns:a16="http://schemas.microsoft.com/office/drawing/2014/main" id="{AE5A541C-AA7A-4780-989B-35FB526B0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287" y="2943245"/>
              <a:ext cx="1927131" cy="711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TCP 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connection setup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FAF8BB3-563F-46E4-AC0B-E03997AD6289}"/>
              </a:ext>
            </a:extLst>
          </p:cNvPr>
          <p:cNvGrpSpPr/>
          <p:nvPr/>
        </p:nvGrpSpPr>
        <p:grpSpPr>
          <a:xfrm>
            <a:off x="911543" y="1655525"/>
            <a:ext cx="2663507" cy="1327708"/>
            <a:chOff x="911543" y="1655525"/>
            <a:chExt cx="2663507" cy="1327708"/>
          </a:xfrm>
        </p:grpSpPr>
        <p:sp>
          <p:nvSpPr>
            <p:cNvPr id="32" name="Text Box 8">
              <a:extLst>
                <a:ext uri="{FF2B5EF4-FFF2-40B4-BE49-F238E27FC236}">
                  <a16:creationId xmlns:a16="http://schemas.microsoft.com/office/drawing/2014/main" id="{D0E7B9C7-9AA1-4E02-A300-4FA7AB8F8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543" y="1655525"/>
              <a:ext cx="1925637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create socket,</a:t>
              </a:r>
            </a:p>
            <a:p>
              <a:pPr>
                <a:spcBef>
                  <a:spcPct val="0"/>
                </a:spcBef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port=x, for incoming request:</a:t>
              </a:r>
            </a:p>
          </p:txBody>
        </p:sp>
        <p:sp>
          <p:nvSpPr>
            <p:cNvPr id="33" name="Text Box 9">
              <a:extLst>
                <a:ext uri="{FF2B5EF4-FFF2-40B4-BE49-F238E27FC236}">
                  <a16:creationId xmlns:a16="http://schemas.microsoft.com/office/drawing/2014/main" id="{4253370A-A1AA-4BCB-8CB1-185CA994B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543" y="2308622"/>
              <a:ext cx="2663507" cy="350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serverSocket = socket()</a:t>
              </a:r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0D994283-EAA5-42A6-8D68-D9E1B4964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8904" y="2659383"/>
              <a:ext cx="0" cy="32385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D882B72E-BA30-41EF-AB23-B0AAB687FA7F}"/>
              </a:ext>
            </a:extLst>
          </p:cNvPr>
          <p:cNvGrpSpPr/>
          <p:nvPr/>
        </p:nvGrpSpPr>
        <p:grpSpPr>
          <a:xfrm>
            <a:off x="2908299" y="3821276"/>
            <a:ext cx="4261851" cy="1292432"/>
            <a:chOff x="2908299" y="3821276"/>
            <a:chExt cx="4261851" cy="1292432"/>
          </a:xfrm>
        </p:grpSpPr>
        <p:sp>
          <p:nvSpPr>
            <p:cNvPr id="38" name="Line 25">
              <a:extLst>
                <a:ext uri="{FF2B5EF4-FFF2-40B4-BE49-F238E27FC236}">
                  <a16:creationId xmlns:a16="http://schemas.microsoft.com/office/drawing/2014/main" id="{EB131AB6-35FB-4061-8DCB-1DA84546B0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01410" y="4554803"/>
              <a:ext cx="0" cy="558905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40" name="Text Box 27">
              <a:extLst>
                <a:ext uri="{FF2B5EF4-FFF2-40B4-BE49-F238E27FC236}">
                  <a16:creationId xmlns:a16="http://schemas.microsoft.com/office/drawing/2014/main" id="{FB473348-F459-451E-AB34-671F2388F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0348" y="4042103"/>
              <a:ext cx="184980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send request using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+mj-ea"/>
                  <a:cs typeface="+mj-cs"/>
                </a:rPr>
                <a:t>clientSocket</a:t>
              </a:r>
            </a:p>
          </p:txBody>
        </p:sp>
        <p:sp>
          <p:nvSpPr>
            <p:cNvPr id="41" name="Line 28">
              <a:extLst>
                <a:ext uri="{FF2B5EF4-FFF2-40B4-BE49-F238E27FC236}">
                  <a16:creationId xmlns:a16="http://schemas.microsoft.com/office/drawing/2014/main" id="{D55F85FB-A2BB-4738-B067-8DAD38305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0935" y="3821276"/>
              <a:ext cx="0" cy="267645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69" name="Line 29">
              <a:extLst>
                <a:ext uri="{FF2B5EF4-FFF2-40B4-BE49-F238E27FC236}">
                  <a16:creationId xmlns:a16="http://schemas.microsoft.com/office/drawing/2014/main" id="{817ECA18-D4CA-4A99-B30B-05F547312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08299" y="4254500"/>
              <a:ext cx="2444750" cy="436563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round/>
              <a:headEnd/>
              <a:tailEnd type="triangle" w="med" len="med"/>
            </a:ln>
          </p:spPr>
          <p:txBody>
            <a:bodyPr wrap="square"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1ACE0173-F616-40EE-9500-45EF229E174A}"/>
              </a:ext>
            </a:extLst>
          </p:cNvPr>
          <p:cNvGrpSpPr/>
          <p:nvPr/>
        </p:nvGrpSpPr>
        <p:grpSpPr>
          <a:xfrm>
            <a:off x="911543" y="4024633"/>
            <a:ext cx="4425907" cy="1686557"/>
            <a:chOff x="911543" y="4024633"/>
            <a:chExt cx="4425907" cy="1686557"/>
          </a:xfrm>
        </p:grpSpPr>
        <p:sp>
          <p:nvSpPr>
            <p:cNvPr id="60" name="Line 16">
              <a:extLst>
                <a:ext uri="{FF2B5EF4-FFF2-40B4-BE49-F238E27FC236}">
                  <a16:creationId xmlns:a16="http://schemas.microsoft.com/office/drawing/2014/main" id="{BE9AF4FA-7689-47AF-A83B-527A53CBF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507" y="4867293"/>
              <a:ext cx="0" cy="32385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31" name="Line 10">
              <a:extLst>
                <a:ext uri="{FF2B5EF4-FFF2-40B4-BE49-F238E27FC236}">
                  <a16:creationId xmlns:a16="http://schemas.microsoft.com/office/drawing/2014/main" id="{9412D971-1E40-4509-B465-9DC1B966D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507" y="4024633"/>
              <a:ext cx="0" cy="32385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45" name="Text Box 32">
              <a:extLst>
                <a:ext uri="{FF2B5EF4-FFF2-40B4-BE49-F238E27FC236}">
                  <a16:creationId xmlns:a16="http://schemas.microsoft.com/office/drawing/2014/main" id="{5CF598C4-4EC6-4E29-A6B5-F823EC2A2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543" y="5157192"/>
              <a:ext cx="2008883" cy="553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write reply to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connectionSocket</a:t>
              </a:r>
            </a:p>
          </p:txBody>
        </p:sp>
        <p:sp>
          <p:nvSpPr>
            <p:cNvPr id="44" name="Text Box 31">
              <a:extLst>
                <a:ext uri="{FF2B5EF4-FFF2-40B4-BE49-F238E27FC236}">
                  <a16:creationId xmlns:a16="http://schemas.microsoft.com/office/drawing/2014/main" id="{D9B0ECD4-0954-4CA4-9284-FA4F6CE43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543" y="4326752"/>
              <a:ext cx="2015808" cy="553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read request from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connectionSocket</a:t>
              </a:r>
              <a:endPara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endParaRPr>
            </a:p>
          </p:txBody>
        </p:sp>
        <p:sp>
          <p:nvSpPr>
            <p:cNvPr id="70" name="Line 35">
              <a:extLst>
                <a:ext uri="{FF2B5EF4-FFF2-40B4-BE49-F238E27FC236}">
                  <a16:creationId xmlns:a16="http://schemas.microsoft.com/office/drawing/2014/main" id="{510C9F1C-6390-4241-91AA-0CD3C228D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7450" y="5291136"/>
              <a:ext cx="2880000" cy="0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round/>
              <a:headEnd/>
              <a:tailEnd type="triangle" w="med" len="med"/>
            </a:ln>
          </p:spPr>
          <p:txBody>
            <a:bodyPr wrap="square"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3752E934-8082-4087-BA69-2595B976B6E4}"/>
              </a:ext>
            </a:extLst>
          </p:cNvPr>
          <p:cNvGrpSpPr/>
          <p:nvPr/>
        </p:nvGrpSpPr>
        <p:grpSpPr>
          <a:xfrm>
            <a:off x="855663" y="4350861"/>
            <a:ext cx="6025177" cy="2104054"/>
            <a:chOff x="855663" y="4350861"/>
            <a:chExt cx="6025177" cy="2104054"/>
          </a:xfrm>
        </p:grpSpPr>
        <p:sp>
          <p:nvSpPr>
            <p:cNvPr id="57" name="Text Box 19">
              <a:extLst>
                <a:ext uri="{FF2B5EF4-FFF2-40B4-BE49-F238E27FC236}">
                  <a16:creationId xmlns:a16="http://schemas.microsoft.com/office/drawing/2014/main" id="{F7A89834-4F73-4983-885E-002595764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0348" y="5157192"/>
              <a:ext cx="156049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read reply from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ea typeface="+mj-ea"/>
                  <a:cs typeface="+mj-cs"/>
                </a:rPr>
                <a:t>clientSocket</a:t>
              </a:r>
            </a:p>
          </p:txBody>
        </p: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D7206FB8-776E-4BA1-9B46-08BE5447B099}"/>
                </a:ext>
              </a:extLst>
            </p:cNvPr>
            <p:cNvGrpSpPr/>
            <p:nvPr/>
          </p:nvGrpSpPr>
          <p:grpSpPr>
            <a:xfrm>
              <a:off x="855663" y="4350861"/>
              <a:ext cx="5856413" cy="2104054"/>
              <a:chOff x="855663" y="4350861"/>
              <a:chExt cx="5856413" cy="2104054"/>
            </a:xfrm>
          </p:grpSpPr>
          <p:sp>
            <p:nvSpPr>
              <p:cNvPr id="53" name="Text Box 15">
                <a:extLst>
                  <a:ext uri="{FF2B5EF4-FFF2-40B4-BE49-F238E27FC236}">
                    <a16:creationId xmlns:a16="http://schemas.microsoft.com/office/drawing/2014/main" id="{3614B58F-E876-402D-AE1F-84B948A9C7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1543" y="5900917"/>
                <a:ext cx="2008883" cy="5539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latin typeface="+mn-ea"/>
                    <a:cs typeface="+mj-cs"/>
                  </a:rPr>
                  <a:t>close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ea typeface="+mj-ea"/>
                    <a:cs typeface="+mj-cs"/>
                  </a:rPr>
                  <a:t>connectionSocket</a:t>
                </a:r>
              </a:p>
            </p:txBody>
          </p:sp>
          <p:sp>
            <p:nvSpPr>
              <p:cNvPr id="54" name="Line 16">
                <a:extLst>
                  <a:ext uri="{FF2B5EF4-FFF2-40B4-BE49-F238E27FC236}">
                    <a16:creationId xmlns:a16="http://schemas.microsoft.com/office/drawing/2014/main" id="{7CC2BE0A-355D-431D-B98B-D3D6EC9AE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1507" y="5710502"/>
                <a:ext cx="0" cy="454801"/>
              </a:xfrm>
              <a:prstGeom prst="line">
                <a:avLst/>
              </a:prstGeom>
              <a:noFill/>
              <a:ln w="28575">
                <a:solidFill>
                  <a:srgbClr val="105BA0"/>
                </a:solidFill>
                <a:round/>
                <a:headEnd/>
                <a:tailEnd type="triangle" w="med" len="med"/>
              </a:ln>
            </p:spPr>
            <p:txBody>
              <a:bodyPr anchor="ctr"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58" name="Text Box 20">
                <a:extLst>
                  <a:ext uri="{FF2B5EF4-FFF2-40B4-BE49-F238E27FC236}">
                    <a16:creationId xmlns:a16="http://schemas.microsoft.com/office/drawing/2014/main" id="{D8B1D3C5-EB74-4DB3-931C-9D267644C2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0348" y="5931695"/>
                <a:ext cx="1391728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latin typeface="+mn-ea"/>
                    <a:cs typeface="+mj-cs"/>
                  </a:rPr>
                  <a:t>close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098983"/>
                    </a:solidFill>
                    <a:ea typeface="+mj-ea"/>
                    <a:cs typeface="+mj-cs"/>
                  </a:rPr>
                  <a:t>clientSocket</a:t>
                </a:r>
              </a:p>
            </p:txBody>
          </p:sp>
          <p:sp>
            <p:nvSpPr>
              <p:cNvPr id="65" name="Line 25">
                <a:extLst>
                  <a:ext uri="{FF2B5EF4-FFF2-40B4-BE49-F238E27FC236}">
                    <a16:creationId xmlns:a16="http://schemas.microsoft.com/office/drawing/2014/main" id="{2E21C320-7AE0-4FEE-BBB6-3E88E200E8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201410" y="5710503"/>
                <a:ext cx="0" cy="413437"/>
              </a:xfrm>
              <a:prstGeom prst="line">
                <a:avLst/>
              </a:prstGeom>
              <a:noFill/>
              <a:ln w="28575">
                <a:solidFill>
                  <a:srgbClr val="098983"/>
                </a:solidFill>
                <a:round/>
                <a:headEnd/>
                <a:tailEnd type="triangle" w="med" len="med"/>
              </a:ln>
            </p:spPr>
            <p:txBody>
              <a:bodyPr anchor="ctr"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77" name="Freeform 17">
                <a:extLst>
                  <a:ext uri="{FF2B5EF4-FFF2-40B4-BE49-F238E27FC236}">
                    <a16:creationId xmlns:a16="http://schemas.microsoft.com/office/drawing/2014/main" id="{2F7623DF-2D97-4804-9CA4-B06BC6E66C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3" y="4350861"/>
                <a:ext cx="1035844" cy="534353"/>
              </a:xfrm>
              <a:custGeom>
                <a:avLst/>
                <a:gdLst>
                  <a:gd name="T0" fmla="*/ 492 w 492"/>
                  <a:gd name="T1" fmla="*/ 0 h 2112"/>
                  <a:gd name="T2" fmla="*/ 492 w 492"/>
                  <a:gd name="T3" fmla="*/ 0 h 2112"/>
                  <a:gd name="T4" fmla="*/ 0 w 492"/>
                  <a:gd name="T5" fmla="*/ 0 h 2112"/>
                  <a:gd name="T6" fmla="*/ 0 w 492"/>
                  <a:gd name="T7" fmla="*/ 0 h 2112"/>
                  <a:gd name="T8" fmla="*/ 402 w 492"/>
                  <a:gd name="T9" fmla="*/ 0 h 2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2"/>
                  <a:gd name="T16" fmla="*/ 0 h 2112"/>
                  <a:gd name="T17" fmla="*/ 492 w 492"/>
                  <a:gd name="T18" fmla="*/ 2112 h 2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2" h="2112">
                    <a:moveTo>
                      <a:pt x="492" y="1968"/>
                    </a:moveTo>
                    <a:lnTo>
                      <a:pt x="492" y="2112"/>
                    </a:lnTo>
                    <a:lnTo>
                      <a:pt x="0" y="2112"/>
                    </a:lnTo>
                    <a:lnTo>
                      <a:pt x="0" y="0"/>
                    </a:lnTo>
                    <a:lnTo>
                      <a:pt x="402" y="0"/>
                    </a:lnTo>
                  </a:path>
                </a:pathLst>
              </a:custGeom>
              <a:noFill/>
              <a:ln w="28575">
                <a:solidFill>
                  <a:srgbClr val="105BA0"/>
                </a:solidFill>
                <a:round/>
                <a:headEnd/>
                <a:tailEnd type="triangle" w="med" len="med"/>
              </a:ln>
            </p:spPr>
            <p:txBody>
              <a:bodyPr wrap="square" anchor="ctr">
                <a:spAutoFit/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369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1904D570-AF18-4AB7-A3FE-8A482894805C}"/>
              </a:ext>
            </a:extLst>
          </p:cNvPr>
          <p:cNvGrpSpPr/>
          <p:nvPr/>
        </p:nvGrpSpPr>
        <p:grpSpPr>
          <a:xfrm>
            <a:off x="658813" y="2714625"/>
            <a:ext cx="7569200" cy="1165932"/>
            <a:chOff x="658813" y="2714625"/>
            <a:chExt cx="7569200" cy="1165932"/>
          </a:xfrm>
        </p:grpSpPr>
        <p:sp>
          <p:nvSpPr>
            <p:cNvPr id="12" name="Oval 4">
              <a:extLst>
                <a:ext uri="{FF2B5EF4-FFF2-40B4-BE49-F238E27FC236}">
                  <a16:creationId xmlns:a16="http://schemas.microsoft.com/office/drawing/2014/main" id="{18E1B587-73FC-4A6A-BD3C-E2B528D5C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9325" y="2714625"/>
              <a:ext cx="2198688" cy="508000"/>
            </a:xfrm>
            <a:prstGeom prst="ellipse">
              <a:avLst/>
            </a:prstGeom>
            <a:solidFill>
              <a:srgbClr val="E1ECF7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/>
            <a:lstStyle/>
            <a:p>
              <a:pPr marL="342900" indent="-342900"/>
              <a:endParaRPr lang="ko-KR" altLang="ko-KR" sz="2400" dirty="0">
                <a:latin typeface="G마켓 산스 TTF Medium" panose="020000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589960B-0044-461E-9651-84F7883DF82C}"/>
                </a:ext>
              </a:extLst>
            </p:cNvPr>
            <p:cNvGrpSpPr/>
            <p:nvPr/>
          </p:nvGrpSpPr>
          <p:grpSpPr>
            <a:xfrm>
              <a:off x="658813" y="2827961"/>
              <a:ext cx="1965643" cy="1052596"/>
              <a:chOff x="658813" y="2827961"/>
              <a:chExt cx="1965643" cy="1052596"/>
            </a:xfrm>
          </p:grpSpPr>
          <p:sp>
            <p:nvSpPr>
              <p:cNvPr id="8" name="TextBox 3">
                <a:extLst>
                  <a:ext uri="{FF2B5EF4-FFF2-40B4-BE49-F238E27FC236}">
                    <a16:creationId xmlns:a16="http://schemas.microsoft.com/office/drawing/2014/main" id="{A0902567-9478-4FEB-ACED-E4F8BF51F6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813" y="2827961"/>
                <a:ext cx="1570037" cy="1052596"/>
              </a:xfrm>
              <a:prstGeom prst="rect">
                <a:avLst/>
              </a:prstGeom>
              <a:solidFill>
                <a:srgbClr val="EFF5F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ko-KR" sz="130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ea typeface="넥슨Lv1고딕 Bold" panose="00000800000000000000" pitchFamily="2" charset="-127"/>
                    <a:cs typeface="+mj-cs"/>
                  </a:rPr>
                  <a:t>create TCP socket for server, remote port 12000</a:t>
                </a:r>
              </a:p>
            </p:txBody>
          </p:sp>
          <p:cxnSp>
            <p:nvCxnSpPr>
              <p:cNvPr id="9" name="Straight Connector 10">
                <a:extLst>
                  <a:ext uri="{FF2B5EF4-FFF2-40B4-BE49-F238E27FC236}">
                    <a16:creationId xmlns:a16="http://schemas.microsoft.com/office/drawing/2014/main" id="{B044C785-69EE-423B-BAE4-6640A8B6776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15515" y="3002682"/>
                <a:ext cx="408941" cy="0"/>
              </a:xfrm>
              <a:prstGeom prst="line">
                <a:avLst/>
              </a:prstGeom>
              <a:noFill/>
              <a:ln w="12700">
                <a:solidFill>
                  <a:srgbClr val="105BA0"/>
                </a:solidFill>
                <a:round/>
                <a:headEnd/>
                <a:tailEnd type="triangle" w="med" len="med"/>
              </a:ln>
            </p:spPr>
          </p:cxnSp>
        </p:grp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Example app </a:t>
            </a:r>
            <a:r>
              <a:rPr lang="en-US" altLang="ko-KR" dirty="0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TCP client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38</a:t>
            </a:fld>
            <a:endParaRPr lang="en-US" dirty="0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9FCDA40A-24C1-4BDE-88EF-E6DD6EF38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107" y="1551563"/>
            <a:ext cx="4827540" cy="3738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from socket import *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serverName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= ’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servername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’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serverPort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= 12000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clientSocket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= socket(AF_INET, SOCK_STREAM)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clientSocket.connect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((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serverName,serverPort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sentence =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raw_input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(‘Input lowercase sentence:’)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clientSocket.send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(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sentence.encode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modifiedSentence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 =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clientSocket.recv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(1024)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print (‘From Server:’,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modifiedSentence.decode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clientSocket.close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cs typeface="+mj-cs"/>
              </a:rPr>
              <a:t>()z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3A9BFA1-8B90-4499-96E2-8A15BBD34D67}"/>
              </a:ext>
            </a:extLst>
          </p:cNvPr>
          <p:cNvGrpSpPr/>
          <p:nvPr/>
        </p:nvGrpSpPr>
        <p:grpSpPr>
          <a:xfrm>
            <a:off x="2580648" y="1058927"/>
            <a:ext cx="2599048" cy="391715"/>
            <a:chOff x="2580648" y="1058927"/>
            <a:chExt cx="2599048" cy="391715"/>
          </a:xfrm>
        </p:grpSpPr>
        <p:sp>
          <p:nvSpPr>
            <p:cNvPr id="6" name="사각형: 잘린 한쪽 모서리 5">
              <a:extLst>
                <a:ext uri="{FF2B5EF4-FFF2-40B4-BE49-F238E27FC236}">
                  <a16:creationId xmlns:a16="http://schemas.microsoft.com/office/drawing/2014/main" id="{E596A0EB-9814-41AC-84E0-E33CA41C2085}"/>
                </a:ext>
              </a:extLst>
            </p:cNvPr>
            <p:cNvSpPr/>
            <p:nvPr/>
          </p:nvSpPr>
          <p:spPr>
            <a:xfrm>
              <a:off x="2580648" y="1058927"/>
              <a:ext cx="2599048" cy="391715"/>
            </a:xfrm>
            <a:prstGeom prst="snip1Rect">
              <a:avLst>
                <a:gd name="adj" fmla="val 28162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7" name="텍스트 개체 틀 19">
              <a:extLst>
                <a:ext uri="{FF2B5EF4-FFF2-40B4-BE49-F238E27FC236}">
                  <a16:creationId xmlns:a16="http://schemas.microsoft.com/office/drawing/2014/main" id="{2E8E4CB2-D262-4EC3-99AA-DF88DE31D006}"/>
                </a:ext>
              </a:extLst>
            </p:cNvPr>
            <p:cNvSpPr txBox="1">
              <a:spLocks/>
            </p:cNvSpPr>
            <p:nvPr/>
          </p:nvSpPr>
          <p:spPr>
            <a:xfrm>
              <a:off x="2641688" y="1098456"/>
              <a:ext cx="2476969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 algn="ctr">
                <a:lnSpc>
                  <a:spcPct val="130000"/>
                </a:lnSpc>
                <a:spcBef>
                  <a:spcPts val="1200"/>
                </a:spcBef>
                <a:buClr>
                  <a:schemeClr val="accent2"/>
                </a:buClr>
                <a:buSzPct val="85000"/>
                <a:defRPr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Python TCP Client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40B9C4E-F03F-4D5E-91A2-1C5EE233D584}"/>
              </a:ext>
            </a:extLst>
          </p:cNvPr>
          <p:cNvGrpSpPr/>
          <p:nvPr/>
        </p:nvGrpSpPr>
        <p:grpSpPr>
          <a:xfrm>
            <a:off x="658813" y="3933056"/>
            <a:ext cx="1965643" cy="812530"/>
            <a:chOff x="658813" y="3933056"/>
            <a:chExt cx="1965643" cy="812530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70712E9C-4078-4B34-B440-AACD53A69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3" y="3933056"/>
              <a:ext cx="1570037" cy="812530"/>
            </a:xfrm>
            <a:prstGeom prst="rect">
              <a:avLst/>
            </a:prstGeom>
            <a:solidFill>
              <a:srgbClr val="EFF5FB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넥슨Lv1고딕 Bold" panose="00000800000000000000" pitchFamily="2" charset="-127"/>
                  <a:cs typeface="+mj-cs"/>
                </a:rPr>
                <a:t>No need to attach server name, port 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A125DCD-54D2-4055-B74A-796A4A6484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15515" y="4079202"/>
              <a:ext cx="408941" cy="0"/>
            </a:xfrm>
            <a:prstGeom prst="line">
              <a:avLst/>
            </a:prstGeom>
            <a:noFill/>
            <a:ln w="12700">
              <a:solidFill>
                <a:srgbClr val="105BA0"/>
              </a:solidFill>
              <a:round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0022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2D084-0DB6-4DF3-A96A-826DF1A09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Example app </a:t>
            </a:r>
            <a:r>
              <a:rPr lang="en-US" altLang="ko-KR" dirty="0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TCP server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D2ED17-9869-44AD-971B-46E18C4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39</a:t>
            </a:fld>
            <a:endParaRPr 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04098D8-FEAA-4EFC-9683-A1B41D9BA381}"/>
              </a:ext>
            </a:extLst>
          </p:cNvPr>
          <p:cNvGrpSpPr/>
          <p:nvPr/>
        </p:nvGrpSpPr>
        <p:grpSpPr>
          <a:xfrm>
            <a:off x="2580648" y="941481"/>
            <a:ext cx="2599048" cy="391715"/>
            <a:chOff x="3547080" y="1058927"/>
            <a:chExt cx="2599048" cy="391715"/>
          </a:xfrm>
        </p:grpSpPr>
        <p:sp>
          <p:nvSpPr>
            <p:cNvPr id="6" name="사각형: 잘린 한쪽 모서리 5">
              <a:extLst>
                <a:ext uri="{FF2B5EF4-FFF2-40B4-BE49-F238E27FC236}">
                  <a16:creationId xmlns:a16="http://schemas.microsoft.com/office/drawing/2014/main" id="{50C5D3A1-A93D-4558-80C0-D0565B68335B}"/>
                </a:ext>
              </a:extLst>
            </p:cNvPr>
            <p:cNvSpPr/>
            <p:nvPr/>
          </p:nvSpPr>
          <p:spPr>
            <a:xfrm>
              <a:off x="3547080" y="1058927"/>
              <a:ext cx="2599048" cy="391715"/>
            </a:xfrm>
            <a:prstGeom prst="snip1Rect">
              <a:avLst>
                <a:gd name="adj" fmla="val 28162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ym typeface="Arial"/>
              </a:endParaRPr>
            </a:p>
          </p:txBody>
        </p:sp>
        <p:sp>
          <p:nvSpPr>
            <p:cNvPr id="7" name="텍스트 개체 틀 19">
              <a:extLst>
                <a:ext uri="{FF2B5EF4-FFF2-40B4-BE49-F238E27FC236}">
                  <a16:creationId xmlns:a16="http://schemas.microsoft.com/office/drawing/2014/main" id="{DC43CE3D-CFA8-47EA-BE28-A5EAF06D6E0E}"/>
                </a:ext>
              </a:extLst>
            </p:cNvPr>
            <p:cNvSpPr txBox="1">
              <a:spLocks/>
            </p:cNvSpPr>
            <p:nvPr/>
          </p:nvSpPr>
          <p:spPr>
            <a:xfrm>
              <a:off x="3608120" y="1098456"/>
              <a:ext cx="2476969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 algn="ctr">
                <a:lnSpc>
                  <a:spcPct val="130000"/>
                </a:lnSpc>
                <a:spcBef>
                  <a:spcPts val="1200"/>
                </a:spcBef>
                <a:buClr>
                  <a:schemeClr val="accent2"/>
                </a:buClr>
                <a:buSzPct val="85000"/>
                <a:defRPr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Python TCP Server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555E592-2FF0-43CD-A9F8-B3DF4C12DF97}"/>
              </a:ext>
            </a:extLst>
          </p:cNvPr>
          <p:cNvGrpSpPr/>
          <p:nvPr/>
        </p:nvGrpSpPr>
        <p:grpSpPr>
          <a:xfrm>
            <a:off x="658813" y="910566"/>
            <a:ext cx="7033892" cy="5431511"/>
            <a:chOff x="658813" y="910566"/>
            <a:chExt cx="7299732" cy="5674884"/>
          </a:xfrm>
        </p:grpSpPr>
        <p:sp>
          <p:nvSpPr>
            <p:cNvPr id="5" name="TextBox 1">
              <a:extLst>
                <a:ext uri="{FF2B5EF4-FFF2-40B4-BE49-F238E27FC236}">
                  <a16:creationId xmlns:a16="http://schemas.microsoft.com/office/drawing/2014/main" id="{AA250FC5-0DFC-48C3-9828-F502A2E79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9918" y="1446613"/>
              <a:ext cx="5288627" cy="45897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 from socket import *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serverPort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 = 12000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serverSocket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 = socket(AF_INET,SOCK_STREAM)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serverSocket.bind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((‘’,</a:t>
              </a: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serverPort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))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serverSocket.listen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(1)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print ‘The server is ready to receive’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while True: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      </a:t>
              </a: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connectionSocket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, </a:t>
              </a: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addr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 = </a:t>
              </a: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serverSocket.accept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()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    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      sentence = </a:t>
              </a: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connectionSocket.recv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(1024).decode()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      </a:t>
              </a: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capitalizedSentence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 = </a:t>
              </a: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sentence.upper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()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      </a:t>
              </a: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connectionSocket.send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(</a:t>
              </a: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capitalizedSentence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                                                                         encode())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      </a:t>
              </a:r>
              <a:r>
                <a:rPr lang="en-US" altLang="ko-KR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connectionSocket.close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cs typeface="+mj-cs"/>
                </a:rPr>
                <a:t>()</a:t>
              </a: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A66AEE9-C8D7-4C77-8D75-332ED9F8B7A1}"/>
                </a:ext>
              </a:extLst>
            </p:cNvPr>
            <p:cNvGrpSpPr/>
            <p:nvPr/>
          </p:nvGrpSpPr>
          <p:grpSpPr>
            <a:xfrm>
              <a:off x="658813" y="1716837"/>
              <a:ext cx="2058988" cy="1318876"/>
              <a:chOff x="658813" y="1825894"/>
              <a:chExt cx="2058988" cy="1318876"/>
            </a:xfrm>
          </p:grpSpPr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F3CEEC48-45E1-446D-8F73-8B59DD2C91FF}"/>
                  </a:ext>
                </a:extLst>
              </p:cNvPr>
              <p:cNvSpPr/>
              <p:nvPr/>
            </p:nvSpPr>
            <p:spPr>
              <a:xfrm>
                <a:off x="2006601" y="2097020"/>
                <a:ext cx="711200" cy="1047750"/>
              </a:xfrm>
              <a:custGeom>
                <a:avLst/>
                <a:gdLst>
                  <a:gd name="connsiteX0" fmla="*/ 383381 w 383381"/>
                  <a:gd name="connsiteY0" fmla="*/ 797719 h 797719"/>
                  <a:gd name="connsiteX1" fmla="*/ 271462 w 383381"/>
                  <a:gd name="connsiteY1" fmla="*/ 797719 h 797719"/>
                  <a:gd name="connsiteX2" fmla="*/ 271462 w 383381"/>
                  <a:gd name="connsiteY2" fmla="*/ 0 h 797719"/>
                  <a:gd name="connsiteX3" fmla="*/ 0 w 383381"/>
                  <a:gd name="connsiteY3" fmla="*/ 0 h 797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3381" h="797719">
                    <a:moveTo>
                      <a:pt x="383381" y="797719"/>
                    </a:moveTo>
                    <a:lnTo>
                      <a:pt x="271462" y="797719"/>
                    </a:lnTo>
                    <a:lnTo>
                      <a:pt x="271462" y="0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98983"/>
                </a:solidFill>
                <a:round/>
                <a:headEnd type="triangle"/>
                <a:tailEnd type="none" w="med" len="med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3">
                <a:extLst>
                  <a:ext uri="{FF2B5EF4-FFF2-40B4-BE49-F238E27FC236}">
                    <a16:creationId xmlns:a16="http://schemas.microsoft.com/office/drawing/2014/main" id="{5924D6AC-E53F-47D9-97AF-1B8E343AE4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813" y="1825894"/>
                <a:ext cx="1695767" cy="9787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ko-KR" sz="120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ea typeface="넥슨Lv1고딕 Bold" panose="00000800000000000000" pitchFamily="2" charset="-127"/>
                    <a:cs typeface="+mj-cs"/>
                  </a:rPr>
                  <a:t>server begins listening for  incoming TCP requests</a:t>
                </a: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27E3F07F-D81F-4A17-BBD7-09F2D622D9C5}"/>
                </a:ext>
              </a:extLst>
            </p:cNvPr>
            <p:cNvGrpSpPr/>
            <p:nvPr/>
          </p:nvGrpSpPr>
          <p:grpSpPr>
            <a:xfrm>
              <a:off x="658813" y="2744707"/>
              <a:ext cx="2058988" cy="946711"/>
              <a:chOff x="658813" y="2853764"/>
              <a:chExt cx="2058988" cy="946711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364607E6-6980-4FCF-AF3D-E311EBCF389E}"/>
                  </a:ext>
                </a:extLst>
              </p:cNvPr>
              <p:cNvSpPr/>
              <p:nvPr/>
            </p:nvSpPr>
            <p:spPr>
              <a:xfrm>
                <a:off x="1758950" y="3038475"/>
                <a:ext cx="958851" cy="762000"/>
              </a:xfrm>
              <a:custGeom>
                <a:avLst/>
                <a:gdLst>
                  <a:gd name="connsiteX0" fmla="*/ 383381 w 383381"/>
                  <a:gd name="connsiteY0" fmla="*/ 797719 h 797719"/>
                  <a:gd name="connsiteX1" fmla="*/ 271462 w 383381"/>
                  <a:gd name="connsiteY1" fmla="*/ 797719 h 797719"/>
                  <a:gd name="connsiteX2" fmla="*/ 271462 w 383381"/>
                  <a:gd name="connsiteY2" fmla="*/ 0 h 797719"/>
                  <a:gd name="connsiteX3" fmla="*/ 0 w 383381"/>
                  <a:gd name="connsiteY3" fmla="*/ 0 h 797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3381" h="797719">
                    <a:moveTo>
                      <a:pt x="383381" y="797719"/>
                    </a:moveTo>
                    <a:lnTo>
                      <a:pt x="271462" y="797719"/>
                    </a:lnTo>
                    <a:lnTo>
                      <a:pt x="271462" y="0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98983"/>
                </a:solidFill>
                <a:round/>
                <a:headEnd type="triangle"/>
                <a:tailEnd type="none" w="med" len="med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TextBox 3">
                <a:extLst>
                  <a:ext uri="{FF2B5EF4-FFF2-40B4-BE49-F238E27FC236}">
                    <a16:creationId xmlns:a16="http://schemas.microsoft.com/office/drawing/2014/main" id="{6972031B-FF54-419B-9BFD-D96755ECAD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813" y="2853764"/>
                <a:ext cx="1695767" cy="3139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ko-KR" sz="120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ea typeface="넥슨Lv1고딕 Bold" panose="00000800000000000000" pitchFamily="2" charset="-127"/>
                    <a:cs typeface="+mj-cs"/>
                  </a:rPr>
                  <a:t>loop forever</a:t>
                </a: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69A83647-1BDC-4C6B-ADCC-729674BD91E3}"/>
                </a:ext>
              </a:extLst>
            </p:cNvPr>
            <p:cNvGrpSpPr/>
            <p:nvPr/>
          </p:nvGrpSpPr>
          <p:grpSpPr>
            <a:xfrm>
              <a:off x="658813" y="3107780"/>
              <a:ext cx="2312540" cy="1421928"/>
              <a:chOff x="658813" y="3216837"/>
              <a:chExt cx="2312540" cy="1421928"/>
            </a:xfrm>
          </p:grpSpPr>
          <p:cxnSp>
            <p:nvCxnSpPr>
              <p:cNvPr id="14" name="Straight Connector 10">
                <a:extLst>
                  <a:ext uri="{FF2B5EF4-FFF2-40B4-BE49-F238E27FC236}">
                    <a16:creationId xmlns:a16="http://schemas.microsoft.com/office/drawing/2014/main" id="{5BE6F41E-8034-4DF1-997A-BC5B87DE9F3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168450" y="4144669"/>
                <a:ext cx="802903" cy="0"/>
              </a:xfrm>
              <a:prstGeom prst="line">
                <a:avLst/>
              </a:prstGeom>
              <a:noFill/>
              <a:ln w="12700">
                <a:solidFill>
                  <a:srgbClr val="098983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028E0B15-3ADA-482B-A043-C7DDED9A6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813" y="3216837"/>
                <a:ext cx="1695767" cy="142192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ko-KR" sz="120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ea typeface="넥슨Lv1고딕 Bold" panose="00000800000000000000" pitchFamily="2" charset="-127"/>
                    <a:cs typeface="+mj-cs"/>
                  </a:rPr>
                  <a:t>server waits on accept()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ko-KR" sz="120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ea typeface="넥슨Lv1고딕 Bold" panose="00000800000000000000" pitchFamily="2" charset="-127"/>
                    <a:cs typeface="+mj-cs"/>
                  </a:rPr>
                  <a:t>for incoming requests, new socket created on return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F352BF23-CDF8-42CF-879A-71B1BDE47E69}"/>
                </a:ext>
              </a:extLst>
            </p:cNvPr>
            <p:cNvGrpSpPr/>
            <p:nvPr/>
          </p:nvGrpSpPr>
          <p:grpSpPr>
            <a:xfrm>
              <a:off x="658813" y="4578849"/>
              <a:ext cx="2312540" cy="978729"/>
              <a:chOff x="658813" y="4687906"/>
              <a:chExt cx="2312540" cy="978729"/>
            </a:xfrm>
          </p:grpSpPr>
          <p:cxnSp>
            <p:nvCxnSpPr>
              <p:cNvPr id="40" name="Straight Connector 10">
                <a:extLst>
                  <a:ext uri="{FF2B5EF4-FFF2-40B4-BE49-F238E27FC236}">
                    <a16:creationId xmlns:a16="http://schemas.microsoft.com/office/drawing/2014/main" id="{CD37FFC2-C3D0-4729-A61D-9D655353112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168450" y="4804700"/>
                <a:ext cx="802903" cy="0"/>
              </a:xfrm>
              <a:prstGeom prst="line">
                <a:avLst/>
              </a:prstGeom>
              <a:noFill/>
              <a:ln w="12700">
                <a:solidFill>
                  <a:srgbClr val="098983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8" name="TextBox 3">
                <a:extLst>
                  <a:ext uri="{FF2B5EF4-FFF2-40B4-BE49-F238E27FC236}">
                    <a16:creationId xmlns:a16="http://schemas.microsoft.com/office/drawing/2014/main" id="{838E80C5-825B-43AF-B9C9-61D68904E4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813" y="4687906"/>
                <a:ext cx="1695767" cy="9787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ko-KR" sz="120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ea typeface="넥슨Lv1고딕 Bold" panose="00000800000000000000" pitchFamily="2" charset="-127"/>
                    <a:cs typeface="+mj-cs"/>
                  </a:rPr>
                  <a:t>read bytes from socket (but not address as in UDP)</a:t>
                </a: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4C7BE42E-C4D3-4FB6-9833-13C1018A385D}"/>
                </a:ext>
              </a:extLst>
            </p:cNvPr>
            <p:cNvGrpSpPr/>
            <p:nvPr/>
          </p:nvGrpSpPr>
          <p:grpSpPr>
            <a:xfrm>
              <a:off x="658813" y="910566"/>
              <a:ext cx="2072481" cy="1464680"/>
              <a:chOff x="658813" y="1019623"/>
              <a:chExt cx="2072481" cy="1464680"/>
            </a:xfrm>
          </p:grpSpPr>
          <p:sp>
            <p:nvSpPr>
              <p:cNvPr id="8" name="TextBox 3">
                <a:extLst>
                  <a:ext uri="{FF2B5EF4-FFF2-40B4-BE49-F238E27FC236}">
                    <a16:creationId xmlns:a16="http://schemas.microsoft.com/office/drawing/2014/main" id="{D6E01BFB-5CA5-41B3-9030-BCC9DD6C72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813" y="1019623"/>
                <a:ext cx="1695767" cy="75713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ko-KR" sz="120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ea typeface="넥슨Lv1고딕 Bold" panose="00000800000000000000" pitchFamily="2" charset="-127"/>
                    <a:cs typeface="+mj-cs"/>
                  </a:rPr>
                  <a:t>create TCP welcoming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ko-KR" sz="120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ea typeface="넥슨Lv1고딕 Bold" panose="00000800000000000000" pitchFamily="2" charset="-127"/>
                    <a:cs typeface="+mj-cs"/>
                  </a:rPr>
                  <a:t>socket</a:t>
                </a:r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2688F42A-D325-46CD-AF75-78EF7584F91C}"/>
                  </a:ext>
                </a:extLst>
              </p:cNvPr>
              <p:cNvSpPr/>
              <p:nvPr/>
            </p:nvSpPr>
            <p:spPr>
              <a:xfrm>
                <a:off x="2347913" y="1686584"/>
                <a:ext cx="383381" cy="797719"/>
              </a:xfrm>
              <a:custGeom>
                <a:avLst/>
                <a:gdLst>
                  <a:gd name="connsiteX0" fmla="*/ 383381 w 383381"/>
                  <a:gd name="connsiteY0" fmla="*/ 797719 h 797719"/>
                  <a:gd name="connsiteX1" fmla="*/ 271462 w 383381"/>
                  <a:gd name="connsiteY1" fmla="*/ 797719 h 797719"/>
                  <a:gd name="connsiteX2" fmla="*/ 271462 w 383381"/>
                  <a:gd name="connsiteY2" fmla="*/ 0 h 797719"/>
                  <a:gd name="connsiteX3" fmla="*/ 0 w 383381"/>
                  <a:gd name="connsiteY3" fmla="*/ 0 h 797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3381" h="797719">
                    <a:moveTo>
                      <a:pt x="383381" y="797719"/>
                    </a:moveTo>
                    <a:lnTo>
                      <a:pt x="271462" y="797719"/>
                    </a:lnTo>
                    <a:lnTo>
                      <a:pt x="271462" y="0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98983"/>
                </a:solidFill>
                <a:round/>
                <a:headEnd type="triangle"/>
                <a:tailEnd type="none" w="med" len="med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1F7AE5E-3D90-429B-9521-333B3346D74F}"/>
                </a:ext>
              </a:extLst>
            </p:cNvPr>
            <p:cNvGrpSpPr/>
            <p:nvPr/>
          </p:nvGrpSpPr>
          <p:grpSpPr>
            <a:xfrm>
              <a:off x="658813" y="5373193"/>
              <a:ext cx="2312540" cy="1212257"/>
              <a:chOff x="658813" y="5482250"/>
              <a:chExt cx="2312540" cy="1212257"/>
            </a:xfrm>
          </p:grpSpPr>
          <p:sp>
            <p:nvSpPr>
              <p:cNvPr id="20" name="TextBox 3">
                <a:extLst>
                  <a:ext uri="{FF2B5EF4-FFF2-40B4-BE49-F238E27FC236}">
                    <a16:creationId xmlns:a16="http://schemas.microsoft.com/office/drawing/2014/main" id="{6A73E5AB-9575-4317-ACFD-4554C50A82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813" y="5715778"/>
                <a:ext cx="1695767" cy="9787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ko-KR" sz="120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tx2">
                        <a:lumMod val="50000"/>
                      </a:schemeClr>
                    </a:solidFill>
                    <a:ea typeface="넥슨Lv1고딕 Bold" panose="00000800000000000000" pitchFamily="2" charset="-127"/>
                    <a:cs typeface="+mj-cs"/>
                  </a:rPr>
                  <a:t>close connection to this client (but not welcoming socket)</a:t>
                </a:r>
              </a:p>
            </p:txBody>
          </p:sp>
          <p:cxnSp>
            <p:nvCxnSpPr>
              <p:cNvPr id="10" name="연결선: 꺾임 9">
                <a:extLst>
                  <a:ext uri="{FF2B5EF4-FFF2-40B4-BE49-F238E27FC236}">
                    <a16:creationId xmlns:a16="http://schemas.microsoft.com/office/drawing/2014/main" id="{0B142F46-E2E8-4D72-B240-5CAB4BBD446B}"/>
                  </a:ext>
                </a:extLst>
              </p:cNvPr>
              <p:cNvCxnSpPr/>
              <p:nvPr/>
            </p:nvCxnSpPr>
            <p:spPr>
              <a:xfrm flipV="1">
                <a:off x="2347913" y="5482250"/>
                <a:ext cx="623440" cy="596347"/>
              </a:xfrm>
              <a:prstGeom prst="bentConnector3">
                <a:avLst/>
              </a:prstGeom>
              <a:noFill/>
              <a:ln w="12700">
                <a:solidFill>
                  <a:srgbClr val="098983"/>
                </a:solidFill>
                <a:round/>
                <a:headEnd/>
                <a:tailEnd type="triangl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3450569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F6B13A-E939-4337-A845-33A1EB706C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Chapter 2. </a:t>
            </a:r>
            <a:r>
              <a:rPr lang="ko-KR" altLang="en-US" dirty="0">
                <a:solidFill>
                  <a:schemeClr val="bg1"/>
                </a:solidFill>
              </a:rPr>
              <a:t>애플리케이션 계층 </a:t>
            </a:r>
            <a:r>
              <a:rPr lang="en-US" altLang="ko-KR" dirty="0">
                <a:solidFill>
                  <a:schemeClr val="bg1"/>
                </a:solidFill>
              </a:rPr>
              <a:t>summary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E2FACEF-5939-4AD2-89FC-14A1830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78FA69-3837-4761-A601-87BDC4C7E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6" y="990253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our study of network apps!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05F0955-EDBB-4B3E-8620-33250737C466}"/>
              </a:ext>
            </a:extLst>
          </p:cNvPr>
          <p:cNvGrpSpPr/>
          <p:nvPr/>
        </p:nvGrpSpPr>
        <p:grpSpPr>
          <a:xfrm>
            <a:off x="670134" y="984473"/>
            <a:ext cx="450893" cy="537302"/>
            <a:chOff x="670134" y="984473"/>
            <a:chExt cx="450893" cy="537302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BD1C7B4-B6EE-44CC-973A-3F4CE53FDA8D}"/>
                </a:ext>
              </a:extLst>
            </p:cNvPr>
            <p:cNvGrpSpPr/>
            <p:nvPr/>
          </p:nvGrpSpPr>
          <p:grpSpPr>
            <a:xfrm>
              <a:off x="670134" y="984473"/>
              <a:ext cx="450893" cy="537302"/>
              <a:chOff x="670134" y="984473"/>
              <a:chExt cx="499079" cy="594722"/>
            </a:xfrm>
          </p:grpSpPr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456CB53A-C665-43D3-86C8-AA541DD63009}"/>
                  </a:ext>
                </a:extLst>
              </p:cNvPr>
              <p:cNvSpPr/>
              <p:nvPr/>
            </p:nvSpPr>
            <p:spPr>
              <a:xfrm>
                <a:off x="758638" y="1494774"/>
                <a:ext cx="314384" cy="84421"/>
              </a:xfrm>
              <a:prstGeom prst="ellipse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5" name="그래픽 9">
                <a:extLst>
                  <a:ext uri="{FF2B5EF4-FFF2-40B4-BE49-F238E27FC236}">
                    <a16:creationId xmlns:a16="http://schemas.microsoft.com/office/drawing/2014/main" id="{9F439F2E-0C9F-445C-BBA4-CE0799A83364}"/>
                  </a:ext>
                </a:extLst>
              </p:cNvPr>
              <p:cNvSpPr/>
              <p:nvPr/>
            </p:nvSpPr>
            <p:spPr>
              <a:xfrm rot="5400000">
                <a:off x="638045" y="1016562"/>
                <a:ext cx="563257" cy="499079"/>
              </a:xfrm>
              <a:custGeom>
                <a:avLst/>
                <a:gdLst>
                  <a:gd name="connsiteX0" fmla="*/ 399978 w 563257"/>
                  <a:gd name="connsiteY0" fmla="*/ 29 h 499079"/>
                  <a:gd name="connsiteX1" fmla="*/ 163102 w 563257"/>
                  <a:gd name="connsiteY1" fmla="*/ 29 h 499079"/>
                  <a:gd name="connsiteX2" fmla="*/ 124367 w 563257"/>
                  <a:gd name="connsiteY2" fmla="*/ 22376 h 499079"/>
                  <a:gd name="connsiteX3" fmla="*/ 5929 w 563257"/>
                  <a:gd name="connsiteY3" fmla="*/ 227222 h 499079"/>
                  <a:gd name="connsiteX4" fmla="*/ 5929 w 563257"/>
                  <a:gd name="connsiteY4" fmla="*/ 271916 h 499079"/>
                  <a:gd name="connsiteX5" fmla="*/ 124367 w 563257"/>
                  <a:gd name="connsiteY5" fmla="*/ 476762 h 499079"/>
                  <a:gd name="connsiteX6" fmla="*/ 163102 w 563257"/>
                  <a:gd name="connsiteY6" fmla="*/ 499109 h 499079"/>
                  <a:gd name="connsiteX7" fmla="*/ 399978 w 563257"/>
                  <a:gd name="connsiteY7" fmla="*/ 499109 h 499079"/>
                  <a:gd name="connsiteX8" fmla="*/ 438712 w 563257"/>
                  <a:gd name="connsiteY8" fmla="*/ 476762 h 499079"/>
                  <a:gd name="connsiteX9" fmla="*/ 557150 w 563257"/>
                  <a:gd name="connsiteY9" fmla="*/ 271916 h 499079"/>
                  <a:gd name="connsiteX10" fmla="*/ 557150 w 563257"/>
                  <a:gd name="connsiteY10" fmla="*/ 227222 h 499079"/>
                  <a:gd name="connsiteX11" fmla="*/ 438712 w 563257"/>
                  <a:gd name="connsiteY11" fmla="*/ 22376 h 499079"/>
                  <a:gd name="connsiteX12" fmla="*/ 399978 w 563257"/>
                  <a:gd name="connsiteY12" fmla="*/ 29 h 499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3257" h="499079">
                    <a:moveTo>
                      <a:pt x="399978" y="29"/>
                    </a:moveTo>
                    <a:lnTo>
                      <a:pt x="163102" y="29"/>
                    </a:lnTo>
                    <a:cubicBezTo>
                      <a:pt x="147135" y="57"/>
                      <a:pt x="132384" y="8568"/>
                      <a:pt x="124367" y="22376"/>
                    </a:cubicBezTo>
                    <a:lnTo>
                      <a:pt x="5929" y="227222"/>
                    </a:lnTo>
                    <a:cubicBezTo>
                      <a:pt x="-2093" y="241040"/>
                      <a:pt x="-2093" y="258098"/>
                      <a:pt x="5929" y="271916"/>
                    </a:cubicBezTo>
                    <a:lnTo>
                      <a:pt x="124367" y="476762"/>
                    </a:lnTo>
                    <a:cubicBezTo>
                      <a:pt x="132384" y="490571"/>
                      <a:pt x="147135" y="499081"/>
                      <a:pt x="163102" y="499109"/>
                    </a:cubicBezTo>
                    <a:lnTo>
                      <a:pt x="399978" y="499109"/>
                    </a:lnTo>
                    <a:cubicBezTo>
                      <a:pt x="415937" y="499081"/>
                      <a:pt x="430704" y="490571"/>
                      <a:pt x="438712" y="476762"/>
                    </a:cubicBezTo>
                    <a:lnTo>
                      <a:pt x="557150" y="271916"/>
                    </a:lnTo>
                    <a:cubicBezTo>
                      <a:pt x="565176" y="258098"/>
                      <a:pt x="565176" y="241040"/>
                      <a:pt x="557150" y="227222"/>
                    </a:cubicBezTo>
                    <a:lnTo>
                      <a:pt x="438712" y="22376"/>
                    </a:lnTo>
                    <a:cubicBezTo>
                      <a:pt x="430704" y="8568"/>
                      <a:pt x="415937" y="57"/>
                      <a:pt x="399978" y="2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</p:grp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2273729-F069-445C-8A38-573942F61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/>
          </p:blipFill>
          <p:spPr>
            <a:xfrm>
              <a:off x="724728" y="1137644"/>
              <a:ext cx="341705" cy="197933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3D30220-697D-4B78-B771-CDEAAC39EF92}"/>
              </a:ext>
            </a:extLst>
          </p:cNvPr>
          <p:cNvGrpSpPr/>
          <p:nvPr/>
        </p:nvGrpSpPr>
        <p:grpSpPr>
          <a:xfrm>
            <a:off x="673656" y="1516404"/>
            <a:ext cx="4085430" cy="1004028"/>
            <a:chOff x="673656" y="1647416"/>
            <a:chExt cx="4085430" cy="1004028"/>
          </a:xfrm>
        </p:grpSpPr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12286075-81C0-4E6C-8DB7-FDD2884041B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1647416"/>
              <a:ext cx="3779838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3"/>
                </a:buBlip>
              </a:pP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application architectures</a:t>
              </a:r>
            </a:p>
          </p:txBody>
        </p:sp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5A29AECD-EE47-489F-BB5A-50E5AAF892A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2008576"/>
              <a:ext cx="3779838" cy="642868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client-server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P2P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129FE52-A49D-4AA9-AEB4-64C8FA72DE95}"/>
              </a:ext>
            </a:extLst>
          </p:cNvPr>
          <p:cNvGrpSpPr/>
          <p:nvPr/>
        </p:nvGrpSpPr>
        <p:grpSpPr>
          <a:xfrm>
            <a:off x="673656" y="2573816"/>
            <a:ext cx="4085430" cy="694200"/>
            <a:chOff x="673656" y="2708920"/>
            <a:chExt cx="4085430" cy="694200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2FFC89FB-72DB-4286-A38F-508D3E41BE7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2708920"/>
              <a:ext cx="3779838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3"/>
                </a:buBlip>
              </a:pP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application service requirements</a:t>
              </a:r>
            </a:p>
          </p:txBody>
        </p:sp>
        <p:sp>
          <p:nvSpPr>
            <p:cNvPr id="30" name="Rectangle 3">
              <a:extLst>
                <a:ext uri="{FF2B5EF4-FFF2-40B4-BE49-F238E27FC236}">
                  <a16:creationId xmlns:a16="http://schemas.microsoft.com/office/drawing/2014/main" id="{5ABFA924-FB32-4C46-8513-FB578103847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3070080"/>
              <a:ext cx="3779838" cy="333040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reliability, bandwidth, delay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D2E470A-A6F6-47AE-B617-8C6E08F8BA7A}"/>
              </a:ext>
            </a:extLst>
          </p:cNvPr>
          <p:cNvGrpSpPr/>
          <p:nvPr/>
        </p:nvGrpSpPr>
        <p:grpSpPr>
          <a:xfrm>
            <a:off x="673656" y="3321400"/>
            <a:ext cx="4085430" cy="1004028"/>
            <a:chOff x="673656" y="3501008"/>
            <a:chExt cx="4085430" cy="1004028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99191950-E854-4090-AAC7-1167C2F7699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3501008"/>
              <a:ext cx="3779838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3"/>
                </a:buBlip>
              </a:pP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Internet transport service model</a:t>
              </a:r>
            </a:p>
          </p:txBody>
        </p:sp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09C35ED8-2FC1-4217-85E5-339AC45479F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3862168"/>
              <a:ext cx="3779838" cy="642868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connection-oriented, reliable : TCP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unreliable, </a:t>
              </a:r>
              <a:r>
                <a:rPr lang="en-US" altLang="ko-KR" sz="14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datagrams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: UDP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33AE033-262E-4E75-8925-952AC1381ECA}"/>
              </a:ext>
            </a:extLst>
          </p:cNvPr>
          <p:cNvGrpSpPr/>
          <p:nvPr/>
        </p:nvGrpSpPr>
        <p:grpSpPr>
          <a:xfrm>
            <a:off x="673656" y="4378812"/>
            <a:ext cx="6461535" cy="1021277"/>
            <a:chOff x="673656" y="4581128"/>
            <a:chExt cx="6461535" cy="1021277"/>
          </a:xfrm>
        </p:grpSpPr>
        <p:sp>
          <p:nvSpPr>
            <p:cNvPr id="35" name="Rectangle 3">
              <a:extLst>
                <a:ext uri="{FF2B5EF4-FFF2-40B4-BE49-F238E27FC236}">
                  <a16:creationId xmlns:a16="http://schemas.microsoft.com/office/drawing/2014/main" id="{70F1483C-20A6-4AF1-8A48-E29E0B0212B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4581128"/>
              <a:ext cx="3779838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3"/>
                </a:buBlip>
              </a:pPr>
              <a:r>
                <a:rPr lang="en-US" altLang="ko-KR" sz="15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specific protocols</a:t>
              </a:r>
            </a:p>
          </p:txBody>
        </p:sp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1729BEB2-164C-4D13-B158-CAA92439391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4942288"/>
              <a:ext cx="3779838" cy="642868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HTTP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SMTP, POP, IMAP</a:t>
              </a:r>
            </a:p>
          </p:txBody>
        </p:sp>
        <p:sp>
          <p:nvSpPr>
            <p:cNvPr id="37" name="Rectangle 3">
              <a:extLst>
                <a:ext uri="{FF2B5EF4-FFF2-40B4-BE49-F238E27FC236}">
                  <a16:creationId xmlns:a16="http://schemas.microsoft.com/office/drawing/2014/main" id="{A34EA73A-0A41-4F41-9153-A8A13665927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355353" y="4942288"/>
              <a:ext cx="3779838" cy="660117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DNS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P2P : BitTorrent</a:t>
              </a:r>
            </a:p>
          </p:txBody>
        </p:sp>
      </p:grpSp>
      <p:sp>
        <p:nvSpPr>
          <p:cNvPr id="38" name="Rectangle 3">
            <a:extLst>
              <a:ext uri="{FF2B5EF4-FFF2-40B4-BE49-F238E27FC236}">
                <a16:creationId xmlns:a16="http://schemas.microsoft.com/office/drawing/2014/main" id="{8B3AD1CB-EF15-4EE1-A6B7-787ADBCD60C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436223"/>
            <a:ext cx="6314496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video streaming, CDNs</a:t>
            </a:r>
          </a:p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socket programming : TCP, UDP sockets</a:t>
            </a:r>
          </a:p>
        </p:txBody>
      </p:sp>
    </p:spTree>
    <p:extLst>
      <p:ext uri="{BB962C8B-B14F-4D97-AF65-F5344CB8AC3E}">
        <p14:creationId xmlns:p14="http://schemas.microsoft.com/office/powerpoint/2010/main" val="7691999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F6B13A-E939-4337-A845-33A1EB706C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Chapter 2. </a:t>
            </a:r>
            <a:r>
              <a:rPr lang="ko-KR" altLang="en-US" dirty="0">
                <a:solidFill>
                  <a:schemeClr val="bg1"/>
                </a:solidFill>
              </a:rPr>
              <a:t>애플리케이션 계층 </a:t>
            </a:r>
            <a:r>
              <a:rPr lang="en-US" altLang="ko-KR" dirty="0">
                <a:solidFill>
                  <a:schemeClr val="bg1"/>
                </a:solidFill>
              </a:rPr>
              <a:t>summary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E2FACEF-5939-4AD2-89FC-14A1830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41</a:t>
            </a:fld>
            <a:endParaRPr lang="en-US" dirty="0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B79D7AC4-24EB-45A6-A54F-0A8231DE6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6" y="990253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most importantly : learned about protocols! 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57FF0722-EC94-4537-817E-EA48B151CAE5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516404"/>
            <a:ext cx="528663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typical request/reply message exchange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901A80B2-772C-42AE-867C-0F215EDD30B8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877564"/>
            <a:ext cx="3779838" cy="64286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client requests info or service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server responds with data, status code</a:t>
            </a: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67A4D84E-D49B-4A4E-BDD7-FF82500EBE15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444156"/>
            <a:ext cx="3779838" cy="33304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in-band, out-of-band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963680F0-27B7-4D78-960F-626E9C832BA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553794"/>
            <a:ext cx="3779838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message formats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51846B7A-A430-420F-A96B-B5588A169CA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7" y="2914954"/>
            <a:ext cx="4667339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headers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fields giving info about data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data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info(payload) being communicated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83E2E742-C1B3-40FC-B1DC-90CAA0152B3D}"/>
              </a:ext>
            </a:extLst>
          </p:cNvPr>
          <p:cNvSpPr txBox="1">
            <a:spLocks noChangeArrowheads="1"/>
          </p:cNvSpPr>
          <p:nvPr/>
        </p:nvSpPr>
        <p:spPr>
          <a:xfrm>
            <a:off x="983432" y="4052472"/>
            <a:ext cx="6367891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control vs. messages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685B30B-0D28-4EBB-8EBC-A944F3FC6D83}"/>
              </a:ext>
            </a:extLst>
          </p:cNvPr>
          <p:cNvGrpSpPr/>
          <p:nvPr/>
        </p:nvGrpSpPr>
        <p:grpSpPr>
          <a:xfrm>
            <a:off x="670134" y="984473"/>
            <a:ext cx="450893" cy="537302"/>
            <a:chOff x="670134" y="984473"/>
            <a:chExt cx="450893" cy="537302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225AEB04-79E9-432B-B3C2-EDB89A64CBDE}"/>
                </a:ext>
              </a:extLst>
            </p:cNvPr>
            <p:cNvGrpSpPr/>
            <p:nvPr/>
          </p:nvGrpSpPr>
          <p:grpSpPr>
            <a:xfrm>
              <a:off x="670134" y="984473"/>
              <a:ext cx="450893" cy="537302"/>
              <a:chOff x="670134" y="984473"/>
              <a:chExt cx="499079" cy="594722"/>
            </a:xfrm>
          </p:grpSpPr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47987B98-2E9F-40D1-938B-E3BCB8A64A37}"/>
                  </a:ext>
                </a:extLst>
              </p:cNvPr>
              <p:cNvSpPr/>
              <p:nvPr/>
            </p:nvSpPr>
            <p:spPr>
              <a:xfrm>
                <a:off x="758638" y="1494774"/>
                <a:ext cx="314384" cy="84421"/>
              </a:xfrm>
              <a:prstGeom prst="ellipse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41" name="그래픽 9">
                <a:extLst>
                  <a:ext uri="{FF2B5EF4-FFF2-40B4-BE49-F238E27FC236}">
                    <a16:creationId xmlns:a16="http://schemas.microsoft.com/office/drawing/2014/main" id="{BE6143AA-3E45-444A-A7A4-ECEC9C718EAA}"/>
                  </a:ext>
                </a:extLst>
              </p:cNvPr>
              <p:cNvSpPr/>
              <p:nvPr/>
            </p:nvSpPr>
            <p:spPr>
              <a:xfrm rot="5400000">
                <a:off x="638045" y="1016562"/>
                <a:ext cx="563257" cy="499079"/>
              </a:xfrm>
              <a:custGeom>
                <a:avLst/>
                <a:gdLst>
                  <a:gd name="connsiteX0" fmla="*/ 399978 w 563257"/>
                  <a:gd name="connsiteY0" fmla="*/ 29 h 499079"/>
                  <a:gd name="connsiteX1" fmla="*/ 163102 w 563257"/>
                  <a:gd name="connsiteY1" fmla="*/ 29 h 499079"/>
                  <a:gd name="connsiteX2" fmla="*/ 124367 w 563257"/>
                  <a:gd name="connsiteY2" fmla="*/ 22376 h 499079"/>
                  <a:gd name="connsiteX3" fmla="*/ 5929 w 563257"/>
                  <a:gd name="connsiteY3" fmla="*/ 227222 h 499079"/>
                  <a:gd name="connsiteX4" fmla="*/ 5929 w 563257"/>
                  <a:gd name="connsiteY4" fmla="*/ 271916 h 499079"/>
                  <a:gd name="connsiteX5" fmla="*/ 124367 w 563257"/>
                  <a:gd name="connsiteY5" fmla="*/ 476762 h 499079"/>
                  <a:gd name="connsiteX6" fmla="*/ 163102 w 563257"/>
                  <a:gd name="connsiteY6" fmla="*/ 499109 h 499079"/>
                  <a:gd name="connsiteX7" fmla="*/ 399978 w 563257"/>
                  <a:gd name="connsiteY7" fmla="*/ 499109 h 499079"/>
                  <a:gd name="connsiteX8" fmla="*/ 438712 w 563257"/>
                  <a:gd name="connsiteY8" fmla="*/ 476762 h 499079"/>
                  <a:gd name="connsiteX9" fmla="*/ 557150 w 563257"/>
                  <a:gd name="connsiteY9" fmla="*/ 271916 h 499079"/>
                  <a:gd name="connsiteX10" fmla="*/ 557150 w 563257"/>
                  <a:gd name="connsiteY10" fmla="*/ 227222 h 499079"/>
                  <a:gd name="connsiteX11" fmla="*/ 438712 w 563257"/>
                  <a:gd name="connsiteY11" fmla="*/ 22376 h 499079"/>
                  <a:gd name="connsiteX12" fmla="*/ 399978 w 563257"/>
                  <a:gd name="connsiteY12" fmla="*/ 29 h 499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3257" h="499079">
                    <a:moveTo>
                      <a:pt x="399978" y="29"/>
                    </a:moveTo>
                    <a:lnTo>
                      <a:pt x="163102" y="29"/>
                    </a:lnTo>
                    <a:cubicBezTo>
                      <a:pt x="147135" y="57"/>
                      <a:pt x="132384" y="8568"/>
                      <a:pt x="124367" y="22376"/>
                    </a:cubicBezTo>
                    <a:lnTo>
                      <a:pt x="5929" y="227222"/>
                    </a:lnTo>
                    <a:cubicBezTo>
                      <a:pt x="-2093" y="241040"/>
                      <a:pt x="-2093" y="258098"/>
                      <a:pt x="5929" y="271916"/>
                    </a:cubicBezTo>
                    <a:lnTo>
                      <a:pt x="124367" y="476762"/>
                    </a:lnTo>
                    <a:cubicBezTo>
                      <a:pt x="132384" y="490571"/>
                      <a:pt x="147135" y="499081"/>
                      <a:pt x="163102" y="499109"/>
                    </a:cubicBezTo>
                    <a:lnTo>
                      <a:pt x="399978" y="499109"/>
                    </a:lnTo>
                    <a:cubicBezTo>
                      <a:pt x="415937" y="499081"/>
                      <a:pt x="430704" y="490571"/>
                      <a:pt x="438712" y="476762"/>
                    </a:cubicBezTo>
                    <a:lnTo>
                      <a:pt x="557150" y="271916"/>
                    </a:lnTo>
                    <a:cubicBezTo>
                      <a:pt x="565176" y="258098"/>
                      <a:pt x="565176" y="241040"/>
                      <a:pt x="557150" y="227222"/>
                    </a:cubicBezTo>
                    <a:lnTo>
                      <a:pt x="438712" y="22376"/>
                    </a:lnTo>
                    <a:cubicBezTo>
                      <a:pt x="430704" y="8568"/>
                      <a:pt x="415937" y="57"/>
                      <a:pt x="399978" y="2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680873FA-3D31-437E-854A-63CDDB2B9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/>
          </p:blipFill>
          <p:spPr>
            <a:xfrm>
              <a:off x="724728" y="1137644"/>
              <a:ext cx="341705" cy="197933"/>
            </a:xfrm>
            <a:prstGeom prst="rect">
              <a:avLst/>
            </a:prstGeom>
          </p:spPr>
        </p:pic>
      </p:grpSp>
      <p:sp>
        <p:nvSpPr>
          <p:cNvPr id="42" name="Rectangle 5">
            <a:extLst>
              <a:ext uri="{FF2B5EF4-FFF2-40B4-BE49-F238E27FC236}">
                <a16:creationId xmlns:a16="http://schemas.microsoft.com/office/drawing/2014/main" id="{32F3559A-45FC-49F4-A6E2-9244A2073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3629952"/>
            <a:ext cx="682693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important themes 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8032346-92D9-438D-8BDA-6A2E24593ED3}"/>
              </a:ext>
            </a:extLst>
          </p:cNvPr>
          <p:cNvGrpSpPr/>
          <p:nvPr/>
        </p:nvGrpSpPr>
        <p:grpSpPr>
          <a:xfrm>
            <a:off x="767408" y="4182897"/>
            <a:ext cx="171105" cy="171646"/>
            <a:chOff x="1029671" y="3159333"/>
            <a:chExt cx="387927" cy="38915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23DBCA4E-A683-41B2-992D-6818B684EC9B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2" name="그래픽 40">
              <a:extLst>
                <a:ext uri="{FF2B5EF4-FFF2-40B4-BE49-F238E27FC236}">
                  <a16:creationId xmlns:a16="http://schemas.microsoft.com/office/drawing/2014/main" id="{C238A9D3-D95B-4E1F-A975-C10B67019085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56" name="Rectangle 3">
            <a:extLst>
              <a:ext uri="{FF2B5EF4-FFF2-40B4-BE49-F238E27FC236}">
                <a16:creationId xmlns:a16="http://schemas.microsoft.com/office/drawing/2014/main" id="{66D45A78-4890-4412-A504-6BD635168566}"/>
              </a:ext>
            </a:extLst>
          </p:cNvPr>
          <p:cNvSpPr txBox="1">
            <a:spLocks noChangeArrowheads="1"/>
          </p:cNvSpPr>
          <p:nvPr/>
        </p:nvSpPr>
        <p:spPr>
          <a:xfrm>
            <a:off x="983432" y="4822906"/>
            <a:ext cx="6367891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centralized vs. decentralized </a:t>
            </a:r>
          </a:p>
          <a:p>
            <a:pPr marL="0" lvl="2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stateless vs. stateful</a:t>
            </a:r>
          </a:p>
          <a:p>
            <a:pPr marL="0" lvl="2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reliable vs. unreliable message transfer </a:t>
            </a:r>
          </a:p>
          <a:p>
            <a:pPr marL="0" lvl="2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“complexity at network edge”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19758BD4-A297-4168-A772-C3A92E73EB91}"/>
              </a:ext>
            </a:extLst>
          </p:cNvPr>
          <p:cNvGrpSpPr/>
          <p:nvPr/>
        </p:nvGrpSpPr>
        <p:grpSpPr>
          <a:xfrm>
            <a:off x="767408" y="4953331"/>
            <a:ext cx="171105" cy="171646"/>
            <a:chOff x="1029671" y="3159333"/>
            <a:chExt cx="387927" cy="389152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56E9EE94-3B47-4392-93B4-AA39FC9F72DE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9" name="그래픽 40">
              <a:extLst>
                <a:ext uri="{FF2B5EF4-FFF2-40B4-BE49-F238E27FC236}">
                  <a16:creationId xmlns:a16="http://schemas.microsoft.com/office/drawing/2014/main" id="{AF86E835-80C4-437D-BADC-E065E96F4633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B26F42E-F9B5-46AA-92EA-58B8CAA6EE49}"/>
              </a:ext>
            </a:extLst>
          </p:cNvPr>
          <p:cNvGrpSpPr/>
          <p:nvPr/>
        </p:nvGrpSpPr>
        <p:grpSpPr>
          <a:xfrm>
            <a:off x="767408" y="5293451"/>
            <a:ext cx="171105" cy="171646"/>
            <a:chOff x="1029671" y="3159333"/>
            <a:chExt cx="387927" cy="389152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DF6EB819-6949-4A0C-A28C-C234ED173C80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2" name="그래픽 40">
              <a:extLst>
                <a:ext uri="{FF2B5EF4-FFF2-40B4-BE49-F238E27FC236}">
                  <a16:creationId xmlns:a16="http://schemas.microsoft.com/office/drawing/2014/main" id="{6F456B44-5065-47F5-81A3-FEC086DFF1B3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2D33BB1-4FD5-44B4-A9D0-6F26F2812D7E}"/>
              </a:ext>
            </a:extLst>
          </p:cNvPr>
          <p:cNvGrpSpPr/>
          <p:nvPr/>
        </p:nvGrpSpPr>
        <p:grpSpPr>
          <a:xfrm>
            <a:off x="767408" y="5633571"/>
            <a:ext cx="171105" cy="171646"/>
            <a:chOff x="1029671" y="3159333"/>
            <a:chExt cx="387927" cy="389152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BF6CD0B8-2D75-4D1D-AEE0-0DFCCF24A169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5" name="그래픽 40">
              <a:extLst>
                <a:ext uri="{FF2B5EF4-FFF2-40B4-BE49-F238E27FC236}">
                  <a16:creationId xmlns:a16="http://schemas.microsoft.com/office/drawing/2014/main" id="{142C767E-09E3-4CF4-8CBD-48B42973D443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CD2B015-8BC9-4EFF-82FF-270B03A5CC28}"/>
              </a:ext>
            </a:extLst>
          </p:cNvPr>
          <p:cNvGrpSpPr/>
          <p:nvPr/>
        </p:nvGrpSpPr>
        <p:grpSpPr>
          <a:xfrm>
            <a:off x="767408" y="5973690"/>
            <a:ext cx="171105" cy="171646"/>
            <a:chOff x="1029671" y="3159333"/>
            <a:chExt cx="387927" cy="389152"/>
          </a:xfrm>
        </p:grpSpPr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D8568EC9-EF95-4757-AF3E-A1DC54CC0054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8" name="그래픽 40">
              <a:extLst>
                <a:ext uri="{FF2B5EF4-FFF2-40B4-BE49-F238E27FC236}">
                  <a16:creationId xmlns:a16="http://schemas.microsoft.com/office/drawing/2014/main" id="{13206592-4489-4585-9F48-3D2967F98669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4586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1">
      <a:majorFont>
        <a:latin typeface="G마켓 산스 TTF Bold"/>
        <a:ea typeface="G마켓 산스 TTF Bold"/>
        <a:cs typeface=""/>
      </a:majorFont>
      <a:minorFont>
        <a:latin typeface="G마켓 산스 TTF Medium"/>
        <a:ea typeface="넥슨Lv1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 defTabSz="914583">
          <a:defRPr>
            <a:solidFill>
              <a:prstClr val="white"/>
            </a:solidFill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>
        <a:spAutoFit/>
      </a:bodyPr>
      <a:lstStyle>
        <a:defPPr marL="180000" indent="-180000" algn="l">
          <a:lnSpc>
            <a:spcPct val="120000"/>
          </a:lnSpc>
          <a:spcBef>
            <a:spcPts val="600"/>
          </a:spcBef>
          <a:buClr>
            <a:srgbClr val="0B4CA2"/>
          </a:buClr>
          <a:buSzPct val="80000"/>
          <a:defRPr sz="1600">
            <a:ln>
              <a:solidFill>
                <a:srgbClr val="2D5897">
                  <a:alpha val="0"/>
                </a:srgbClr>
              </a:solidFill>
            </a:ln>
            <a:latin typeface="넥슨Lv1고딕" panose="00000500000000000000" pitchFamily="2" charset="-127"/>
            <a:ea typeface="넥슨Lv1고딕" panose="00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4708</TotalTime>
  <Words>3238</Words>
  <Application>Microsoft Office PowerPoint</Application>
  <PresentationFormat>와이드스크린</PresentationFormat>
  <Paragraphs>642</Paragraphs>
  <Slides>41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9" baseType="lpstr">
      <vt:lpstr>넥슨Lv1고딕</vt:lpstr>
      <vt:lpstr>ＭＳ Ｐゴシック</vt:lpstr>
      <vt:lpstr>Arial</vt:lpstr>
      <vt:lpstr>G마켓 산스 TTF Bold</vt:lpstr>
      <vt:lpstr>넥슨Lv1고딕 Bold</vt:lpstr>
      <vt:lpstr>G마켓 산스 TTF Medium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템포</dc:creator>
  <cp:lastModifiedBy>태호 안</cp:lastModifiedBy>
  <cp:revision>99</cp:revision>
  <dcterms:created xsi:type="dcterms:W3CDTF">2021-12-17T00:49:19Z</dcterms:created>
  <dcterms:modified xsi:type="dcterms:W3CDTF">2026-10-08T03:50:27Z</dcterms:modified>
</cp:coreProperties>
</file>