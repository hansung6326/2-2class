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</p:sldIdLst>
  <p:sldSz cx="10680700" cy="7556500"/>
  <p:notesSz cx="106807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88735" y="432071"/>
            <a:ext cx="6564630" cy="1234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307164" y="1889752"/>
            <a:ext cx="3421379" cy="3974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350329"/>
            <a:ext cx="9134475" cy="5968365"/>
          </a:xfrm>
          <a:custGeom>
            <a:avLst/>
            <a:gdLst/>
            <a:ahLst/>
            <a:cxnLst/>
            <a:rect l="l" t="t" r="r" b="b"/>
            <a:pathLst>
              <a:path w="9134475" h="5968365">
                <a:moveTo>
                  <a:pt x="0" y="5967831"/>
                </a:moveTo>
                <a:lnTo>
                  <a:pt x="9134005" y="5967831"/>
                </a:lnTo>
                <a:lnTo>
                  <a:pt x="9134005" y="0"/>
                </a:lnTo>
                <a:lnTo>
                  <a:pt x="0" y="0"/>
                </a:lnTo>
                <a:lnTo>
                  <a:pt x="0" y="5967831"/>
                </a:lnTo>
                <a:close/>
              </a:path>
            </a:pathLst>
          </a:custGeom>
          <a:solidFill>
            <a:srgbClr val="775E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71829" y="6318160"/>
            <a:ext cx="9134475" cy="887094"/>
          </a:xfrm>
          <a:custGeom>
            <a:avLst/>
            <a:gdLst/>
            <a:ahLst/>
            <a:cxnLst/>
            <a:rect l="l" t="t" r="r" b="b"/>
            <a:pathLst>
              <a:path w="9134475" h="887095">
                <a:moveTo>
                  <a:pt x="9134005" y="0"/>
                </a:moveTo>
                <a:lnTo>
                  <a:pt x="0" y="0"/>
                </a:lnTo>
                <a:lnTo>
                  <a:pt x="0" y="886485"/>
                </a:lnTo>
                <a:lnTo>
                  <a:pt x="9134005" y="886485"/>
                </a:lnTo>
                <a:lnTo>
                  <a:pt x="9134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71829" y="6400406"/>
            <a:ext cx="2238375" cy="713105"/>
          </a:xfrm>
          <a:custGeom>
            <a:avLst/>
            <a:gdLst/>
            <a:ahLst/>
            <a:cxnLst/>
            <a:rect l="l" t="t" r="r" b="b"/>
            <a:pathLst>
              <a:path w="2238375" h="713104">
                <a:moveTo>
                  <a:pt x="2237816" y="0"/>
                </a:moveTo>
                <a:lnTo>
                  <a:pt x="0" y="0"/>
                </a:lnTo>
                <a:lnTo>
                  <a:pt x="0" y="712851"/>
                </a:lnTo>
                <a:lnTo>
                  <a:pt x="2237816" y="712851"/>
                </a:lnTo>
                <a:lnTo>
                  <a:pt x="2237816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28403" y="6391262"/>
            <a:ext cx="6777990" cy="713105"/>
          </a:xfrm>
          <a:custGeom>
            <a:avLst/>
            <a:gdLst/>
            <a:ahLst/>
            <a:cxnLst/>
            <a:rect l="l" t="t" r="r" b="b"/>
            <a:pathLst>
              <a:path w="6777990" h="713104">
                <a:moveTo>
                  <a:pt x="6777431" y="0"/>
                </a:moveTo>
                <a:lnTo>
                  <a:pt x="0" y="0"/>
                </a:lnTo>
                <a:lnTo>
                  <a:pt x="0" y="712850"/>
                </a:lnTo>
                <a:lnTo>
                  <a:pt x="6777431" y="712850"/>
                </a:lnTo>
                <a:lnTo>
                  <a:pt x="6777431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9397" y="247805"/>
            <a:ext cx="8165334" cy="14278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1796" y="2006682"/>
            <a:ext cx="8581390" cy="4387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70206" y="6944863"/>
            <a:ext cx="18097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45360" y="6941690"/>
            <a:ext cx="135508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0104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5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6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6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7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8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9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44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47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48.jpg"/><Relationship Id="rId4" Type="http://schemas.openxmlformats.org/officeDocument/2006/relationships/image" Target="../media/image49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57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58.jpg"/><Relationship Id="rId4" Type="http://schemas.openxmlformats.org/officeDocument/2006/relationships/image" Target="../media/image59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60.png"/><Relationship Id="rId4" Type="http://schemas.openxmlformats.org/officeDocument/2006/relationships/image" Target="../media/image61.jpg"/><Relationship Id="rId5" Type="http://schemas.openxmlformats.org/officeDocument/2006/relationships/image" Target="../media/image62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png"/><Relationship Id="rId6" Type="http://schemas.openxmlformats.org/officeDocument/2006/relationships/image" Target="../media/image66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67.jpg"/><Relationship Id="rId4" Type="http://schemas.openxmlformats.org/officeDocument/2006/relationships/image" Target="../media/image63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68.jpg"/><Relationship Id="rId4" Type="http://schemas.openxmlformats.org/officeDocument/2006/relationships/image" Target="../media/image65.pn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3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4.jpg"/><Relationship Id="rId4" Type="http://schemas.openxmlformats.org/officeDocument/2006/relationships/image" Target="../media/image75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6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6.jpg"/><Relationship Id="rId4" Type="http://schemas.openxmlformats.org/officeDocument/2006/relationships/image" Target="../media/image77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2.png"/><Relationship Id="rId4" Type="http://schemas.openxmlformats.org/officeDocument/2006/relationships/image" Target="../media/image74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81.jpg"/><Relationship Id="rId4" Type="http://schemas.openxmlformats.org/officeDocument/2006/relationships/image" Target="../media/image82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83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45.jp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45.jp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3.jp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00.jp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85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37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38.jpg"/><Relationship Id="rId4" Type="http://schemas.openxmlformats.org/officeDocument/2006/relationships/image" Target="../media/image139.jp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0.jp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1.jp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1.jp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2.jp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3.jpg"/><Relationship Id="rId4" Type="http://schemas.openxmlformats.org/officeDocument/2006/relationships/image" Target="../media/image144.jpg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5.jpg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6.jpg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7.jp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48.jp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5.png"/><Relationship Id="rId4" Type="http://schemas.openxmlformats.org/officeDocument/2006/relationships/image" Target="../media/image149.jp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5.png"/><Relationship Id="rId4" Type="http://schemas.openxmlformats.org/officeDocument/2006/relationships/image" Target="../media/image145.jp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5.png"/><Relationship Id="rId4" Type="http://schemas.openxmlformats.org/officeDocument/2006/relationships/image" Target="../media/image146.jp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5.png"/><Relationship Id="rId4" Type="http://schemas.openxmlformats.org/officeDocument/2006/relationships/image" Target="../media/image150.jp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151.jp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2.jp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3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4.jp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4.jpg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5.jpg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6.jpg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7.jpg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8.jpg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9.jpg"/><Relationship Id="rId3" Type="http://schemas.openxmlformats.org/officeDocument/2006/relationships/image" Target="../media/image160.jpg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61.jpg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74.jpg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62.png"/><Relationship Id="rId4" Type="http://schemas.openxmlformats.org/officeDocument/2006/relationships/image" Target="../media/image16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10077" y="5502743"/>
            <a:ext cx="137096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0">
                <a:solidFill>
                  <a:srgbClr val="EBDDC2"/>
                </a:solidFill>
              </a:rPr>
              <a:t>8장</a:t>
            </a:r>
            <a:r>
              <a:rPr dirty="0" spc="-10">
                <a:solidFill>
                  <a:srgbClr val="EBDDC2"/>
                </a:solidFill>
              </a:rPr>
              <a:t> </a:t>
            </a:r>
            <a:r>
              <a:rPr dirty="0" spc="-2250">
                <a:solidFill>
                  <a:srgbClr val="EBDDC2"/>
                </a:solidFill>
              </a:rPr>
              <a:t>트리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842" rIns="0" bIns="0" rtlCol="0" vert="horz">
            <a:spAutoFit/>
          </a:bodyPr>
          <a:lstStyle/>
          <a:p>
            <a:pPr marL="662305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Tw Cen MT"/>
                <a:cs typeface="Tw Cen MT"/>
              </a:rPr>
              <a:t>Q</a:t>
            </a:r>
            <a:r>
              <a:rPr dirty="0" sz="3200" spc="-2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&amp;</a:t>
            </a:r>
            <a:r>
              <a:rPr dirty="0" sz="3200" spc="-10">
                <a:latin typeface="Tw Cen MT"/>
                <a:cs typeface="Tw Cen MT"/>
              </a:rPr>
              <a:t> </a:t>
            </a:r>
            <a:r>
              <a:rPr dirty="0" sz="3200" spc="-50">
                <a:latin typeface="Tw Cen MT"/>
                <a:cs typeface="Tw Cen MT"/>
              </a:rPr>
              <a:t>A</a:t>
            </a:r>
            <a:endParaRPr sz="3200">
              <a:latin typeface="Tw Cen MT"/>
              <a:cs typeface="Tw Cen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8558" y="5201653"/>
            <a:ext cx="2202815" cy="1590675"/>
            <a:chOff x="1878558" y="5201653"/>
            <a:chExt cx="2202815" cy="1590675"/>
          </a:xfrm>
        </p:grpSpPr>
        <p:sp>
          <p:nvSpPr>
            <p:cNvPr id="5" name="object 5"/>
            <p:cNvSpPr/>
            <p:nvPr/>
          </p:nvSpPr>
          <p:spPr>
            <a:xfrm>
              <a:off x="1934883" y="5201653"/>
              <a:ext cx="2110105" cy="1474470"/>
            </a:xfrm>
            <a:custGeom>
              <a:avLst/>
              <a:gdLst/>
              <a:ahLst/>
              <a:cxnLst/>
              <a:rect l="l" t="t" r="r" b="b"/>
              <a:pathLst>
                <a:path w="2110104" h="1474470">
                  <a:moveTo>
                    <a:pt x="0" y="1474457"/>
                  </a:moveTo>
                  <a:lnTo>
                    <a:pt x="2109952" y="1474457"/>
                  </a:lnTo>
                  <a:lnTo>
                    <a:pt x="2109952" y="0"/>
                  </a:lnTo>
                  <a:lnTo>
                    <a:pt x="0" y="0"/>
                  </a:lnTo>
                  <a:lnTo>
                    <a:pt x="0" y="1474457"/>
                  </a:lnTo>
                  <a:close/>
                </a:path>
              </a:pathLst>
            </a:custGeom>
            <a:solidFill>
              <a:srgbClr val="4B5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78558" y="6676110"/>
              <a:ext cx="2202815" cy="59690"/>
            </a:xfrm>
            <a:custGeom>
              <a:avLst/>
              <a:gdLst/>
              <a:ahLst/>
              <a:cxnLst/>
              <a:rect l="l" t="t" r="r" b="b"/>
              <a:pathLst>
                <a:path w="2202815" h="59690">
                  <a:moveTo>
                    <a:pt x="0" y="0"/>
                  </a:moveTo>
                  <a:lnTo>
                    <a:pt x="0" y="59397"/>
                  </a:lnTo>
                  <a:lnTo>
                    <a:pt x="2202815" y="59397"/>
                  </a:lnTo>
                  <a:lnTo>
                    <a:pt x="22028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1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3924" y="5305234"/>
              <a:ext cx="1303108" cy="14866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6554" y="5229085"/>
            <a:ext cx="1303121" cy="124748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1708" y="1871740"/>
            <a:ext cx="7547609" cy="2792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88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언제라도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질문하세요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ts val="2880"/>
              </a:lnSpc>
            </a:pPr>
            <a:r>
              <a:rPr dirty="0" sz="2400" spc="-10">
                <a:latin typeface="Gulim"/>
                <a:cs typeface="Gulim"/>
              </a:rPr>
              <a:t>모르면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외우면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되지만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코딩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안되면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꼭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</a:pPr>
            <a:r>
              <a:rPr dirty="0" sz="2400" spc="1215">
                <a:latin typeface="Arial"/>
                <a:cs typeface="Arial"/>
              </a:rPr>
              <a:t>è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기말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오픈북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코딩시험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인터넷차단</a:t>
            </a:r>
            <a:endParaRPr sz="2400">
              <a:latin typeface="Gulim"/>
              <a:cs typeface="Gulim"/>
            </a:endParaRPr>
          </a:p>
          <a:p>
            <a:pPr lvl="1" marL="674370" indent="-342265">
              <a:lnSpc>
                <a:spcPct val="100000"/>
              </a:lnSpc>
              <a:spcBef>
                <a:spcPts val="605"/>
              </a:spcBef>
              <a:buClr>
                <a:srgbClr val="94B5D1"/>
              </a:buClr>
              <a:buFont typeface="Arial"/>
              <a:buAutoNum type="arabicPeriod"/>
              <a:tabLst>
                <a:tab pos="674370" algn="l"/>
              </a:tabLst>
            </a:pPr>
            <a:r>
              <a:rPr dirty="0" sz="2000">
                <a:latin typeface="Gulim"/>
                <a:cs typeface="Gulim"/>
              </a:rPr>
              <a:t>한성</a:t>
            </a:r>
            <a:r>
              <a:rPr dirty="0" sz="2000">
                <a:latin typeface="Arial"/>
                <a:cs typeface="Arial"/>
              </a:rPr>
              <a:t>e-class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Gulim"/>
                <a:cs typeface="Gulim"/>
              </a:rPr>
              <a:t>질의응답게시판</a:t>
            </a:r>
            <a:endParaRPr sz="2000">
              <a:latin typeface="Gulim"/>
              <a:cs typeface="Gulim"/>
            </a:endParaRPr>
          </a:p>
          <a:p>
            <a:pPr lvl="1" marL="674370" indent="-342265">
              <a:lnSpc>
                <a:spcPct val="100000"/>
              </a:lnSpc>
              <a:spcBef>
                <a:spcPts val="595"/>
              </a:spcBef>
              <a:buClr>
                <a:srgbClr val="94B5D1"/>
              </a:buClr>
              <a:buFont typeface="Arial"/>
              <a:buAutoNum type="arabicPeriod"/>
              <a:tabLst>
                <a:tab pos="674370" algn="l"/>
              </a:tabLst>
            </a:pPr>
            <a:r>
              <a:rPr dirty="0" sz="2000">
                <a:latin typeface="Gulim"/>
                <a:cs typeface="Gulim"/>
              </a:rPr>
              <a:t>온라인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코딩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라운지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(</a:t>
            </a:r>
            <a:r>
              <a:rPr dirty="0" sz="2000">
                <a:latin typeface="Gulim"/>
                <a:cs typeface="Gulim"/>
              </a:rPr>
              <a:t>자세한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내용은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공지사항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게시판</a:t>
            </a:r>
            <a:r>
              <a:rPr dirty="0" sz="2000" spc="-2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30835" indent="-31813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Char char="□"/>
              <a:tabLst>
                <a:tab pos="330835" algn="l"/>
                <a:tab pos="3274695" algn="l"/>
              </a:tabLst>
            </a:pPr>
            <a:r>
              <a:rPr dirty="0" sz="2400" spc="-10">
                <a:latin typeface="Gulim"/>
                <a:cs typeface="Gulim"/>
              </a:rPr>
              <a:t>강사의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선생님은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여러분들의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  <a:p>
            <a:pPr marL="330835" indent="-31813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Char char="□"/>
              <a:tabLst>
                <a:tab pos="330835" algn="l"/>
              </a:tabLst>
            </a:pPr>
            <a:r>
              <a:rPr dirty="0" sz="2400">
                <a:latin typeface="Gulim"/>
                <a:cs typeface="Gulim"/>
              </a:rPr>
              <a:t>매주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정답이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연습문제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홀수문제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꼭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해결해보세요</a:t>
            </a:r>
            <a:endParaRPr sz="2400">
              <a:latin typeface="Gulim"/>
              <a:cs typeface="Gulim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앞으로</a:t>
            </a:r>
            <a:r>
              <a:rPr dirty="0" spc="-260"/>
              <a:t> </a:t>
            </a:r>
            <a:r>
              <a:rPr dirty="0" spc="-1985"/>
              <a:t>나는</a:t>
            </a:r>
            <a:r>
              <a:rPr dirty="0" spc="-245"/>
              <a:t> </a:t>
            </a:r>
            <a:r>
              <a:rPr dirty="0" spc="-1365"/>
              <a:t>할</a:t>
            </a:r>
            <a:r>
              <a:rPr dirty="0" spc="-254"/>
              <a:t> </a:t>
            </a:r>
            <a:r>
              <a:rPr dirty="0" spc="-2600"/>
              <a:t>수</a:t>
            </a:r>
            <a:r>
              <a:rPr dirty="0" spc="-254"/>
              <a:t> </a:t>
            </a:r>
            <a:r>
              <a:rPr dirty="0" spc="-1350"/>
              <a:t>있다</a:t>
            </a:r>
            <a:r>
              <a:rPr dirty="0" spc="-254"/>
              <a:t> </a:t>
            </a:r>
            <a:r>
              <a:rPr dirty="0" spc="-465">
                <a:latin typeface="Tw Cen MT"/>
                <a:cs typeface="Tw Cen MT"/>
              </a:rPr>
              <a:t>(8</a:t>
            </a:r>
            <a:r>
              <a:rPr dirty="0" spc="-465"/>
              <a:t>장</a:t>
            </a:r>
            <a:r>
              <a:rPr dirty="0" spc="-245"/>
              <a:t> </a:t>
            </a:r>
            <a:r>
              <a:rPr dirty="0" spc="-2600"/>
              <a:t>목표</a:t>
            </a:r>
            <a:r>
              <a:rPr dirty="0" spc="-254"/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0902"/>
            <a:ext cx="8703310" cy="3865879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280"/>
              </a:spcBef>
              <a:buClr>
                <a:srgbClr val="DD8046"/>
              </a:buClr>
              <a:buFont typeface="Arial"/>
              <a:buChar char="□"/>
              <a:tabLst>
                <a:tab pos="332105" algn="l"/>
                <a:tab pos="4938395" algn="l"/>
              </a:tabLst>
            </a:pPr>
            <a:r>
              <a:rPr dirty="0" sz="2200">
                <a:latin typeface="Gulim"/>
                <a:cs typeface="Gulim"/>
              </a:rPr>
              <a:t>드디어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이번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학기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마지막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장인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 spc="-25">
                <a:latin typeface="Arial"/>
                <a:cs typeface="Arial"/>
              </a:rPr>
              <a:t>8</a:t>
            </a:r>
            <a:r>
              <a:rPr dirty="0" sz="2200" spc="-25">
                <a:latin typeface="Gulim"/>
                <a:cs typeface="Gulim"/>
              </a:rPr>
              <a:t>장에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Gulim"/>
                <a:cs typeface="Gulim"/>
              </a:rPr>
              <a:t>도착했습니다</a:t>
            </a:r>
            <a:r>
              <a:rPr dirty="0" sz="2200" spc="-1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175"/>
              </a:spcBef>
              <a:buClr>
                <a:srgbClr val="DD8046"/>
              </a:buClr>
              <a:buChar char="□"/>
              <a:tabLst>
                <a:tab pos="332105" algn="l"/>
              </a:tabLst>
            </a:pPr>
            <a:r>
              <a:rPr dirty="0" sz="2200" spc="-10">
                <a:latin typeface="Arial"/>
                <a:cs typeface="Arial"/>
              </a:rPr>
              <a:t>9</a:t>
            </a:r>
            <a:r>
              <a:rPr dirty="0" sz="2200" spc="-10">
                <a:latin typeface="Gulim"/>
                <a:cs typeface="Gulim"/>
              </a:rPr>
              <a:t>장부터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 spc="-10">
                <a:latin typeface="Arial"/>
                <a:cs typeface="Arial"/>
              </a:rPr>
              <a:t>14</a:t>
            </a:r>
            <a:r>
              <a:rPr dirty="0" sz="2200" spc="-10">
                <a:latin typeface="Gulim"/>
                <a:cs typeface="Gulim"/>
              </a:rPr>
              <a:t>장까지는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2</a:t>
            </a:r>
            <a:r>
              <a:rPr dirty="0" sz="2200">
                <a:latin typeface="Gulim"/>
                <a:cs typeface="Gulim"/>
              </a:rPr>
              <a:t>학기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 spc="-10">
                <a:latin typeface="Arial"/>
                <a:cs typeface="Arial"/>
              </a:rPr>
              <a:t>&lt;</a:t>
            </a:r>
            <a:r>
              <a:rPr dirty="0" sz="2200" spc="-10">
                <a:latin typeface="Gulim"/>
                <a:cs typeface="Gulim"/>
              </a:rPr>
              <a:t>알고리즘</a:t>
            </a:r>
            <a:r>
              <a:rPr dirty="0" sz="2200" spc="-10">
                <a:latin typeface="Arial"/>
                <a:cs typeface="Arial"/>
              </a:rPr>
              <a:t>&gt;</a:t>
            </a:r>
            <a:r>
              <a:rPr dirty="0" sz="2200" spc="-10">
                <a:latin typeface="Gulim"/>
                <a:cs typeface="Gulim"/>
              </a:rPr>
              <a:t>에서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배웁니다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ts val="2375"/>
              </a:lnSpc>
              <a:spcBef>
                <a:spcPts val="170"/>
              </a:spcBef>
              <a:buClr>
                <a:srgbClr val="DD8046"/>
              </a:buClr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나는</a:t>
            </a:r>
            <a:r>
              <a:rPr dirty="0" sz="2200" spc="-18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기존</a:t>
            </a:r>
            <a:r>
              <a:rPr dirty="0" sz="2200" spc="-185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C</a:t>
            </a:r>
            <a:r>
              <a:rPr dirty="0" sz="2200">
                <a:latin typeface="Gulim"/>
                <a:cs typeface="Gulim"/>
              </a:rPr>
              <a:t>언어</a:t>
            </a:r>
            <a:r>
              <a:rPr dirty="0" sz="2200" spc="-18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자료구조</a:t>
            </a:r>
            <a:r>
              <a:rPr dirty="0" sz="2200">
                <a:latin typeface="Arial"/>
                <a:cs typeface="Arial"/>
              </a:rPr>
              <a:t>(</a:t>
            </a:r>
            <a:r>
              <a:rPr dirty="0" sz="2200">
                <a:latin typeface="Gulim"/>
                <a:cs typeface="Gulim"/>
              </a:rPr>
              <a:t>배열</a:t>
            </a:r>
            <a:r>
              <a:rPr dirty="0" sz="2200">
                <a:latin typeface="Arial"/>
                <a:cs typeface="Arial"/>
              </a:rPr>
              <a:t>,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구조체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등</a:t>
            </a:r>
            <a:r>
              <a:rPr dirty="0" sz="2200">
                <a:latin typeface="Arial"/>
                <a:cs typeface="Arial"/>
              </a:rPr>
              <a:t>)</a:t>
            </a:r>
            <a:r>
              <a:rPr dirty="0" sz="2200">
                <a:latin typeface="Gulim"/>
                <a:cs typeface="Gulim"/>
              </a:rPr>
              <a:t>에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추가하여</a:t>
            </a:r>
            <a:endParaRPr sz="2200">
              <a:latin typeface="Gulim"/>
              <a:cs typeface="Gulim"/>
            </a:endParaRPr>
          </a:p>
          <a:p>
            <a:pPr marL="332105">
              <a:lnSpc>
                <a:spcPts val="2375"/>
              </a:lnSpc>
            </a:pPr>
            <a:r>
              <a:rPr dirty="0" sz="2200">
                <a:latin typeface="Arial"/>
                <a:cs typeface="Arial"/>
              </a:rPr>
              <a:t>stack,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queue,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list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0">
                <a:latin typeface="Gulim"/>
                <a:cs typeface="Gulim"/>
              </a:rPr>
              <a:t>자료구조를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코딩한다</a:t>
            </a:r>
            <a:endParaRPr sz="2200">
              <a:latin typeface="Gulim"/>
              <a:cs typeface="Gulim"/>
            </a:endParaRPr>
          </a:p>
          <a:p>
            <a:pPr marL="332105" marR="5080" indent="-320040">
              <a:lnSpc>
                <a:spcPct val="80000"/>
              </a:lnSpc>
              <a:spcBef>
                <a:spcPts val="690"/>
              </a:spcBef>
              <a:buClr>
                <a:srgbClr val="DD8046"/>
              </a:buClr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다양한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자료구조를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배우기에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학생본인이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정리를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하지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않으면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혼동에 </a:t>
            </a:r>
            <a:r>
              <a:rPr dirty="0" sz="2200">
                <a:latin typeface="Gulim"/>
                <a:cs typeface="Gulim"/>
              </a:rPr>
              <a:t>빠질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있음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2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>
                <a:latin typeface="Gulim"/>
                <a:cs typeface="Gulim"/>
              </a:rPr>
              <a:t>나는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트리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자료구조를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이해한다</a:t>
            </a:r>
            <a:r>
              <a:rPr dirty="0" sz="2200" spc="-2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469265" marR="68580" indent="-457200">
              <a:lnSpc>
                <a:spcPct val="8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>
                <a:latin typeface="Gulim"/>
                <a:cs typeface="Gulim"/>
              </a:rPr>
              <a:t>나는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트리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자료구조를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이용하여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디렉토리용량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계산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등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다양한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응용 </a:t>
            </a:r>
            <a:r>
              <a:rPr dirty="0" sz="2200">
                <a:latin typeface="Gulim"/>
                <a:cs typeface="Gulim"/>
              </a:rPr>
              <a:t>을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할</a:t>
            </a:r>
            <a:r>
              <a:rPr dirty="0" sz="2200" spc="-13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있다</a:t>
            </a:r>
            <a:endParaRPr sz="2200">
              <a:latin typeface="Gulim"/>
              <a:cs typeface="Gulim"/>
            </a:endParaRPr>
          </a:p>
          <a:p>
            <a:pPr marL="469265" marR="68580" indent="-457200">
              <a:lnSpc>
                <a:spcPct val="8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>
                <a:latin typeface="Gulim"/>
                <a:cs typeface="Gulim"/>
              </a:rPr>
              <a:t>나는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빠른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자료탐색을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위한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이진탐색트리를</a:t>
            </a:r>
            <a:r>
              <a:rPr dirty="0" sz="2200" spc="-14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이해하고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응용을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할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50">
                <a:latin typeface="Gulim"/>
                <a:cs typeface="Gulim"/>
              </a:rPr>
              <a:t>수 </a:t>
            </a:r>
            <a:r>
              <a:rPr dirty="0" sz="2200" spc="-25">
                <a:latin typeface="Gulim"/>
                <a:cs typeface="Gulim"/>
              </a:rPr>
              <a:t>있다</a:t>
            </a:r>
            <a:endParaRPr sz="2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570"/>
              <a:t>트리</a:t>
            </a:r>
            <a:r>
              <a:rPr dirty="0" spc="-570">
                <a:latin typeface="Tw Cen MT"/>
                <a:cs typeface="Tw Cen MT"/>
              </a:rPr>
              <a:t>(TREE)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889752"/>
            <a:ext cx="7615555" cy="129921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리스트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스택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등은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선형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구조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(1</a:t>
            </a:r>
            <a:r>
              <a:rPr dirty="0" sz="2400" spc="-10">
                <a:latin typeface="Gulim"/>
                <a:cs typeface="Gulim"/>
              </a:rPr>
              <a:t>차원구조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ts val="288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계층적인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구조를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나타내는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(2</a:t>
            </a:r>
            <a:r>
              <a:rPr dirty="0" sz="2400" spc="-10">
                <a:latin typeface="Gulim"/>
                <a:cs typeface="Gulim"/>
              </a:rPr>
              <a:t>차원구조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</a:pPr>
            <a:r>
              <a:rPr dirty="0" sz="2400" spc="-10">
                <a:latin typeface="Gulim"/>
                <a:cs typeface="Gulim"/>
              </a:rPr>
              <a:t>우선순위큐</a:t>
            </a:r>
            <a:r>
              <a:rPr dirty="0" sz="2400" spc="-10">
                <a:latin typeface="Arial"/>
                <a:cs typeface="Arial"/>
              </a:rPr>
              <a:t>(9</a:t>
            </a:r>
            <a:r>
              <a:rPr dirty="0" sz="2400" spc="-10">
                <a:latin typeface="Gulim"/>
                <a:cs typeface="Gulim"/>
              </a:rPr>
              <a:t>장</a:t>
            </a:r>
            <a:r>
              <a:rPr dirty="0" sz="2400" spc="-10">
                <a:latin typeface="Arial"/>
                <a:cs typeface="Arial"/>
              </a:rPr>
              <a:t>),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그래프</a:t>
            </a:r>
            <a:r>
              <a:rPr dirty="0" sz="2400">
                <a:latin typeface="Arial"/>
                <a:cs typeface="Arial"/>
              </a:rPr>
              <a:t>(10</a:t>
            </a:r>
            <a:r>
              <a:rPr dirty="0" sz="2400">
                <a:latin typeface="Gulim"/>
                <a:cs typeface="Gulim"/>
              </a:rPr>
              <a:t>장</a:t>
            </a:r>
            <a:r>
              <a:rPr dirty="0" sz="2400">
                <a:latin typeface="Arial"/>
                <a:cs typeface="Arial"/>
              </a:rPr>
              <a:t>)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2</a:t>
            </a:r>
            <a:r>
              <a:rPr dirty="0" sz="2400" spc="-10">
                <a:latin typeface="Gulim"/>
                <a:cs typeface="Gulim"/>
              </a:rPr>
              <a:t>차원구조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1959" y="3364630"/>
            <a:ext cx="4719575" cy="19791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0479" y="3797960"/>
            <a:ext cx="2729534" cy="340821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570"/>
              <a:t>트리</a:t>
            </a:r>
            <a:r>
              <a:rPr dirty="0" spc="-570">
                <a:latin typeface="Tw Cen MT"/>
                <a:cs typeface="Tw Cen MT"/>
              </a:rPr>
              <a:t>(TREE)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978098"/>
            <a:ext cx="6736715" cy="242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5116830" algn="l"/>
              </a:tabLst>
            </a:pPr>
            <a:r>
              <a:rPr dirty="0" sz="2400" spc="-10">
                <a:latin typeface="Gulim"/>
                <a:cs typeface="Gulim"/>
              </a:rPr>
              <a:t>트리는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부모</a:t>
            </a:r>
            <a:r>
              <a:rPr dirty="0" sz="2400" spc="-25">
                <a:latin typeface="Arial"/>
                <a:cs typeface="Arial"/>
              </a:rPr>
              <a:t>-</a:t>
            </a:r>
            <a:r>
              <a:rPr dirty="0" sz="2400">
                <a:latin typeface="Gulim"/>
                <a:cs typeface="Gulim"/>
              </a:rPr>
              <a:t>자식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관계의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노드들로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Gulim"/>
                <a:cs typeface="Gulim"/>
              </a:rPr>
              <a:t>이루어진다</a:t>
            </a:r>
            <a:r>
              <a:rPr dirty="0" sz="2400" spc="-10">
                <a:latin typeface="Arial"/>
                <a:cs typeface="Arial"/>
              </a:rPr>
              <a:t>. </a:t>
            </a:r>
            <a:r>
              <a:rPr dirty="0" sz="2400" spc="-25">
                <a:latin typeface="Gulim"/>
                <a:cs typeface="Gulim"/>
              </a:rPr>
              <a:t>뿌리</a:t>
            </a:r>
            <a:r>
              <a:rPr dirty="0" sz="2400" spc="-25">
                <a:latin typeface="Arial"/>
                <a:cs typeface="Arial"/>
              </a:rPr>
              <a:t>-</a:t>
            </a:r>
            <a:r>
              <a:rPr dirty="0" sz="2400" spc="-20">
                <a:latin typeface="Arial"/>
                <a:cs typeface="Arial"/>
              </a:rPr>
              <a:t>&gt;</a:t>
            </a:r>
            <a:r>
              <a:rPr dirty="0" sz="2400" spc="-20">
                <a:latin typeface="Gulim"/>
                <a:cs typeface="Gulim"/>
              </a:rPr>
              <a:t>줄기</a:t>
            </a:r>
            <a:r>
              <a:rPr dirty="0" sz="2400" spc="-20">
                <a:latin typeface="Arial"/>
                <a:cs typeface="Arial"/>
              </a:rPr>
              <a:t>-&gt;</a:t>
            </a:r>
            <a:r>
              <a:rPr dirty="0" sz="2400" spc="-20">
                <a:latin typeface="Gulim"/>
                <a:cs typeface="Gulim"/>
              </a:rPr>
              <a:t>잎사귀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DD8046"/>
              </a:buClr>
              <a:buFont typeface="Arial"/>
              <a:buChar char="□"/>
            </a:pP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응용분야</a:t>
            </a:r>
            <a:r>
              <a:rPr dirty="0" sz="2400" spc="-1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계층적인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조직</a:t>
            </a:r>
            <a:r>
              <a:rPr dirty="0" sz="2000" spc="-11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표현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컴퓨터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디스크의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디렉토리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구조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62442" y="703197"/>
            <a:ext cx="58420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250">
                <a:solidFill>
                  <a:srgbClr val="775E54"/>
                </a:solidFill>
                <a:latin typeface="Gulim"/>
                <a:cs typeface="Gulim"/>
              </a:rPr>
              <a:t>트리</a:t>
            </a:r>
            <a:endParaRPr sz="4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0469" y="2569528"/>
            <a:ext cx="8525075" cy="25887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260"/>
              <a:t>용어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6582" y="5032963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9107" y="4891306"/>
            <a:ext cx="4749800" cy="1469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92250">
              <a:lnSpc>
                <a:spcPct val="146600"/>
              </a:lnSpc>
              <a:spcBef>
                <a:spcPts val="100"/>
              </a:spcBef>
            </a:pPr>
            <a:r>
              <a:rPr dirty="0" sz="1800">
                <a:latin typeface="GulimChe"/>
                <a:cs typeface="GulimChe"/>
              </a:rPr>
              <a:t>노드</a:t>
            </a:r>
            <a:r>
              <a:rPr dirty="0" baseline="-4629" sz="2700">
                <a:latin typeface="Trebuchet MS"/>
                <a:cs typeface="Trebuchet MS"/>
              </a:rPr>
              <a:t>(node):</a:t>
            </a:r>
            <a:r>
              <a:rPr dirty="0" baseline="-4629" sz="2700" spc="-97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트리의</a:t>
            </a:r>
            <a:r>
              <a:rPr dirty="0" sz="1800" spc="-375">
                <a:latin typeface="GulimChe"/>
                <a:cs typeface="GulimChe"/>
              </a:rPr>
              <a:t> </a:t>
            </a:r>
            <a:r>
              <a:rPr dirty="0" sz="1800" spc="-20">
                <a:latin typeface="GulimChe"/>
                <a:cs typeface="GulimChe"/>
              </a:rPr>
              <a:t>구성요소 </a:t>
            </a:r>
            <a:r>
              <a:rPr dirty="0" baseline="4629" sz="2700">
                <a:latin typeface="GulimChe"/>
                <a:cs typeface="GulimChe"/>
              </a:rPr>
              <a:t>루트</a:t>
            </a:r>
            <a:r>
              <a:rPr dirty="0" sz="1800">
                <a:latin typeface="Trebuchet MS"/>
                <a:cs typeface="Trebuchet MS"/>
              </a:rPr>
              <a:t>(root):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baseline="4629" sz="2700" spc="-37">
                <a:latin typeface="GulimChe"/>
                <a:cs typeface="GulimChe"/>
              </a:rPr>
              <a:t>부모가</a:t>
            </a:r>
            <a:r>
              <a:rPr dirty="0" baseline="4629" sz="2700" spc="-562">
                <a:latin typeface="GulimChe"/>
                <a:cs typeface="GulimChe"/>
              </a:rPr>
              <a:t> </a:t>
            </a:r>
            <a:r>
              <a:rPr dirty="0" baseline="4629" sz="2700" spc="-37">
                <a:latin typeface="GulimChe"/>
                <a:cs typeface="GulimChe"/>
              </a:rPr>
              <a:t>없는</a:t>
            </a:r>
            <a:r>
              <a:rPr dirty="0" baseline="4629" sz="2700" spc="-547">
                <a:latin typeface="GulimChe"/>
                <a:cs typeface="GulimChe"/>
              </a:rPr>
              <a:t> </a:t>
            </a:r>
            <a:r>
              <a:rPr dirty="0" baseline="4629" sz="2700" spc="-15">
                <a:latin typeface="GulimChe"/>
                <a:cs typeface="GulimChe"/>
              </a:rPr>
              <a:t>노드</a:t>
            </a:r>
            <a:r>
              <a:rPr dirty="0" sz="1800" spc="-10">
                <a:latin typeface="Trebuchet MS"/>
                <a:cs typeface="Trebuchet MS"/>
              </a:rPr>
              <a:t>(A)</a:t>
            </a:r>
            <a:endParaRPr sz="1800">
              <a:latin typeface="Trebuchet MS"/>
              <a:cs typeface="Trebuchet MS"/>
            </a:endParaRPr>
          </a:p>
          <a:p>
            <a:pPr marL="12700" marR="5715">
              <a:lnSpc>
                <a:spcPct val="100000"/>
              </a:lnSpc>
              <a:spcBef>
                <a:spcPts val="715"/>
              </a:spcBef>
            </a:pPr>
            <a:r>
              <a:rPr dirty="0" sz="1800" spc="-10">
                <a:latin typeface="GulimChe"/>
                <a:cs typeface="GulimChe"/>
              </a:rPr>
              <a:t>서브트리</a:t>
            </a:r>
            <a:r>
              <a:rPr dirty="0" baseline="-4629" sz="2700" spc="-15">
                <a:latin typeface="Trebuchet MS"/>
                <a:cs typeface="Trebuchet MS"/>
              </a:rPr>
              <a:t>(subtree):</a:t>
            </a:r>
            <a:r>
              <a:rPr dirty="0" baseline="-4629" sz="2700" spc="22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하나의</a:t>
            </a:r>
            <a:r>
              <a:rPr dirty="0" sz="1800" spc="-35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노드와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그</a:t>
            </a:r>
            <a:r>
              <a:rPr dirty="0" sz="1800" spc="-355">
                <a:latin typeface="GulimChe"/>
                <a:cs typeface="GulimChe"/>
              </a:rPr>
              <a:t> </a:t>
            </a:r>
            <a:r>
              <a:rPr dirty="0" sz="1800" spc="-20">
                <a:latin typeface="GulimChe"/>
                <a:cs typeface="GulimChe"/>
              </a:rPr>
              <a:t>노드들의 </a:t>
            </a:r>
            <a:r>
              <a:rPr dirty="0" sz="1800" spc="-25">
                <a:latin typeface="GulimChe"/>
                <a:cs typeface="GulimChe"/>
              </a:rPr>
              <a:t>자손들로</a:t>
            </a:r>
            <a:r>
              <a:rPr dirty="0" sz="1800" spc="-34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이루어진</a:t>
            </a:r>
            <a:r>
              <a:rPr dirty="0" sz="1800" spc="-33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트리</a:t>
            </a:r>
            <a:endParaRPr sz="1800">
              <a:latin typeface="GulimChe"/>
              <a:cs typeface="GulimCh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582" y="5416805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6582" y="5800647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865" y="1635899"/>
            <a:ext cx="4419333" cy="310118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260"/>
              <a:t>용어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6582" y="5032963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9107" y="4946141"/>
            <a:ext cx="5816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baseline="4629" sz="2700" spc="-15">
                <a:latin typeface="GulimChe"/>
                <a:cs typeface="GulimChe"/>
              </a:rPr>
              <a:t>단말노드</a:t>
            </a:r>
            <a:r>
              <a:rPr dirty="0" sz="1800" spc="-10">
                <a:latin typeface="Trebuchet MS"/>
                <a:cs typeface="Trebuchet MS"/>
              </a:rPr>
              <a:t>(terminal </a:t>
            </a:r>
            <a:r>
              <a:rPr dirty="0" sz="1800">
                <a:latin typeface="Trebuchet MS"/>
                <a:cs typeface="Trebuchet MS"/>
              </a:rPr>
              <a:t>node):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baseline="4629" sz="2700" spc="-37">
                <a:latin typeface="GulimChe"/>
                <a:cs typeface="GulimChe"/>
              </a:rPr>
              <a:t>자식이</a:t>
            </a:r>
            <a:r>
              <a:rPr dirty="0" baseline="4629" sz="2700" spc="-547">
                <a:latin typeface="GulimChe"/>
                <a:cs typeface="GulimChe"/>
              </a:rPr>
              <a:t> </a:t>
            </a:r>
            <a:r>
              <a:rPr dirty="0" baseline="4629" sz="2700" spc="-37">
                <a:latin typeface="GulimChe"/>
                <a:cs typeface="GulimChe"/>
              </a:rPr>
              <a:t>없는</a:t>
            </a:r>
            <a:r>
              <a:rPr dirty="0" baseline="4629" sz="2700" spc="-547">
                <a:latin typeface="GulimChe"/>
                <a:cs typeface="GulimChe"/>
              </a:rPr>
              <a:t> </a:t>
            </a:r>
            <a:r>
              <a:rPr dirty="0" baseline="4629" sz="2700" spc="-15">
                <a:latin typeface="GulimChe"/>
                <a:cs typeface="GulimChe"/>
              </a:rPr>
              <a:t>노드</a:t>
            </a:r>
            <a:r>
              <a:rPr dirty="0" sz="1800" spc="-10">
                <a:latin typeface="Trebuchet MS"/>
                <a:cs typeface="Trebuchet MS"/>
              </a:rPr>
              <a:t>(E,F,G,H,I,J) </a:t>
            </a:r>
            <a:r>
              <a:rPr dirty="0" sz="1800">
                <a:latin typeface="GulimChe"/>
                <a:cs typeface="GulimChe"/>
              </a:rPr>
              <a:t>비단말노드</a:t>
            </a:r>
            <a:r>
              <a:rPr dirty="0" baseline="-4629" sz="2700">
                <a:latin typeface="Trebuchet MS"/>
                <a:cs typeface="Trebuchet MS"/>
              </a:rPr>
              <a:t>:</a:t>
            </a:r>
            <a:r>
              <a:rPr dirty="0" baseline="-4629" sz="2700" spc="-7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적어도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하나의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자식을</a:t>
            </a:r>
            <a:r>
              <a:rPr dirty="0" sz="1800" spc="-37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가지는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노드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baseline="-4629" sz="2700" spc="-15">
                <a:latin typeface="Trebuchet MS"/>
                <a:cs typeface="Trebuchet MS"/>
              </a:rPr>
              <a:t>(A,B,C,D)</a:t>
            </a:r>
            <a:endParaRPr baseline="-4629"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582" y="5416805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1615" y="1462252"/>
            <a:ext cx="4468050" cy="313317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260"/>
              <a:t>용어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6582" y="5032963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9107" y="4909585"/>
            <a:ext cx="5274945" cy="1560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73709">
              <a:lnSpc>
                <a:spcPct val="139900"/>
              </a:lnSpc>
              <a:spcBef>
                <a:spcPts val="100"/>
              </a:spcBef>
            </a:pPr>
            <a:r>
              <a:rPr dirty="0" sz="1800">
                <a:latin typeface="GulimChe"/>
                <a:cs typeface="GulimChe"/>
              </a:rPr>
              <a:t>자식</a:t>
            </a:r>
            <a:r>
              <a:rPr dirty="0" baseline="-4629" sz="2700">
                <a:latin typeface="Trebuchet MS"/>
                <a:cs typeface="Trebuchet MS"/>
              </a:rPr>
              <a:t>,</a:t>
            </a:r>
            <a:r>
              <a:rPr dirty="0" baseline="-4629" sz="2700" spc="-127">
                <a:latin typeface="Trebuchet MS"/>
                <a:cs typeface="Trebuchet MS"/>
              </a:rPr>
              <a:t> </a:t>
            </a:r>
            <a:r>
              <a:rPr dirty="0" sz="1800">
                <a:latin typeface="GulimChe"/>
                <a:cs typeface="GulimChe"/>
              </a:rPr>
              <a:t>부모</a:t>
            </a:r>
            <a:r>
              <a:rPr dirty="0" baseline="-4629" sz="2700">
                <a:latin typeface="Trebuchet MS"/>
                <a:cs typeface="Trebuchet MS"/>
              </a:rPr>
              <a:t>,</a:t>
            </a:r>
            <a:r>
              <a:rPr dirty="0" baseline="-4629" sz="2700" spc="-44">
                <a:latin typeface="Trebuchet MS"/>
                <a:cs typeface="Trebuchet MS"/>
              </a:rPr>
              <a:t> </a:t>
            </a:r>
            <a:r>
              <a:rPr dirty="0" sz="1800">
                <a:latin typeface="GulimChe"/>
                <a:cs typeface="GulimChe"/>
              </a:rPr>
              <a:t>형제</a:t>
            </a:r>
            <a:r>
              <a:rPr dirty="0" baseline="-4629" sz="2700">
                <a:latin typeface="Trebuchet MS"/>
                <a:cs typeface="Trebuchet MS"/>
              </a:rPr>
              <a:t>,</a:t>
            </a:r>
            <a:r>
              <a:rPr dirty="0" baseline="-4629" sz="2700" spc="-44">
                <a:latin typeface="Trebuchet MS"/>
                <a:cs typeface="Trebuchet MS"/>
              </a:rPr>
              <a:t> </a:t>
            </a:r>
            <a:r>
              <a:rPr dirty="0" sz="1800">
                <a:latin typeface="GulimChe"/>
                <a:cs typeface="GulimChe"/>
              </a:rPr>
              <a:t>조상</a:t>
            </a:r>
            <a:r>
              <a:rPr dirty="0" baseline="-4629" sz="2700">
                <a:latin typeface="Trebuchet MS"/>
                <a:cs typeface="Trebuchet MS"/>
              </a:rPr>
              <a:t>,</a:t>
            </a:r>
            <a:r>
              <a:rPr dirty="0" baseline="-4629" sz="2700" spc="-44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자손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노드</a:t>
            </a:r>
            <a:r>
              <a:rPr dirty="0" baseline="-4629" sz="2700">
                <a:latin typeface="Trebuchet MS"/>
                <a:cs typeface="Trebuchet MS"/>
              </a:rPr>
              <a:t>:</a:t>
            </a:r>
            <a:r>
              <a:rPr dirty="0" baseline="-4629" sz="2700" spc="-44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인간과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동일 </a:t>
            </a:r>
            <a:r>
              <a:rPr dirty="0" sz="1800">
                <a:latin typeface="GulimChe"/>
                <a:cs typeface="GulimChe"/>
              </a:rPr>
              <a:t>레벨</a:t>
            </a:r>
            <a:r>
              <a:rPr dirty="0" baseline="-4629" sz="2700">
                <a:latin typeface="Trebuchet MS"/>
                <a:cs typeface="Trebuchet MS"/>
              </a:rPr>
              <a:t>(level):</a:t>
            </a:r>
            <a:r>
              <a:rPr dirty="0" baseline="-4629" sz="2700" spc="-89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트리의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각층의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번호</a:t>
            </a:r>
            <a:endParaRPr sz="1800">
              <a:latin typeface="GulimChe"/>
              <a:cs typeface="GulimChe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>
                <a:latin typeface="GulimChe"/>
                <a:cs typeface="GulimChe"/>
              </a:rPr>
              <a:t>높이</a:t>
            </a:r>
            <a:r>
              <a:rPr dirty="0" baseline="-4629" sz="2700">
                <a:latin typeface="Trebuchet MS"/>
                <a:cs typeface="Trebuchet MS"/>
              </a:rPr>
              <a:t>(height):</a:t>
            </a:r>
            <a:r>
              <a:rPr dirty="0" baseline="-4629" sz="2700" spc="-7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트리의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최대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레벨</a:t>
            </a:r>
            <a:r>
              <a:rPr dirty="0" baseline="-4629" sz="2700" spc="-37">
                <a:latin typeface="Trebuchet MS"/>
                <a:cs typeface="Trebuchet MS"/>
              </a:rPr>
              <a:t>(</a:t>
            </a:r>
            <a:r>
              <a:rPr dirty="0" sz="1800" spc="-25">
                <a:latin typeface="GulimChe"/>
                <a:cs typeface="GulimChe"/>
              </a:rPr>
              <a:t>이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그림에서는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baseline="-4629" sz="2700" spc="-37">
                <a:latin typeface="Trebuchet MS"/>
                <a:cs typeface="Trebuchet MS"/>
              </a:rPr>
              <a:t>3)</a:t>
            </a:r>
            <a:endParaRPr baseline="-4629"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>
                <a:latin typeface="GulimChe"/>
                <a:cs typeface="GulimChe"/>
              </a:rPr>
              <a:t>차수</a:t>
            </a:r>
            <a:r>
              <a:rPr dirty="0" baseline="-4629" sz="2700">
                <a:latin typeface="Trebuchet MS"/>
                <a:cs typeface="Trebuchet MS"/>
              </a:rPr>
              <a:t>(degree):</a:t>
            </a:r>
            <a:r>
              <a:rPr dirty="0" baseline="-4629" sz="2700" spc="-22">
                <a:latin typeface="Trebuchet MS"/>
                <a:cs typeface="Trebuchet MS"/>
              </a:rPr>
              <a:t> </a:t>
            </a:r>
            <a:r>
              <a:rPr dirty="0" sz="1800" spc="-25">
                <a:latin typeface="GulimChe"/>
                <a:cs typeface="GulimChe"/>
              </a:rPr>
              <a:t>노드가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가지고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있는</a:t>
            </a:r>
            <a:r>
              <a:rPr dirty="0" sz="1800" spc="-37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자식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노드의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개수</a:t>
            </a:r>
            <a:endParaRPr sz="1800">
              <a:latin typeface="GulimChe"/>
              <a:cs typeface="GulimCh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582" y="5416805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6582" y="5800647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6582" y="6184488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70">
                <a:solidFill>
                  <a:srgbClr val="F6B515"/>
                </a:solidFill>
                <a:latin typeface="Arial"/>
                <a:cs typeface="Arial"/>
              </a:rPr>
              <a:t>■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9189" y="1937897"/>
            <a:ext cx="4666911" cy="280177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95"/>
              <a:t>예제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4219927"/>
            <a:ext cx="3687445" cy="216725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26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A</a:t>
            </a:r>
            <a:r>
              <a:rPr dirty="0" sz="2200">
                <a:latin typeface="Gulim"/>
                <a:cs typeface="Gulim"/>
              </a:rPr>
              <a:t>는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루트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노드이다</a:t>
            </a:r>
            <a:r>
              <a:rPr dirty="0" sz="2200" spc="-2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17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B</a:t>
            </a:r>
            <a:r>
              <a:rPr dirty="0" sz="2200">
                <a:latin typeface="Gulim"/>
                <a:cs typeface="Gulim"/>
              </a:rPr>
              <a:t>는</a:t>
            </a:r>
            <a:r>
              <a:rPr dirty="0" sz="2200" spc="-100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D</a:t>
            </a:r>
            <a:r>
              <a:rPr dirty="0" sz="2200">
                <a:latin typeface="Gulim"/>
                <a:cs typeface="Gulim"/>
              </a:rPr>
              <a:t>와</a:t>
            </a:r>
            <a:r>
              <a:rPr dirty="0" sz="2200" spc="-95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E</a:t>
            </a:r>
            <a:r>
              <a:rPr dirty="0" sz="2200">
                <a:latin typeface="Gulim"/>
                <a:cs typeface="Gulim"/>
              </a:rPr>
              <a:t>의</a:t>
            </a:r>
            <a:r>
              <a:rPr dirty="0" sz="2200" spc="-11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부모노드이다</a:t>
            </a:r>
            <a:r>
              <a:rPr dirty="0" sz="2200" spc="-1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17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C</a:t>
            </a:r>
            <a:r>
              <a:rPr dirty="0" sz="2200">
                <a:latin typeface="Gulim"/>
                <a:cs typeface="Gulim"/>
              </a:rPr>
              <a:t>는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B</a:t>
            </a:r>
            <a:r>
              <a:rPr dirty="0" sz="2200">
                <a:latin typeface="Gulim"/>
                <a:cs typeface="Gulim"/>
              </a:rPr>
              <a:t>의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형제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노드이다</a:t>
            </a:r>
            <a:r>
              <a:rPr dirty="0" sz="2200" spc="-1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D</a:t>
            </a:r>
            <a:r>
              <a:rPr dirty="0" sz="2200">
                <a:latin typeface="Gulim"/>
                <a:cs typeface="Gulim"/>
              </a:rPr>
              <a:t>와</a:t>
            </a:r>
            <a:r>
              <a:rPr dirty="0" sz="2200" spc="-100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E</a:t>
            </a:r>
            <a:r>
              <a:rPr dirty="0" sz="2200">
                <a:latin typeface="Gulim"/>
                <a:cs typeface="Gulim"/>
              </a:rPr>
              <a:t>는</a:t>
            </a:r>
            <a:r>
              <a:rPr dirty="0" sz="2200" spc="-105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B</a:t>
            </a:r>
            <a:r>
              <a:rPr dirty="0" sz="2200">
                <a:latin typeface="Gulim"/>
                <a:cs typeface="Gulim"/>
              </a:rPr>
              <a:t>의</a:t>
            </a:r>
            <a:r>
              <a:rPr dirty="0" sz="2200" spc="-10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자식노드이다</a:t>
            </a:r>
            <a:r>
              <a:rPr dirty="0" sz="2200" spc="-1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17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B</a:t>
            </a:r>
            <a:r>
              <a:rPr dirty="0" sz="2200">
                <a:latin typeface="Gulim"/>
                <a:cs typeface="Gulim"/>
              </a:rPr>
              <a:t>의</a:t>
            </a:r>
            <a:r>
              <a:rPr dirty="0" sz="2200" spc="-114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차수는</a:t>
            </a:r>
            <a:r>
              <a:rPr dirty="0" sz="2200" spc="-114">
                <a:latin typeface="Gulim"/>
                <a:cs typeface="Gulim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2</a:t>
            </a:r>
            <a:r>
              <a:rPr dirty="0" sz="2200" spc="-20">
                <a:latin typeface="Gulim"/>
                <a:cs typeface="Gulim"/>
              </a:rPr>
              <a:t>이다</a:t>
            </a:r>
            <a:r>
              <a:rPr dirty="0" sz="2200" spc="-2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17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위의</a:t>
            </a:r>
            <a:r>
              <a:rPr dirty="0" sz="2200" spc="-12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트리의</a:t>
            </a:r>
            <a:r>
              <a:rPr dirty="0" sz="2200" spc="-12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높이는</a:t>
            </a:r>
            <a:r>
              <a:rPr dirty="0" sz="2200" spc="-125">
                <a:latin typeface="Gulim"/>
                <a:cs typeface="Gulim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4</a:t>
            </a:r>
            <a:r>
              <a:rPr dirty="0" sz="2200" spc="-20">
                <a:latin typeface="Gulim"/>
                <a:cs typeface="Gulim"/>
              </a:rPr>
              <a:t>이다</a:t>
            </a:r>
            <a:r>
              <a:rPr dirty="0" sz="2200" spc="-2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8826" y="2068474"/>
            <a:ext cx="2877210" cy="25619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635"/>
              <a:t>종류</a:t>
            </a:r>
          </a:p>
        </p:txBody>
      </p:sp>
      <p:sp>
        <p:nvSpPr>
          <p:cNvPr id="4" name="object 4"/>
          <p:cNvSpPr/>
          <p:nvPr/>
        </p:nvSpPr>
        <p:spPr>
          <a:xfrm>
            <a:off x="2956369" y="2743250"/>
            <a:ext cx="764540" cy="2339975"/>
          </a:xfrm>
          <a:custGeom>
            <a:avLst/>
            <a:gdLst/>
            <a:ahLst/>
            <a:cxnLst/>
            <a:rect l="l" t="t" r="r" b="b"/>
            <a:pathLst>
              <a:path w="764539" h="2339975">
                <a:moveTo>
                  <a:pt x="764222" y="2339606"/>
                </a:moveTo>
                <a:lnTo>
                  <a:pt x="687048" y="2338294"/>
                </a:lnTo>
                <a:lnTo>
                  <a:pt x="615244" y="2334536"/>
                </a:lnTo>
                <a:lnTo>
                  <a:pt x="550326" y="2328601"/>
                </a:lnTo>
                <a:lnTo>
                  <a:pt x="493810" y="2320755"/>
                </a:lnTo>
                <a:lnTo>
                  <a:pt x="447214" y="2311266"/>
                </a:lnTo>
                <a:lnTo>
                  <a:pt x="389844" y="2288433"/>
                </a:lnTo>
                <a:lnTo>
                  <a:pt x="382104" y="2275624"/>
                </a:lnTo>
                <a:lnTo>
                  <a:pt x="382104" y="1233779"/>
                </a:lnTo>
                <a:lnTo>
                  <a:pt x="374303" y="1220970"/>
                </a:lnTo>
                <a:lnTo>
                  <a:pt x="316597" y="1198136"/>
                </a:lnTo>
                <a:lnTo>
                  <a:pt x="269833" y="1188648"/>
                </a:lnTo>
                <a:lnTo>
                  <a:pt x="213222" y="1180802"/>
                </a:lnTo>
                <a:lnTo>
                  <a:pt x="148332" y="1174866"/>
                </a:lnTo>
                <a:lnTo>
                  <a:pt x="76735" y="1171109"/>
                </a:lnTo>
                <a:lnTo>
                  <a:pt x="0" y="1169796"/>
                </a:lnTo>
                <a:lnTo>
                  <a:pt x="76735" y="1168485"/>
                </a:lnTo>
                <a:lnTo>
                  <a:pt x="148332" y="1164729"/>
                </a:lnTo>
                <a:lnTo>
                  <a:pt x="213222" y="1158795"/>
                </a:lnTo>
                <a:lnTo>
                  <a:pt x="269833" y="1150951"/>
                </a:lnTo>
                <a:lnTo>
                  <a:pt x="316597" y="1141465"/>
                </a:lnTo>
                <a:lnTo>
                  <a:pt x="374303" y="1118635"/>
                </a:lnTo>
                <a:lnTo>
                  <a:pt x="382104" y="1105827"/>
                </a:lnTo>
                <a:lnTo>
                  <a:pt x="382104" y="63969"/>
                </a:lnTo>
                <a:lnTo>
                  <a:pt x="389844" y="51164"/>
                </a:lnTo>
                <a:lnTo>
                  <a:pt x="447214" y="28336"/>
                </a:lnTo>
                <a:lnTo>
                  <a:pt x="493810" y="18849"/>
                </a:lnTo>
                <a:lnTo>
                  <a:pt x="550326" y="11004"/>
                </a:lnTo>
                <a:lnTo>
                  <a:pt x="615244" y="5069"/>
                </a:lnTo>
                <a:lnTo>
                  <a:pt x="687048" y="1312"/>
                </a:lnTo>
                <a:lnTo>
                  <a:pt x="764222" y="0"/>
                </a:lnTo>
              </a:path>
            </a:pathLst>
          </a:custGeom>
          <a:ln w="9131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46541" y="2559826"/>
            <a:ext cx="3005455" cy="2722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8369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5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</a:pP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</a:pP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Gulim"/>
              <a:cs typeface="Gulim"/>
            </a:endParaRPr>
          </a:p>
          <a:p>
            <a:pPr marL="1672589">
              <a:lnSpc>
                <a:spcPct val="100000"/>
              </a:lnSpc>
            </a:pPr>
            <a:r>
              <a:rPr dirty="0" sz="2400">
                <a:latin typeface="Gulim"/>
                <a:cs typeface="Gulim"/>
              </a:rPr>
              <a:t>일반</a:t>
            </a:r>
            <a:r>
              <a:rPr dirty="0" sz="2400" spc="-5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04083" y="2133974"/>
            <a:ext cx="1359535" cy="1492885"/>
            <a:chOff x="6004083" y="2133974"/>
            <a:chExt cx="1359535" cy="14928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967" y="2140153"/>
              <a:ext cx="324256" cy="3213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70967" y="2138540"/>
              <a:ext cx="324485" cy="323215"/>
            </a:xfrm>
            <a:custGeom>
              <a:avLst/>
              <a:gdLst/>
              <a:ahLst/>
              <a:cxnLst/>
              <a:rect l="l" t="t" r="r" b="b"/>
              <a:pathLst>
                <a:path w="324484" h="323214">
                  <a:moveTo>
                    <a:pt x="0" y="161467"/>
                  </a:moveTo>
                  <a:lnTo>
                    <a:pt x="5715" y="118299"/>
                  </a:lnTo>
                  <a:lnTo>
                    <a:pt x="21876" y="79660"/>
                  </a:lnTo>
                  <a:lnTo>
                    <a:pt x="47002" y="47029"/>
                  </a:lnTo>
                  <a:lnTo>
                    <a:pt x="79613" y="21889"/>
                  </a:lnTo>
                  <a:lnTo>
                    <a:pt x="118227" y="5719"/>
                  </a:lnTo>
                  <a:lnTo>
                    <a:pt x="161366" y="0"/>
                  </a:lnTo>
                  <a:lnTo>
                    <a:pt x="204622" y="5719"/>
                  </a:lnTo>
                  <a:lnTo>
                    <a:pt x="243520" y="21889"/>
                  </a:lnTo>
                  <a:lnTo>
                    <a:pt x="276496" y="47029"/>
                  </a:lnTo>
                  <a:lnTo>
                    <a:pt x="301987" y="79660"/>
                  </a:lnTo>
                  <a:lnTo>
                    <a:pt x="318428" y="118299"/>
                  </a:lnTo>
                  <a:lnTo>
                    <a:pt x="324256" y="161467"/>
                  </a:lnTo>
                  <a:lnTo>
                    <a:pt x="318428" y="204101"/>
                  </a:lnTo>
                  <a:lnTo>
                    <a:pt x="301987" y="242589"/>
                  </a:lnTo>
                  <a:lnTo>
                    <a:pt x="276496" y="275323"/>
                  </a:lnTo>
                  <a:lnTo>
                    <a:pt x="243520" y="300695"/>
                  </a:lnTo>
                  <a:lnTo>
                    <a:pt x="204622" y="317098"/>
                  </a:lnTo>
                  <a:lnTo>
                    <a:pt x="161366" y="322922"/>
                  </a:lnTo>
                  <a:lnTo>
                    <a:pt x="118227" y="317098"/>
                  </a:lnTo>
                  <a:lnTo>
                    <a:pt x="79613" y="300695"/>
                  </a:lnTo>
                  <a:lnTo>
                    <a:pt x="47002" y="275323"/>
                  </a:lnTo>
                  <a:lnTo>
                    <a:pt x="21876" y="242589"/>
                  </a:lnTo>
                  <a:lnTo>
                    <a:pt x="5715" y="204101"/>
                  </a:lnTo>
                  <a:lnTo>
                    <a:pt x="0" y="161467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8649" y="2722003"/>
              <a:ext cx="324256" cy="3213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08649" y="2720403"/>
              <a:ext cx="324485" cy="323215"/>
            </a:xfrm>
            <a:custGeom>
              <a:avLst/>
              <a:gdLst/>
              <a:ahLst/>
              <a:cxnLst/>
              <a:rect l="l" t="t" r="r" b="b"/>
              <a:pathLst>
                <a:path w="324485" h="323214">
                  <a:moveTo>
                    <a:pt x="0" y="161455"/>
                  </a:moveTo>
                  <a:lnTo>
                    <a:pt x="5828" y="118292"/>
                  </a:lnTo>
                  <a:lnTo>
                    <a:pt x="22272" y="79656"/>
                  </a:lnTo>
                  <a:lnTo>
                    <a:pt x="47764" y="47028"/>
                  </a:lnTo>
                  <a:lnTo>
                    <a:pt x="80741" y="21888"/>
                  </a:lnTo>
                  <a:lnTo>
                    <a:pt x="119638" y="5718"/>
                  </a:lnTo>
                  <a:lnTo>
                    <a:pt x="162890" y="0"/>
                  </a:lnTo>
                  <a:lnTo>
                    <a:pt x="206033" y="5718"/>
                  </a:lnTo>
                  <a:lnTo>
                    <a:pt x="244649" y="21888"/>
                  </a:lnTo>
                  <a:lnTo>
                    <a:pt x="277258" y="47028"/>
                  </a:lnTo>
                  <a:lnTo>
                    <a:pt x="302382" y="79656"/>
                  </a:lnTo>
                  <a:lnTo>
                    <a:pt x="318541" y="118292"/>
                  </a:lnTo>
                  <a:lnTo>
                    <a:pt x="324256" y="161455"/>
                  </a:lnTo>
                  <a:lnTo>
                    <a:pt x="318541" y="204617"/>
                  </a:lnTo>
                  <a:lnTo>
                    <a:pt x="302382" y="243253"/>
                  </a:lnTo>
                  <a:lnTo>
                    <a:pt x="277258" y="275882"/>
                  </a:lnTo>
                  <a:lnTo>
                    <a:pt x="244649" y="301021"/>
                  </a:lnTo>
                  <a:lnTo>
                    <a:pt x="206033" y="317191"/>
                  </a:lnTo>
                  <a:lnTo>
                    <a:pt x="162890" y="322910"/>
                  </a:lnTo>
                  <a:lnTo>
                    <a:pt x="119638" y="317191"/>
                  </a:lnTo>
                  <a:lnTo>
                    <a:pt x="80741" y="301021"/>
                  </a:lnTo>
                  <a:lnTo>
                    <a:pt x="47764" y="275882"/>
                  </a:lnTo>
                  <a:lnTo>
                    <a:pt x="22272" y="243253"/>
                  </a:lnTo>
                  <a:lnTo>
                    <a:pt x="5828" y="204617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7403" y="2722003"/>
              <a:ext cx="325780" cy="3213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7403" y="2720403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90" h="323214">
                  <a:moveTo>
                    <a:pt x="0" y="161455"/>
                  </a:moveTo>
                  <a:lnTo>
                    <a:pt x="5828" y="118292"/>
                  </a:lnTo>
                  <a:lnTo>
                    <a:pt x="22272" y="79656"/>
                  </a:lnTo>
                  <a:lnTo>
                    <a:pt x="47764" y="47028"/>
                  </a:lnTo>
                  <a:lnTo>
                    <a:pt x="80741" y="21888"/>
                  </a:lnTo>
                  <a:lnTo>
                    <a:pt x="119638" y="5718"/>
                  </a:lnTo>
                  <a:lnTo>
                    <a:pt x="162890" y="0"/>
                  </a:lnTo>
                  <a:lnTo>
                    <a:pt x="206141" y="5718"/>
                  </a:lnTo>
                  <a:lnTo>
                    <a:pt x="245038" y="21888"/>
                  </a:lnTo>
                  <a:lnTo>
                    <a:pt x="278015" y="47028"/>
                  </a:lnTo>
                  <a:lnTo>
                    <a:pt x="303508" y="79656"/>
                  </a:lnTo>
                  <a:lnTo>
                    <a:pt x="319951" y="118292"/>
                  </a:lnTo>
                  <a:lnTo>
                    <a:pt x="325780" y="161455"/>
                  </a:lnTo>
                  <a:lnTo>
                    <a:pt x="319951" y="204617"/>
                  </a:lnTo>
                  <a:lnTo>
                    <a:pt x="303508" y="243253"/>
                  </a:lnTo>
                  <a:lnTo>
                    <a:pt x="278015" y="275882"/>
                  </a:lnTo>
                  <a:lnTo>
                    <a:pt x="245038" y="301021"/>
                  </a:lnTo>
                  <a:lnTo>
                    <a:pt x="206141" y="317191"/>
                  </a:lnTo>
                  <a:lnTo>
                    <a:pt x="162890" y="322910"/>
                  </a:lnTo>
                  <a:lnTo>
                    <a:pt x="119638" y="317191"/>
                  </a:lnTo>
                  <a:lnTo>
                    <a:pt x="80741" y="301021"/>
                  </a:lnTo>
                  <a:lnTo>
                    <a:pt x="47764" y="275882"/>
                  </a:lnTo>
                  <a:lnTo>
                    <a:pt x="22272" y="243253"/>
                  </a:lnTo>
                  <a:lnTo>
                    <a:pt x="5828" y="204617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3147" y="3300818"/>
              <a:ext cx="324256" cy="3213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83147" y="3299205"/>
              <a:ext cx="324485" cy="323215"/>
            </a:xfrm>
            <a:custGeom>
              <a:avLst/>
              <a:gdLst/>
              <a:ahLst/>
              <a:cxnLst/>
              <a:rect l="l" t="t" r="r" b="b"/>
              <a:pathLst>
                <a:path w="324484" h="323214">
                  <a:moveTo>
                    <a:pt x="0" y="161455"/>
                  </a:moveTo>
                  <a:lnTo>
                    <a:pt x="5715" y="118292"/>
                  </a:lnTo>
                  <a:lnTo>
                    <a:pt x="21876" y="79656"/>
                  </a:lnTo>
                  <a:lnTo>
                    <a:pt x="47002" y="47028"/>
                  </a:lnTo>
                  <a:lnTo>
                    <a:pt x="79613" y="21888"/>
                  </a:lnTo>
                  <a:lnTo>
                    <a:pt x="118227" y="5718"/>
                  </a:lnTo>
                  <a:lnTo>
                    <a:pt x="161366" y="0"/>
                  </a:lnTo>
                  <a:lnTo>
                    <a:pt x="204622" y="5718"/>
                  </a:lnTo>
                  <a:lnTo>
                    <a:pt x="243520" y="21888"/>
                  </a:lnTo>
                  <a:lnTo>
                    <a:pt x="276496" y="47028"/>
                  </a:lnTo>
                  <a:lnTo>
                    <a:pt x="301987" y="79656"/>
                  </a:lnTo>
                  <a:lnTo>
                    <a:pt x="318428" y="118292"/>
                  </a:lnTo>
                  <a:lnTo>
                    <a:pt x="324256" y="161455"/>
                  </a:lnTo>
                  <a:lnTo>
                    <a:pt x="318428" y="204094"/>
                  </a:lnTo>
                  <a:lnTo>
                    <a:pt x="301987" y="242585"/>
                  </a:lnTo>
                  <a:lnTo>
                    <a:pt x="276496" y="275321"/>
                  </a:lnTo>
                  <a:lnTo>
                    <a:pt x="243520" y="300695"/>
                  </a:lnTo>
                  <a:lnTo>
                    <a:pt x="204622" y="317098"/>
                  </a:lnTo>
                  <a:lnTo>
                    <a:pt x="161366" y="322922"/>
                  </a:lnTo>
                  <a:lnTo>
                    <a:pt x="118227" y="317098"/>
                  </a:lnTo>
                  <a:lnTo>
                    <a:pt x="79613" y="300695"/>
                  </a:lnTo>
                  <a:lnTo>
                    <a:pt x="47002" y="275321"/>
                  </a:lnTo>
                  <a:lnTo>
                    <a:pt x="21876" y="242585"/>
                  </a:lnTo>
                  <a:lnTo>
                    <a:pt x="5715" y="204094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33183" y="3297770"/>
              <a:ext cx="325780" cy="3213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85725" y="2414244"/>
              <a:ext cx="1073785" cy="1205230"/>
            </a:xfrm>
            <a:custGeom>
              <a:avLst/>
              <a:gdLst/>
              <a:ahLst/>
              <a:cxnLst/>
              <a:rect l="l" t="t" r="r" b="b"/>
              <a:pathLst>
                <a:path w="1073784" h="1205229">
                  <a:moveTo>
                    <a:pt x="747458" y="1043381"/>
                  </a:moveTo>
                  <a:lnTo>
                    <a:pt x="753287" y="1000213"/>
                  </a:lnTo>
                  <a:lnTo>
                    <a:pt x="769730" y="961573"/>
                  </a:lnTo>
                  <a:lnTo>
                    <a:pt x="795223" y="928943"/>
                  </a:lnTo>
                  <a:lnTo>
                    <a:pt x="828200" y="903802"/>
                  </a:lnTo>
                  <a:lnTo>
                    <a:pt x="867097" y="887632"/>
                  </a:lnTo>
                  <a:lnTo>
                    <a:pt x="910348" y="881913"/>
                  </a:lnTo>
                  <a:lnTo>
                    <a:pt x="953600" y="887632"/>
                  </a:lnTo>
                  <a:lnTo>
                    <a:pt x="992497" y="903802"/>
                  </a:lnTo>
                  <a:lnTo>
                    <a:pt x="1025474" y="928943"/>
                  </a:lnTo>
                  <a:lnTo>
                    <a:pt x="1050966" y="961573"/>
                  </a:lnTo>
                  <a:lnTo>
                    <a:pt x="1067410" y="1000213"/>
                  </a:lnTo>
                  <a:lnTo>
                    <a:pt x="1073238" y="1043381"/>
                  </a:lnTo>
                  <a:lnTo>
                    <a:pt x="1067410" y="1086014"/>
                  </a:lnTo>
                  <a:lnTo>
                    <a:pt x="1050966" y="1124502"/>
                  </a:lnTo>
                  <a:lnTo>
                    <a:pt x="1025474" y="1157236"/>
                  </a:lnTo>
                  <a:lnTo>
                    <a:pt x="992497" y="1182608"/>
                  </a:lnTo>
                  <a:lnTo>
                    <a:pt x="953600" y="1199011"/>
                  </a:lnTo>
                  <a:lnTo>
                    <a:pt x="910348" y="1204836"/>
                  </a:lnTo>
                  <a:lnTo>
                    <a:pt x="867097" y="1199011"/>
                  </a:lnTo>
                  <a:lnTo>
                    <a:pt x="828200" y="1182608"/>
                  </a:lnTo>
                  <a:lnTo>
                    <a:pt x="795223" y="1157236"/>
                  </a:lnTo>
                  <a:lnTo>
                    <a:pt x="769730" y="1124502"/>
                  </a:lnTo>
                  <a:lnTo>
                    <a:pt x="753287" y="1086014"/>
                  </a:lnTo>
                  <a:lnTo>
                    <a:pt x="747458" y="1043381"/>
                  </a:lnTo>
                </a:path>
                <a:path w="1073784" h="1205229">
                  <a:moveTo>
                    <a:pt x="132435" y="0"/>
                  </a:moveTo>
                  <a:lnTo>
                    <a:pt x="0" y="353377"/>
                  </a:lnTo>
                </a:path>
                <a:path w="1073784" h="1205229">
                  <a:moveTo>
                    <a:pt x="362305" y="0"/>
                  </a:moveTo>
                  <a:lnTo>
                    <a:pt x="584568" y="353377"/>
                  </a:lnTo>
                </a:path>
                <a:path w="1073784" h="1205229">
                  <a:moveTo>
                    <a:pt x="470395" y="581850"/>
                  </a:moveTo>
                  <a:lnTo>
                    <a:pt x="258787" y="884961"/>
                  </a:lnTo>
                </a:path>
                <a:path w="1073784" h="1205229">
                  <a:moveTo>
                    <a:pt x="700265" y="581850"/>
                  </a:moveTo>
                  <a:lnTo>
                    <a:pt x="910348" y="881913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888386" y="4491869"/>
            <a:ext cx="2029460" cy="1450340"/>
            <a:chOff x="5888386" y="4491869"/>
            <a:chExt cx="2029460" cy="145034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55270" y="4498289"/>
              <a:ext cx="324256" cy="3225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55270" y="4496434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0" y="162979"/>
                  </a:moveTo>
                  <a:lnTo>
                    <a:pt x="5715" y="119698"/>
                  </a:lnTo>
                  <a:lnTo>
                    <a:pt x="21876" y="80779"/>
                  </a:lnTo>
                  <a:lnTo>
                    <a:pt x="47002" y="47785"/>
                  </a:lnTo>
                  <a:lnTo>
                    <a:pt x="79613" y="22280"/>
                  </a:lnTo>
                  <a:lnTo>
                    <a:pt x="118227" y="5831"/>
                  </a:lnTo>
                  <a:lnTo>
                    <a:pt x="161366" y="0"/>
                  </a:lnTo>
                  <a:lnTo>
                    <a:pt x="204622" y="5831"/>
                  </a:lnTo>
                  <a:lnTo>
                    <a:pt x="243520" y="22280"/>
                  </a:lnTo>
                  <a:lnTo>
                    <a:pt x="276496" y="47785"/>
                  </a:lnTo>
                  <a:lnTo>
                    <a:pt x="301987" y="80779"/>
                  </a:lnTo>
                  <a:lnTo>
                    <a:pt x="318428" y="119698"/>
                  </a:lnTo>
                  <a:lnTo>
                    <a:pt x="324256" y="162979"/>
                  </a:lnTo>
                  <a:lnTo>
                    <a:pt x="318428" y="205612"/>
                  </a:lnTo>
                  <a:lnTo>
                    <a:pt x="301987" y="244100"/>
                  </a:lnTo>
                  <a:lnTo>
                    <a:pt x="276496" y="276834"/>
                  </a:lnTo>
                  <a:lnTo>
                    <a:pt x="243520" y="302206"/>
                  </a:lnTo>
                  <a:lnTo>
                    <a:pt x="204622" y="318609"/>
                  </a:lnTo>
                  <a:lnTo>
                    <a:pt x="161366" y="324434"/>
                  </a:lnTo>
                  <a:lnTo>
                    <a:pt x="118227" y="318609"/>
                  </a:lnTo>
                  <a:lnTo>
                    <a:pt x="79613" y="302206"/>
                  </a:lnTo>
                  <a:lnTo>
                    <a:pt x="47002" y="276834"/>
                  </a:lnTo>
                  <a:lnTo>
                    <a:pt x="21876" y="244100"/>
                  </a:lnTo>
                  <a:lnTo>
                    <a:pt x="5715" y="205612"/>
                  </a:lnTo>
                  <a:lnTo>
                    <a:pt x="0" y="162979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92952" y="5081409"/>
              <a:ext cx="325780" cy="3213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92952" y="5079809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89" h="323214">
                  <a:moveTo>
                    <a:pt x="0" y="161455"/>
                  </a:moveTo>
                  <a:lnTo>
                    <a:pt x="5828" y="118292"/>
                  </a:lnTo>
                  <a:lnTo>
                    <a:pt x="22272" y="79656"/>
                  </a:lnTo>
                  <a:lnTo>
                    <a:pt x="47764" y="47028"/>
                  </a:lnTo>
                  <a:lnTo>
                    <a:pt x="80741" y="21888"/>
                  </a:lnTo>
                  <a:lnTo>
                    <a:pt x="119638" y="5718"/>
                  </a:lnTo>
                  <a:lnTo>
                    <a:pt x="162890" y="0"/>
                  </a:lnTo>
                  <a:lnTo>
                    <a:pt x="206146" y="5718"/>
                  </a:lnTo>
                  <a:lnTo>
                    <a:pt x="245044" y="21888"/>
                  </a:lnTo>
                  <a:lnTo>
                    <a:pt x="278020" y="47028"/>
                  </a:lnTo>
                  <a:lnTo>
                    <a:pt x="303511" y="79656"/>
                  </a:lnTo>
                  <a:lnTo>
                    <a:pt x="319952" y="118292"/>
                  </a:lnTo>
                  <a:lnTo>
                    <a:pt x="325780" y="161455"/>
                  </a:lnTo>
                  <a:lnTo>
                    <a:pt x="319952" y="204617"/>
                  </a:lnTo>
                  <a:lnTo>
                    <a:pt x="303511" y="243253"/>
                  </a:lnTo>
                  <a:lnTo>
                    <a:pt x="278020" y="275882"/>
                  </a:lnTo>
                  <a:lnTo>
                    <a:pt x="245044" y="301021"/>
                  </a:lnTo>
                  <a:lnTo>
                    <a:pt x="206146" y="317191"/>
                  </a:lnTo>
                  <a:lnTo>
                    <a:pt x="162890" y="322910"/>
                  </a:lnTo>
                  <a:lnTo>
                    <a:pt x="119638" y="317191"/>
                  </a:lnTo>
                  <a:lnTo>
                    <a:pt x="80741" y="301021"/>
                  </a:lnTo>
                  <a:lnTo>
                    <a:pt x="47764" y="275882"/>
                  </a:lnTo>
                  <a:lnTo>
                    <a:pt x="22272" y="243253"/>
                  </a:lnTo>
                  <a:lnTo>
                    <a:pt x="5828" y="204617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91706" y="5081409"/>
              <a:ext cx="325780" cy="32131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591706" y="5079809"/>
              <a:ext cx="326390" cy="323215"/>
            </a:xfrm>
            <a:custGeom>
              <a:avLst/>
              <a:gdLst/>
              <a:ahLst/>
              <a:cxnLst/>
              <a:rect l="l" t="t" r="r" b="b"/>
              <a:pathLst>
                <a:path w="326390" h="323214">
                  <a:moveTo>
                    <a:pt x="0" y="161455"/>
                  </a:moveTo>
                  <a:lnTo>
                    <a:pt x="5828" y="118292"/>
                  </a:lnTo>
                  <a:lnTo>
                    <a:pt x="22272" y="79656"/>
                  </a:lnTo>
                  <a:lnTo>
                    <a:pt x="47764" y="47028"/>
                  </a:lnTo>
                  <a:lnTo>
                    <a:pt x="80741" y="21888"/>
                  </a:lnTo>
                  <a:lnTo>
                    <a:pt x="119638" y="5718"/>
                  </a:lnTo>
                  <a:lnTo>
                    <a:pt x="162890" y="0"/>
                  </a:lnTo>
                  <a:lnTo>
                    <a:pt x="206141" y="5718"/>
                  </a:lnTo>
                  <a:lnTo>
                    <a:pt x="245038" y="21888"/>
                  </a:lnTo>
                  <a:lnTo>
                    <a:pt x="278015" y="47028"/>
                  </a:lnTo>
                  <a:lnTo>
                    <a:pt x="303508" y="79656"/>
                  </a:lnTo>
                  <a:lnTo>
                    <a:pt x="319951" y="118292"/>
                  </a:lnTo>
                  <a:lnTo>
                    <a:pt x="325780" y="161455"/>
                  </a:lnTo>
                  <a:lnTo>
                    <a:pt x="319951" y="204617"/>
                  </a:lnTo>
                  <a:lnTo>
                    <a:pt x="303508" y="243253"/>
                  </a:lnTo>
                  <a:lnTo>
                    <a:pt x="278015" y="275882"/>
                  </a:lnTo>
                  <a:lnTo>
                    <a:pt x="245038" y="301021"/>
                  </a:lnTo>
                  <a:lnTo>
                    <a:pt x="206141" y="317191"/>
                  </a:lnTo>
                  <a:lnTo>
                    <a:pt x="162890" y="322910"/>
                  </a:lnTo>
                  <a:lnTo>
                    <a:pt x="119638" y="317191"/>
                  </a:lnTo>
                  <a:lnTo>
                    <a:pt x="80741" y="301021"/>
                  </a:lnTo>
                  <a:lnTo>
                    <a:pt x="47764" y="275882"/>
                  </a:lnTo>
                  <a:lnTo>
                    <a:pt x="22272" y="243253"/>
                  </a:lnTo>
                  <a:lnTo>
                    <a:pt x="5828" y="204617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67449" y="5616054"/>
              <a:ext cx="324256" cy="3213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67449" y="5614441"/>
              <a:ext cx="324485" cy="323215"/>
            </a:xfrm>
            <a:custGeom>
              <a:avLst/>
              <a:gdLst/>
              <a:ahLst/>
              <a:cxnLst/>
              <a:rect l="l" t="t" r="r" b="b"/>
              <a:pathLst>
                <a:path w="324484" h="323214">
                  <a:moveTo>
                    <a:pt x="0" y="161455"/>
                  </a:moveTo>
                  <a:lnTo>
                    <a:pt x="5828" y="118292"/>
                  </a:lnTo>
                  <a:lnTo>
                    <a:pt x="22272" y="79656"/>
                  </a:lnTo>
                  <a:lnTo>
                    <a:pt x="47764" y="47028"/>
                  </a:lnTo>
                  <a:lnTo>
                    <a:pt x="80741" y="21888"/>
                  </a:lnTo>
                  <a:lnTo>
                    <a:pt x="119638" y="5718"/>
                  </a:lnTo>
                  <a:lnTo>
                    <a:pt x="162890" y="0"/>
                  </a:lnTo>
                  <a:lnTo>
                    <a:pt x="206028" y="5718"/>
                  </a:lnTo>
                  <a:lnTo>
                    <a:pt x="244643" y="21888"/>
                  </a:lnTo>
                  <a:lnTo>
                    <a:pt x="277253" y="47028"/>
                  </a:lnTo>
                  <a:lnTo>
                    <a:pt x="302379" y="79656"/>
                  </a:lnTo>
                  <a:lnTo>
                    <a:pt x="318540" y="118292"/>
                  </a:lnTo>
                  <a:lnTo>
                    <a:pt x="324256" y="161455"/>
                  </a:lnTo>
                  <a:lnTo>
                    <a:pt x="318540" y="204094"/>
                  </a:lnTo>
                  <a:lnTo>
                    <a:pt x="302379" y="242585"/>
                  </a:lnTo>
                  <a:lnTo>
                    <a:pt x="277253" y="275321"/>
                  </a:lnTo>
                  <a:lnTo>
                    <a:pt x="244643" y="300695"/>
                  </a:lnTo>
                  <a:lnTo>
                    <a:pt x="206028" y="317098"/>
                  </a:lnTo>
                  <a:lnTo>
                    <a:pt x="162890" y="322922"/>
                  </a:lnTo>
                  <a:lnTo>
                    <a:pt x="119638" y="317098"/>
                  </a:lnTo>
                  <a:lnTo>
                    <a:pt x="80741" y="300695"/>
                  </a:lnTo>
                  <a:lnTo>
                    <a:pt x="47764" y="275321"/>
                  </a:lnTo>
                  <a:lnTo>
                    <a:pt x="22272" y="242585"/>
                  </a:lnTo>
                  <a:lnTo>
                    <a:pt x="5828" y="204094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17486" y="5611736"/>
              <a:ext cx="325780" cy="3225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70028" y="4773650"/>
              <a:ext cx="1073785" cy="1160780"/>
            </a:xfrm>
            <a:custGeom>
              <a:avLst/>
              <a:gdLst/>
              <a:ahLst/>
              <a:cxnLst/>
              <a:rect l="l" t="t" r="r" b="b"/>
              <a:pathLst>
                <a:path w="1073784" h="1160779">
                  <a:moveTo>
                    <a:pt x="747458" y="999210"/>
                  </a:moveTo>
                  <a:lnTo>
                    <a:pt x="753287" y="955929"/>
                  </a:lnTo>
                  <a:lnTo>
                    <a:pt x="769730" y="917007"/>
                  </a:lnTo>
                  <a:lnTo>
                    <a:pt x="795223" y="884010"/>
                  </a:lnTo>
                  <a:lnTo>
                    <a:pt x="828200" y="858503"/>
                  </a:lnTo>
                  <a:lnTo>
                    <a:pt x="867097" y="842050"/>
                  </a:lnTo>
                  <a:lnTo>
                    <a:pt x="910348" y="836218"/>
                  </a:lnTo>
                  <a:lnTo>
                    <a:pt x="953600" y="842050"/>
                  </a:lnTo>
                  <a:lnTo>
                    <a:pt x="992497" y="858503"/>
                  </a:lnTo>
                  <a:lnTo>
                    <a:pt x="1025474" y="884010"/>
                  </a:lnTo>
                  <a:lnTo>
                    <a:pt x="1050966" y="917007"/>
                  </a:lnTo>
                  <a:lnTo>
                    <a:pt x="1067410" y="955929"/>
                  </a:lnTo>
                  <a:lnTo>
                    <a:pt x="1073238" y="999210"/>
                  </a:lnTo>
                  <a:lnTo>
                    <a:pt x="1067410" y="1041844"/>
                  </a:lnTo>
                  <a:lnTo>
                    <a:pt x="1050966" y="1080332"/>
                  </a:lnTo>
                  <a:lnTo>
                    <a:pt x="1025474" y="1113066"/>
                  </a:lnTo>
                  <a:lnTo>
                    <a:pt x="992497" y="1138438"/>
                  </a:lnTo>
                  <a:lnTo>
                    <a:pt x="953600" y="1154840"/>
                  </a:lnTo>
                  <a:lnTo>
                    <a:pt x="910348" y="1160665"/>
                  </a:lnTo>
                  <a:lnTo>
                    <a:pt x="867097" y="1154840"/>
                  </a:lnTo>
                  <a:lnTo>
                    <a:pt x="828200" y="1138438"/>
                  </a:lnTo>
                  <a:lnTo>
                    <a:pt x="795223" y="1113066"/>
                  </a:lnTo>
                  <a:lnTo>
                    <a:pt x="769730" y="1080332"/>
                  </a:lnTo>
                  <a:lnTo>
                    <a:pt x="753287" y="1041844"/>
                  </a:lnTo>
                  <a:lnTo>
                    <a:pt x="747458" y="999210"/>
                  </a:lnTo>
                </a:path>
                <a:path w="1073784" h="1160779">
                  <a:moveTo>
                    <a:pt x="132435" y="0"/>
                  </a:moveTo>
                  <a:lnTo>
                    <a:pt x="0" y="353377"/>
                  </a:lnTo>
                </a:path>
                <a:path w="1073784" h="1160779">
                  <a:moveTo>
                    <a:pt x="362305" y="0"/>
                  </a:moveTo>
                  <a:lnTo>
                    <a:pt x="586092" y="353377"/>
                  </a:lnTo>
                </a:path>
                <a:path w="1073784" h="1160779">
                  <a:moveTo>
                    <a:pt x="470395" y="581850"/>
                  </a:moveTo>
                  <a:lnTo>
                    <a:pt x="258787" y="840790"/>
                  </a:lnTo>
                </a:path>
                <a:path w="1073784" h="1160779">
                  <a:moveTo>
                    <a:pt x="700265" y="581850"/>
                  </a:moveTo>
                  <a:lnTo>
                    <a:pt x="910348" y="837742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87310" y="5602592"/>
              <a:ext cx="325780" cy="3225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587310" y="5600737"/>
              <a:ext cx="326390" cy="324485"/>
            </a:xfrm>
            <a:custGeom>
              <a:avLst/>
              <a:gdLst/>
              <a:ahLst/>
              <a:cxnLst/>
              <a:rect l="l" t="t" r="r" b="b"/>
              <a:pathLst>
                <a:path w="326390" h="324485">
                  <a:moveTo>
                    <a:pt x="0" y="161455"/>
                  </a:moveTo>
                  <a:lnTo>
                    <a:pt x="5828" y="118821"/>
                  </a:lnTo>
                  <a:lnTo>
                    <a:pt x="22272" y="80333"/>
                  </a:lnTo>
                  <a:lnTo>
                    <a:pt x="47764" y="47599"/>
                  </a:lnTo>
                  <a:lnTo>
                    <a:pt x="80741" y="22227"/>
                  </a:lnTo>
                  <a:lnTo>
                    <a:pt x="119638" y="5824"/>
                  </a:lnTo>
                  <a:lnTo>
                    <a:pt x="162890" y="0"/>
                  </a:lnTo>
                  <a:lnTo>
                    <a:pt x="206146" y="5824"/>
                  </a:lnTo>
                  <a:lnTo>
                    <a:pt x="245044" y="22227"/>
                  </a:lnTo>
                  <a:lnTo>
                    <a:pt x="278020" y="47599"/>
                  </a:lnTo>
                  <a:lnTo>
                    <a:pt x="303511" y="80333"/>
                  </a:lnTo>
                  <a:lnTo>
                    <a:pt x="319952" y="118821"/>
                  </a:lnTo>
                  <a:lnTo>
                    <a:pt x="325780" y="161455"/>
                  </a:lnTo>
                  <a:lnTo>
                    <a:pt x="319952" y="204730"/>
                  </a:lnTo>
                  <a:lnTo>
                    <a:pt x="303511" y="243649"/>
                  </a:lnTo>
                  <a:lnTo>
                    <a:pt x="278020" y="276644"/>
                  </a:lnTo>
                  <a:lnTo>
                    <a:pt x="245044" y="302150"/>
                  </a:lnTo>
                  <a:lnTo>
                    <a:pt x="206146" y="318602"/>
                  </a:lnTo>
                  <a:lnTo>
                    <a:pt x="162890" y="324434"/>
                  </a:lnTo>
                  <a:lnTo>
                    <a:pt x="119638" y="318602"/>
                  </a:lnTo>
                  <a:lnTo>
                    <a:pt x="80741" y="302150"/>
                  </a:lnTo>
                  <a:lnTo>
                    <a:pt x="47764" y="276644"/>
                  </a:lnTo>
                  <a:lnTo>
                    <a:pt x="22272" y="243649"/>
                  </a:lnTo>
                  <a:lnTo>
                    <a:pt x="5828" y="204730"/>
                  </a:lnTo>
                  <a:lnTo>
                    <a:pt x="0" y="161455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61529" y="5037238"/>
              <a:ext cx="325780" cy="32131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579527" y="4659413"/>
              <a:ext cx="1056640" cy="990600"/>
            </a:xfrm>
            <a:custGeom>
              <a:avLst/>
              <a:gdLst/>
              <a:ahLst/>
              <a:cxnLst/>
              <a:rect l="l" t="t" r="r" b="b"/>
              <a:pathLst>
                <a:path w="1056640" h="990600">
                  <a:moveTo>
                    <a:pt x="682002" y="537679"/>
                  </a:moveTo>
                  <a:lnTo>
                    <a:pt x="687831" y="494517"/>
                  </a:lnTo>
                  <a:lnTo>
                    <a:pt x="704274" y="455881"/>
                  </a:lnTo>
                  <a:lnTo>
                    <a:pt x="729767" y="423252"/>
                  </a:lnTo>
                  <a:lnTo>
                    <a:pt x="762744" y="398113"/>
                  </a:lnTo>
                  <a:lnTo>
                    <a:pt x="801641" y="381943"/>
                  </a:lnTo>
                  <a:lnTo>
                    <a:pt x="844892" y="376224"/>
                  </a:lnTo>
                  <a:lnTo>
                    <a:pt x="888148" y="381943"/>
                  </a:lnTo>
                  <a:lnTo>
                    <a:pt x="927046" y="398113"/>
                  </a:lnTo>
                  <a:lnTo>
                    <a:pt x="960023" y="423252"/>
                  </a:lnTo>
                  <a:lnTo>
                    <a:pt x="985513" y="455881"/>
                  </a:lnTo>
                  <a:lnTo>
                    <a:pt x="1001955" y="494517"/>
                  </a:lnTo>
                  <a:lnTo>
                    <a:pt x="1007783" y="537679"/>
                  </a:lnTo>
                  <a:lnTo>
                    <a:pt x="1001955" y="580842"/>
                  </a:lnTo>
                  <a:lnTo>
                    <a:pt x="985513" y="619478"/>
                  </a:lnTo>
                  <a:lnTo>
                    <a:pt x="960023" y="652106"/>
                  </a:lnTo>
                  <a:lnTo>
                    <a:pt x="927046" y="677246"/>
                  </a:lnTo>
                  <a:lnTo>
                    <a:pt x="888148" y="693416"/>
                  </a:lnTo>
                  <a:lnTo>
                    <a:pt x="844892" y="699134"/>
                  </a:lnTo>
                  <a:lnTo>
                    <a:pt x="801641" y="693416"/>
                  </a:lnTo>
                  <a:lnTo>
                    <a:pt x="762744" y="677246"/>
                  </a:lnTo>
                  <a:lnTo>
                    <a:pt x="729767" y="652106"/>
                  </a:lnTo>
                  <a:lnTo>
                    <a:pt x="704274" y="619478"/>
                  </a:lnTo>
                  <a:lnTo>
                    <a:pt x="687831" y="580842"/>
                  </a:lnTo>
                  <a:lnTo>
                    <a:pt x="682002" y="537679"/>
                  </a:lnTo>
                </a:path>
                <a:path w="1056640" h="990600">
                  <a:moveTo>
                    <a:pt x="0" y="0"/>
                  </a:moveTo>
                  <a:lnTo>
                    <a:pt x="729195" y="423443"/>
                  </a:lnTo>
                </a:path>
                <a:path w="1056640" h="990600">
                  <a:moveTo>
                    <a:pt x="337959" y="581850"/>
                  </a:moveTo>
                  <a:lnTo>
                    <a:pt x="1056500" y="990066"/>
                  </a:lnTo>
                </a:path>
              </a:pathLst>
            </a:custGeom>
            <a:ln w="9131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54"/>
              <a:t> </a:t>
            </a:r>
            <a:r>
              <a:rPr dirty="0">
                <a:latin typeface="Tw Cen MT"/>
                <a:cs typeface="Tw Cen MT"/>
              </a:rPr>
              <a:t>(binary</a:t>
            </a:r>
            <a:r>
              <a:rPr dirty="0" spc="-80">
                <a:latin typeface="Tw Cen MT"/>
                <a:cs typeface="Tw Cen MT"/>
              </a:rPr>
              <a:t> </a:t>
            </a:r>
            <a:r>
              <a:rPr dirty="0" spc="-10">
                <a:latin typeface="Tw Cen MT"/>
                <a:cs typeface="Tw Cen MT"/>
              </a:rPr>
              <a:t>tree)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6575"/>
            <a:ext cx="7924800" cy="3186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b="1">
                <a:latin typeface="Gulim"/>
                <a:cs typeface="Gulim"/>
              </a:rPr>
              <a:t>이진</a:t>
            </a:r>
            <a:r>
              <a:rPr dirty="0" sz="2400" spc="-170" b="1">
                <a:latin typeface="Gulim"/>
                <a:cs typeface="Gulim"/>
              </a:rPr>
              <a:t> </a:t>
            </a:r>
            <a:r>
              <a:rPr dirty="0" sz="2400" b="1">
                <a:latin typeface="Gulim"/>
                <a:cs typeface="Gulim"/>
              </a:rPr>
              <a:t>트리</a:t>
            </a:r>
            <a:r>
              <a:rPr dirty="0" sz="2400" b="1">
                <a:latin typeface="Trebuchet MS"/>
                <a:cs typeface="Trebuchet MS"/>
              </a:rPr>
              <a:t>(binary</a:t>
            </a:r>
            <a:r>
              <a:rPr dirty="0" sz="2400" spc="-4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tree)</a:t>
            </a:r>
            <a:r>
              <a:rPr dirty="0" sz="2400" spc="-5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0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2</a:t>
            </a:r>
            <a:r>
              <a:rPr dirty="0" sz="2400">
                <a:latin typeface="Gulim"/>
                <a:cs typeface="Gulim"/>
              </a:rPr>
              <a:t>개의</a:t>
            </a:r>
            <a:r>
              <a:rPr dirty="0" sz="2400" spc="-1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서브</a:t>
            </a:r>
            <a:r>
              <a:rPr dirty="0" sz="2400" spc="-11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트리를 </a:t>
            </a:r>
            <a:r>
              <a:rPr dirty="0" sz="2400">
                <a:latin typeface="Gulim"/>
                <a:cs typeface="Gulim"/>
              </a:rPr>
              <a:t>가지고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10"/>
              </a:spcBef>
              <a:tabLst>
                <a:tab pos="6515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Gulim"/>
                <a:cs typeface="Gulim"/>
              </a:rPr>
              <a:t>서브트리는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공집합일수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있다</a:t>
            </a:r>
            <a:r>
              <a:rPr dirty="0" sz="1800" spc="-25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8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이진트리의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노드에는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최대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2</a:t>
            </a:r>
            <a:r>
              <a:rPr dirty="0" sz="2400">
                <a:latin typeface="Gulim"/>
                <a:cs typeface="Gulim"/>
              </a:rPr>
              <a:t>개까지의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자식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존재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노드의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차수가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2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이하가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 spc="-30">
                <a:latin typeface="Gulim"/>
                <a:cs typeface="Gulim"/>
              </a:rPr>
              <a:t>된다</a:t>
            </a:r>
            <a:r>
              <a:rPr dirty="0" sz="2400" spc="-30">
                <a:latin typeface="Trebuchet MS"/>
                <a:cs typeface="Trebuchet MS"/>
              </a:rPr>
              <a:t>-</a:t>
            </a:r>
            <a:r>
              <a:rPr dirty="0" sz="2400">
                <a:latin typeface="Trebuchet MS"/>
                <a:cs typeface="Trebuchet MS"/>
              </a:rPr>
              <a:t>&gt;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구현하기가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편리함</a:t>
            </a:r>
            <a:endParaRPr sz="2400">
              <a:latin typeface="Gulim"/>
              <a:cs typeface="Gulim"/>
            </a:endParaRPr>
          </a:p>
          <a:p>
            <a:pPr marL="332105" marR="17145" indent="-320040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트리에는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서브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트리간의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순서가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존재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(</a:t>
            </a:r>
            <a:r>
              <a:rPr dirty="0" sz="2400">
                <a:latin typeface="Gulim"/>
                <a:cs typeface="Gulim"/>
              </a:rPr>
              <a:t>왼쪽트리</a:t>
            </a:r>
            <a:r>
              <a:rPr dirty="0" sz="2400">
                <a:latin typeface="Trebuchet MS"/>
                <a:cs typeface="Trebuchet MS"/>
              </a:rPr>
              <a:t>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50">
                <a:latin typeface="Gulim"/>
                <a:cs typeface="Gulim"/>
              </a:rPr>
              <a:t>오 </a:t>
            </a:r>
            <a:r>
              <a:rPr dirty="0" sz="2400" spc="-10">
                <a:latin typeface="Gulim"/>
                <a:cs typeface="Gulim"/>
              </a:rPr>
              <a:t>른쪽트리</a:t>
            </a:r>
            <a:r>
              <a:rPr dirty="0" sz="2400" spc="-10">
                <a:latin typeface="Trebuchet MS"/>
                <a:cs typeface="Trebuchet MS"/>
              </a:rPr>
              <a:t>)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5890" y="4813249"/>
            <a:ext cx="2661043" cy="21735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54"/>
              <a:t> </a:t>
            </a:r>
            <a:r>
              <a:rPr dirty="0" spc="-2165"/>
              <a:t>검증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6970" y="5066828"/>
            <a:ext cx="7640320" cy="126555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315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이진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공집합이거나</a:t>
            </a:r>
            <a:endParaRPr sz="2000">
              <a:latin typeface="Gulim"/>
              <a:cs typeface="Gulim"/>
            </a:endParaRPr>
          </a:p>
          <a:p>
            <a:pPr marL="332105" marR="5080" indent="-320040">
              <a:lnSpc>
                <a:spcPct val="80000"/>
              </a:lnSpc>
              <a:spcBef>
                <a:spcPts val="69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루트와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구성된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노드들의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유한 </a:t>
            </a:r>
            <a:r>
              <a:rPr dirty="0" sz="2000">
                <a:latin typeface="Gulim"/>
                <a:cs typeface="Gulim"/>
              </a:rPr>
              <a:t>집합으로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정의된다</a:t>
            </a:r>
            <a:r>
              <a:rPr dirty="0" sz="2000">
                <a:latin typeface="Arial"/>
                <a:cs typeface="Arial"/>
              </a:rPr>
              <a:t>.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이진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트리들은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모두</a:t>
            </a:r>
            <a:endParaRPr sz="20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Gulim"/>
                <a:cs typeface="Gulim"/>
              </a:rPr>
              <a:t>이진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트리이어야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한다</a:t>
            </a:r>
            <a:r>
              <a:rPr dirty="0" sz="2000" spc="-2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041" y="2068487"/>
            <a:ext cx="4977127" cy="25830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1705"/>
              <a:t>성질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973528"/>
            <a:ext cx="705167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  <a:tab pos="1336675" algn="l"/>
                <a:tab pos="2343150" algn="l"/>
                <a:tab pos="3516629" algn="l"/>
                <a:tab pos="5530850" algn="l"/>
                <a:tab pos="6535420" algn="l"/>
              </a:tabLst>
            </a:pPr>
            <a:r>
              <a:rPr dirty="0" sz="2200" spc="-25">
                <a:latin typeface="Gulim"/>
                <a:cs typeface="Gulim"/>
              </a:rPr>
              <a:t>노드의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개수가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Lucida Console"/>
                <a:cs typeface="Lucida Console"/>
              </a:rPr>
              <a:t>n</a:t>
            </a:r>
            <a:r>
              <a:rPr dirty="0" sz="2200" spc="-20">
                <a:latin typeface="Gulim"/>
                <a:cs typeface="Gulim"/>
              </a:rPr>
              <a:t>개이면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Gulim"/>
                <a:cs typeface="Gulim"/>
              </a:rPr>
              <a:t>간선</a:t>
            </a:r>
            <a:r>
              <a:rPr dirty="0" sz="2200" spc="-10">
                <a:latin typeface="Lucida Console"/>
                <a:cs typeface="Lucida Console"/>
              </a:rPr>
              <a:t>(edge)</a:t>
            </a:r>
            <a:r>
              <a:rPr dirty="0" sz="2200" spc="-10">
                <a:latin typeface="Gulim"/>
                <a:cs typeface="Gulim"/>
              </a:rPr>
              <a:t>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개수는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Lucida Console"/>
                <a:cs typeface="Lucida Console"/>
              </a:rPr>
              <a:t>n-</a:t>
            </a:r>
            <a:r>
              <a:rPr dirty="0" sz="2200" spc="-50">
                <a:latin typeface="Lucida Console"/>
                <a:cs typeface="Lucida Console"/>
              </a:rPr>
              <a:t>1</a:t>
            </a:r>
            <a:endParaRPr sz="22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7099" y="2833116"/>
            <a:ext cx="5119228" cy="2284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pc="-1970"/>
              <a:t>이진트리의</a:t>
            </a:r>
            <a:r>
              <a:rPr dirty="0" spc="-245"/>
              <a:t> </a:t>
            </a:r>
            <a:r>
              <a:rPr dirty="0" spc="-1705"/>
              <a:t>성질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1764" y="1972005"/>
            <a:ext cx="754570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7505" marR="431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57505" algn="l"/>
                <a:tab pos="1454785" algn="l"/>
                <a:tab pos="2127885" algn="l"/>
                <a:tab pos="2247900" algn="l"/>
                <a:tab pos="3714115" algn="l"/>
                <a:tab pos="3832860" algn="l"/>
                <a:tab pos="4812030" algn="l"/>
                <a:tab pos="5603240" algn="l"/>
                <a:tab pos="6580505" algn="l"/>
              </a:tabLst>
            </a:pPr>
            <a:r>
              <a:rPr dirty="0" sz="2400" spc="-25">
                <a:latin typeface="Gulim"/>
                <a:cs typeface="Gulim"/>
              </a:rPr>
              <a:t>높이가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인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Gulim"/>
                <a:cs typeface="Gulim"/>
              </a:rPr>
              <a:t>이진트리의</a:t>
            </a:r>
            <a:r>
              <a:rPr dirty="0" sz="2400">
                <a:latin typeface="Gulim"/>
                <a:cs typeface="Gulim"/>
              </a:rPr>
              <a:t>		경우</a:t>
            </a:r>
            <a:r>
              <a:rPr dirty="0" sz="2400">
                <a:latin typeface="Lucida Console"/>
                <a:cs typeface="Lucida Console"/>
              </a:rPr>
              <a:t>,</a:t>
            </a:r>
            <a:r>
              <a:rPr dirty="0" sz="2400" spc="-55">
                <a:latin typeface="Lucida Console"/>
                <a:cs typeface="Lucida Console"/>
              </a:rPr>
              <a:t> </a:t>
            </a:r>
            <a:r>
              <a:rPr dirty="0" sz="2400" spc="-25">
                <a:latin typeface="Gulim"/>
                <a:cs typeface="Gulim"/>
              </a:rPr>
              <a:t>최소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개의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노드를 가지며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최대</a:t>
            </a:r>
            <a:r>
              <a:rPr dirty="0" sz="2400">
                <a:latin typeface="Gulim"/>
                <a:cs typeface="Gulim"/>
              </a:rPr>
              <a:t>		</a:t>
            </a:r>
            <a:r>
              <a:rPr dirty="0" sz="2400" spc="-20">
                <a:latin typeface="Lucida Console"/>
                <a:cs typeface="Lucida Console"/>
              </a:rPr>
              <a:t>2</a:t>
            </a:r>
            <a:r>
              <a:rPr dirty="0" baseline="24305" sz="2400" spc="-30">
                <a:latin typeface="Lucida Console"/>
                <a:cs typeface="Lucida Console"/>
              </a:rPr>
              <a:t>h</a:t>
            </a:r>
            <a:r>
              <a:rPr dirty="0" sz="2400" spc="-20">
                <a:latin typeface="Lucida Console"/>
                <a:cs typeface="Lucida Console"/>
              </a:rPr>
              <a:t>-</a:t>
            </a:r>
            <a:r>
              <a:rPr dirty="0" sz="2400" spc="-25">
                <a:latin typeface="Lucida Console"/>
                <a:cs typeface="Lucida Console"/>
              </a:rPr>
              <a:t>1</a:t>
            </a:r>
            <a:r>
              <a:rPr dirty="0" sz="2400" spc="-25">
                <a:latin typeface="Gulim"/>
                <a:cs typeface="Gulim"/>
              </a:rPr>
              <a:t>개의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노드를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가진다</a:t>
            </a:r>
            <a:r>
              <a:rPr dirty="0" sz="2400" spc="-20">
                <a:latin typeface="Lucida Console"/>
                <a:cs typeface="Lucida Console"/>
              </a:rPr>
              <a:t>.</a:t>
            </a:r>
            <a:endParaRPr sz="24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316" y="3255518"/>
            <a:ext cx="7735281" cy="25790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76740" y="3283978"/>
            <a:ext cx="6733540" cy="3922395"/>
            <a:chOff x="2776740" y="3283978"/>
            <a:chExt cx="6733540" cy="3922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4473" y="3373843"/>
              <a:ext cx="1349597" cy="3168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6740" y="3283978"/>
              <a:ext cx="6370967" cy="330072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582" rIns="0" bIns="0" rtlCol="0" vert="horz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1705"/>
              <a:t>성질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763" y="1886886"/>
            <a:ext cx="6863715" cy="8636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개의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가지는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높이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예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n=7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최대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 spc="-5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0074" y="2849333"/>
            <a:ext cx="254635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05"/>
              </a:lnSpc>
            </a:pPr>
            <a:r>
              <a:rPr dirty="0" sz="2000" spc="-50">
                <a:latin typeface="Gulim"/>
                <a:cs typeface="Gulim"/>
              </a:rPr>
              <a:t>소</a:t>
            </a:r>
            <a:endParaRPr sz="20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9124" y="2800613"/>
            <a:ext cx="3429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9330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50">
                <a:latin typeface="Gulim"/>
                <a:cs typeface="Gulim"/>
              </a:rPr>
              <a:t>최</a:t>
            </a:r>
            <a:r>
              <a:rPr dirty="0" sz="2000">
                <a:latin typeface="Gulim"/>
                <a:cs typeface="Gulim"/>
              </a:rPr>
              <a:t>	올림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연산</a:t>
            </a:r>
            <a:r>
              <a:rPr dirty="0" sz="2000" spc="-25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5859" y="2800613"/>
            <a:ext cx="3835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48382" y="2833116"/>
            <a:ext cx="1446212" cy="32138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342683" y="2808744"/>
            <a:ext cx="1351280" cy="372110"/>
            <a:chOff x="5342683" y="2808744"/>
            <a:chExt cx="1351280" cy="3721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2683" y="2808744"/>
              <a:ext cx="1351017" cy="3168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19991" y="2810268"/>
              <a:ext cx="988060" cy="370205"/>
            </a:xfrm>
            <a:custGeom>
              <a:avLst/>
              <a:gdLst/>
              <a:ahLst/>
              <a:cxnLst/>
              <a:rect l="l" t="t" r="r" b="b"/>
              <a:pathLst>
                <a:path w="988059" h="370205">
                  <a:moveTo>
                    <a:pt x="987996" y="0"/>
                  </a:moveTo>
                  <a:lnTo>
                    <a:pt x="0" y="0"/>
                  </a:lnTo>
                  <a:lnTo>
                    <a:pt x="0" y="370128"/>
                  </a:lnTo>
                  <a:lnTo>
                    <a:pt x="987996" y="370128"/>
                  </a:lnTo>
                  <a:lnTo>
                    <a:pt x="987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946093" y="2850765"/>
            <a:ext cx="363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2.4</a:t>
            </a:r>
            <a:endParaRPr sz="1800">
              <a:latin typeface="Gulim"/>
              <a:cs typeface="Gulim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625"/>
              <a:t>분류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86706"/>
            <a:ext cx="5304790" cy="13906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포화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>
                <a:latin typeface="Trebuchet MS"/>
                <a:cs typeface="Trebuchet MS"/>
              </a:rPr>
              <a:t>(full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binary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tree)</a:t>
            </a:r>
            <a:endParaRPr sz="24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완전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>
                <a:latin typeface="Arial"/>
                <a:cs typeface="Arial"/>
              </a:rPr>
              <a:t>(complete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binary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tree)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기타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120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5083" y="3283978"/>
            <a:ext cx="7554332" cy="250015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85"/>
              <a:t>포화</a:t>
            </a:r>
            <a:r>
              <a:rPr dirty="0" spc="-270"/>
              <a:t> </a:t>
            </a:r>
            <a:r>
              <a:rPr dirty="0" spc="-1760"/>
              <a:t>이진</a:t>
            </a:r>
            <a:r>
              <a:rPr dirty="0" spc="-260"/>
              <a:t> </a:t>
            </a:r>
            <a:r>
              <a:rPr dirty="0" spc="-2250"/>
              <a:t>트리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1532" y="2109282"/>
            <a:ext cx="7903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6B515"/>
              </a:buClr>
              <a:buSzPct val="77777"/>
              <a:buFont typeface="Arial"/>
              <a:buChar char="■"/>
              <a:tabLst>
                <a:tab pos="354965" algn="l"/>
              </a:tabLst>
            </a:pPr>
            <a:r>
              <a:rPr dirty="0" sz="1800">
                <a:latin typeface="GulimChe"/>
                <a:cs typeface="GulimChe"/>
              </a:rPr>
              <a:t>용어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그대로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트리의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각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레벨에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노드가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꽉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차있는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이진트리를</a:t>
            </a:r>
            <a:r>
              <a:rPr dirty="0" sz="1800" spc="-55">
                <a:latin typeface="GulimChe"/>
                <a:cs typeface="GulimChe"/>
              </a:rPr>
              <a:t> </a:t>
            </a:r>
            <a:r>
              <a:rPr dirty="0" sz="1800" spc="-10">
                <a:latin typeface="GulimChe"/>
                <a:cs typeface="GulimChe"/>
              </a:rPr>
              <a:t>의미한다.</a:t>
            </a:r>
            <a:endParaRPr sz="1800">
              <a:latin typeface="GulimChe"/>
              <a:cs typeface="GulimCh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1532" y="3425310"/>
            <a:ext cx="7332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6B515"/>
              </a:buClr>
              <a:buSzPct val="77777"/>
              <a:buFont typeface="Arial"/>
              <a:buChar char="■"/>
              <a:tabLst>
                <a:tab pos="354965" algn="l"/>
              </a:tabLst>
            </a:pPr>
            <a:r>
              <a:rPr dirty="0" sz="1800">
                <a:latin typeface="GulimChe"/>
                <a:cs typeface="GulimChe"/>
              </a:rPr>
              <a:t>포화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이진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트리에는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다음과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같이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각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노드에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번호를</a:t>
            </a:r>
            <a:r>
              <a:rPr dirty="0" sz="1800" spc="-50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붙일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수</a:t>
            </a:r>
            <a:r>
              <a:rPr dirty="0" sz="1800" spc="-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있다.</a:t>
            </a:r>
            <a:endParaRPr sz="1800">
              <a:latin typeface="GulimChe"/>
              <a:cs typeface="GulimCh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395" y="2554376"/>
            <a:ext cx="6594027" cy="7494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5807" y="4053179"/>
            <a:ext cx="6061500" cy="233158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4702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dirty="0" sz="3700" spc="-1295"/>
              <a:t>완전</a:t>
            </a:r>
            <a:r>
              <a:rPr dirty="0" sz="3700" spc="-210"/>
              <a:t> </a:t>
            </a:r>
            <a:r>
              <a:rPr dirty="0" sz="3700" spc="-1485"/>
              <a:t>이진</a:t>
            </a:r>
            <a:r>
              <a:rPr dirty="0" sz="3700" spc="-204"/>
              <a:t> </a:t>
            </a:r>
            <a:r>
              <a:rPr dirty="0" sz="3700" spc="-1895"/>
              <a:t>트리</a:t>
            </a:r>
            <a:endParaRPr sz="3700"/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7952740" cy="2030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30200" marR="5080" indent="-31813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b="1">
                <a:latin typeface="Gulim"/>
                <a:cs typeface="Gulim"/>
              </a:rPr>
              <a:t>완전</a:t>
            </a:r>
            <a:r>
              <a:rPr dirty="0" sz="2400" spc="-200" b="1">
                <a:latin typeface="Gulim"/>
                <a:cs typeface="Gulim"/>
              </a:rPr>
              <a:t> </a:t>
            </a:r>
            <a:r>
              <a:rPr dirty="0" sz="2400" b="1">
                <a:latin typeface="Gulim"/>
                <a:cs typeface="Gulim"/>
              </a:rPr>
              <a:t>이진</a:t>
            </a:r>
            <a:r>
              <a:rPr dirty="0" sz="2400" spc="-200" b="1">
                <a:latin typeface="Gulim"/>
                <a:cs typeface="Gulim"/>
              </a:rPr>
              <a:t> </a:t>
            </a:r>
            <a:r>
              <a:rPr dirty="0" sz="2400" b="1">
                <a:latin typeface="Gulim"/>
                <a:cs typeface="Gulim"/>
              </a:rPr>
              <a:t>트리</a:t>
            </a:r>
            <a:r>
              <a:rPr dirty="0" sz="2400" b="1">
                <a:latin typeface="Arial"/>
                <a:cs typeface="Arial"/>
              </a:rPr>
              <a:t>(complete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binary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tree):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레벨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부터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k-</a:t>
            </a:r>
            <a:r>
              <a:rPr dirty="0" sz="2400" spc="-25">
                <a:latin typeface="Arial"/>
                <a:cs typeface="Arial"/>
              </a:rPr>
              <a:t>1</a:t>
            </a:r>
            <a:r>
              <a:rPr dirty="0" sz="2400" spc="-25">
                <a:latin typeface="Gulim"/>
                <a:cs typeface="Gulim"/>
              </a:rPr>
              <a:t>까 </a:t>
            </a:r>
            <a:r>
              <a:rPr dirty="0" sz="2400" spc="-25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지는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노드가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모두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채워져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있고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마지막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레벨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k</a:t>
            </a:r>
            <a:r>
              <a:rPr dirty="0" sz="2400" spc="-10">
                <a:latin typeface="Gulim"/>
                <a:cs typeface="Gulim"/>
              </a:rPr>
              <a:t>에서는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왼쪽 </a:t>
            </a:r>
            <a:r>
              <a:rPr dirty="0" sz="2400" spc="-25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부터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오른쪽으로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순서대로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채워져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Clr>
                <a:srgbClr val="DD8046"/>
              </a:buClr>
              <a:buFont typeface="Arial"/>
              <a:buChar char="□"/>
            </a:pP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포화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트리와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번호가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일치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3655" y="4182655"/>
            <a:ext cx="5936106" cy="212531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70"/>
              <a:t>이진트리의</a:t>
            </a:r>
            <a:r>
              <a:rPr dirty="0" spc="-245"/>
              <a:t> </a:t>
            </a:r>
            <a:r>
              <a:rPr dirty="0" spc="-2165"/>
              <a:t>표현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89752"/>
            <a:ext cx="3557270" cy="9334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F6B515"/>
              </a:buClr>
              <a:buSzPct val="79166"/>
              <a:buFont typeface="Arial"/>
              <a:buChar char="•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배열을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이용하는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F6B515"/>
              </a:buClr>
              <a:buSzPct val="79166"/>
              <a:buFont typeface="Arial"/>
              <a:buChar char="•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포인터를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이용하는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배열</a:t>
            </a:r>
            <a:r>
              <a:rPr dirty="0" spc="-260"/>
              <a:t> </a:t>
            </a:r>
            <a:r>
              <a:rPr dirty="0" spc="-2010"/>
              <a:t>표현법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7800340" cy="112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30200" marR="5080" indent="-31813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배열표현법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19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트리를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포화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이진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트리라고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가정 </a:t>
            </a:r>
            <a:r>
              <a:rPr dirty="0" sz="2400" spc="-25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하고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각</a:t>
            </a:r>
            <a:r>
              <a:rPr dirty="0" sz="2400" spc="459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번호를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붙여서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그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번호를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배열의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인덱스 </a:t>
            </a:r>
            <a:r>
              <a:rPr dirty="0" sz="2400" spc="-25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삼아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데이터를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배열에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저장하는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7751" y="3283978"/>
            <a:ext cx="6422995" cy="28574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부모와</a:t>
            </a:r>
            <a:r>
              <a:rPr dirty="0" spc="-254"/>
              <a:t> </a:t>
            </a:r>
            <a:r>
              <a:rPr dirty="0" spc="-1525"/>
              <a:t>자식</a:t>
            </a:r>
            <a:r>
              <a:rPr dirty="0" spc="-245"/>
              <a:t> </a:t>
            </a:r>
            <a:r>
              <a:rPr dirty="0" spc="-1885"/>
              <a:t>인덱스</a:t>
            </a:r>
            <a:r>
              <a:rPr dirty="0" spc="-250"/>
              <a:t> </a:t>
            </a:r>
            <a:r>
              <a:rPr dirty="0" spc="-1395"/>
              <a:t>관계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86706"/>
            <a:ext cx="5760085" cy="13906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i</a:t>
            </a:r>
            <a:r>
              <a:rPr dirty="0" sz="2400">
                <a:latin typeface="Gulim"/>
                <a:cs typeface="Gulim"/>
              </a:rPr>
              <a:t>의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부모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인텍스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=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i/2</a:t>
            </a:r>
            <a:endParaRPr sz="24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i</a:t>
            </a:r>
            <a:r>
              <a:rPr dirty="0" sz="2400">
                <a:latin typeface="Gulim"/>
                <a:cs typeface="Gulim"/>
              </a:rPr>
              <a:t>의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왼쪽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자식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인텍스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=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2i</a:t>
            </a:r>
            <a:endParaRPr sz="24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i</a:t>
            </a:r>
            <a:r>
              <a:rPr dirty="0" sz="2400">
                <a:latin typeface="Gulim"/>
                <a:cs typeface="Gulim"/>
              </a:rPr>
              <a:t>의</a:t>
            </a:r>
            <a:r>
              <a:rPr dirty="0" sz="2400" spc="-12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오른쪽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자식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인텍스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=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2i+1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4205" y="3567235"/>
            <a:ext cx="2965180" cy="29671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40"/>
              <a:t>링크</a:t>
            </a:r>
            <a:r>
              <a:rPr dirty="0" spc="-260"/>
              <a:t> </a:t>
            </a:r>
            <a:r>
              <a:rPr dirty="0" spc="-2010"/>
              <a:t>표현법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6575"/>
            <a:ext cx="79203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링크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표현법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포인터를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이용하여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부모노드가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자식노드를 </a:t>
            </a:r>
            <a:r>
              <a:rPr dirty="0" sz="2400">
                <a:latin typeface="Gulim"/>
                <a:cs typeface="Gulim"/>
              </a:rPr>
              <a:t>가리키게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하는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0297" y="2937333"/>
            <a:ext cx="5468193" cy="38560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045"/>
              <a:t>링크의</a:t>
            </a:r>
            <a:r>
              <a:rPr dirty="0" spc="-254"/>
              <a:t> </a:t>
            </a:r>
            <a:r>
              <a:rPr dirty="0" spc="-2175"/>
              <a:t>구현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89752"/>
            <a:ext cx="3253104" cy="9334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노드는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구조체로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표현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링크는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포인터로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표현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3619" y="3168218"/>
            <a:ext cx="8001634" cy="107696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0170">
              <a:lnSpc>
                <a:spcPts val="1920"/>
              </a:lnSpc>
              <a:spcBef>
                <a:spcPts val="305"/>
              </a:spcBef>
            </a:pPr>
            <a:r>
              <a:rPr dirty="0" sz="1600">
                <a:latin typeface="Trebuchet MS"/>
                <a:cs typeface="Trebuchet MS"/>
              </a:rPr>
              <a:t>typedef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data;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*left,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*right;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TreeNode;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0831" y="537679"/>
            <a:ext cx="8514715" cy="6668770"/>
            <a:chOff x="1010831" y="537679"/>
            <a:chExt cx="8514715" cy="6668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4163" y="1349540"/>
              <a:ext cx="8316595" cy="5466715"/>
            </a:xfrm>
            <a:custGeom>
              <a:avLst/>
              <a:gdLst/>
              <a:ahLst/>
              <a:cxnLst/>
              <a:rect l="l" t="t" r="r" b="b"/>
              <a:pathLst>
                <a:path w="8316595" h="5466715">
                  <a:moveTo>
                    <a:pt x="8316518" y="0"/>
                  </a:moveTo>
                  <a:lnTo>
                    <a:pt x="0" y="0"/>
                  </a:lnTo>
                  <a:lnTo>
                    <a:pt x="0" y="5466689"/>
                  </a:lnTo>
                  <a:lnTo>
                    <a:pt x="8316518" y="5466689"/>
                  </a:lnTo>
                  <a:lnTo>
                    <a:pt x="831651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4163" y="1349540"/>
              <a:ext cx="8316595" cy="5466715"/>
            </a:xfrm>
            <a:custGeom>
              <a:avLst/>
              <a:gdLst/>
              <a:ahLst/>
              <a:cxnLst/>
              <a:rect l="l" t="t" r="r" b="b"/>
              <a:pathLst>
                <a:path w="8316595" h="5466715">
                  <a:moveTo>
                    <a:pt x="0" y="0"/>
                  </a:moveTo>
                  <a:lnTo>
                    <a:pt x="8316518" y="0"/>
                  </a:lnTo>
                  <a:lnTo>
                    <a:pt x="8316518" y="5466689"/>
                  </a:lnTo>
                  <a:lnTo>
                    <a:pt x="0" y="5466689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81791" y="1375236"/>
            <a:ext cx="4041140" cy="4899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7962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&lt;stdio.h&gt;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&lt;stdlib.h&gt;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&lt;memory.h&gt;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typedef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9258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data;</a:t>
            </a:r>
            <a:endParaRPr sz="1600">
              <a:latin typeface="Trebuchet MS"/>
              <a:cs typeface="Trebuchet MS"/>
            </a:endParaRPr>
          </a:p>
          <a:p>
            <a:pPr marL="9258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*left,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*right;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TreeNode;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  <a:tabLst>
                <a:tab pos="595630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n1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  <a:tabLst>
                <a:tab pos="534670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/</a:t>
            </a:r>
            <a:r>
              <a:rPr dirty="0" sz="1600" spc="484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|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750570" algn="l"/>
              </a:tabLst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47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n2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n3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void</a:t>
            </a:r>
            <a:r>
              <a:rPr dirty="0" sz="1600" spc="47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32715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*n1,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*n2,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*n3;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algn="just" marL="135890" marR="508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n1=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(TreeNode </a:t>
            </a:r>
            <a:r>
              <a:rPr dirty="0" sz="1600" spc="-10">
                <a:latin typeface="Trebuchet MS"/>
                <a:cs typeface="Trebuchet MS"/>
              </a:rPr>
              <a:t>*)malloc(sizeof(TreeNode)); </a:t>
            </a:r>
            <a:r>
              <a:rPr dirty="0" sz="1600">
                <a:latin typeface="Trebuchet MS"/>
                <a:cs typeface="Trebuchet MS"/>
              </a:rPr>
              <a:t>n2=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(TreeNode </a:t>
            </a:r>
            <a:r>
              <a:rPr dirty="0" sz="1600" spc="-10">
                <a:latin typeface="Trebuchet MS"/>
                <a:cs typeface="Trebuchet MS"/>
              </a:rPr>
              <a:t>*)malloc(sizeof(TreeNode)); </a:t>
            </a:r>
            <a:r>
              <a:rPr dirty="0" sz="1600">
                <a:latin typeface="Trebuchet MS"/>
                <a:cs typeface="Trebuchet MS"/>
              </a:rPr>
              <a:t>n3=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(TreeNode </a:t>
            </a:r>
            <a:r>
              <a:rPr dirty="0" sz="1600" spc="-10">
                <a:latin typeface="Trebuchet MS"/>
                <a:cs typeface="Trebuchet MS"/>
              </a:rPr>
              <a:t>*)malloc(sizeof(TreeNode));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4916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40"/>
              <a:t>링크</a:t>
            </a:r>
            <a:r>
              <a:rPr dirty="0" spc="-265"/>
              <a:t> </a:t>
            </a:r>
            <a:r>
              <a:rPr dirty="0" spc="-1985"/>
              <a:t>표현법</a:t>
            </a:r>
            <a:r>
              <a:rPr dirty="0" spc="-245"/>
              <a:t> </a:t>
            </a:r>
            <a:r>
              <a:rPr dirty="0" spc="-2295"/>
              <a:t>프로그램</a:t>
            </a:r>
            <a:r>
              <a:rPr dirty="0" spc="-254"/>
              <a:t> </a:t>
            </a:r>
            <a:r>
              <a:rPr dirty="0" spc="-10">
                <a:latin typeface="Tw Cen MT"/>
                <a:cs typeface="Tw Cen MT"/>
              </a:rPr>
              <a:t>(tree1.c)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04169" y="2199481"/>
            <a:ext cx="8326120" cy="3054350"/>
            <a:chOff x="1204169" y="2199481"/>
            <a:chExt cx="8326120" cy="3054350"/>
          </a:xfrm>
        </p:grpSpPr>
        <p:sp>
          <p:nvSpPr>
            <p:cNvPr id="4" name="object 4"/>
            <p:cNvSpPr/>
            <p:nvPr/>
          </p:nvSpPr>
          <p:spPr>
            <a:xfrm>
              <a:off x="1208735" y="2204046"/>
              <a:ext cx="8316595" cy="3045460"/>
            </a:xfrm>
            <a:custGeom>
              <a:avLst/>
              <a:gdLst/>
              <a:ahLst/>
              <a:cxnLst/>
              <a:rect l="l" t="t" r="r" b="b"/>
              <a:pathLst>
                <a:path w="8316595" h="3045460">
                  <a:moveTo>
                    <a:pt x="8316518" y="0"/>
                  </a:moveTo>
                  <a:lnTo>
                    <a:pt x="0" y="0"/>
                  </a:lnTo>
                  <a:lnTo>
                    <a:pt x="0" y="3044837"/>
                  </a:lnTo>
                  <a:lnTo>
                    <a:pt x="8316518" y="3044837"/>
                  </a:lnTo>
                  <a:lnTo>
                    <a:pt x="831651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8735" y="2204046"/>
              <a:ext cx="8316595" cy="3045460"/>
            </a:xfrm>
            <a:custGeom>
              <a:avLst/>
              <a:gdLst/>
              <a:ahLst/>
              <a:cxnLst/>
              <a:rect l="l" t="t" r="r" b="b"/>
              <a:pathLst>
                <a:path w="8316595" h="3045460">
                  <a:moveTo>
                    <a:pt x="0" y="0"/>
                  </a:moveTo>
                  <a:lnTo>
                    <a:pt x="8316518" y="0"/>
                  </a:lnTo>
                  <a:lnTo>
                    <a:pt x="8316518" y="3044837"/>
                  </a:lnTo>
                  <a:lnTo>
                    <a:pt x="0" y="304483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952851" y="2233110"/>
            <a:ext cx="2580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GulimChe"/>
                <a:cs typeface="GulimChe"/>
              </a:rPr>
              <a:t>첫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번째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노드를</a:t>
            </a:r>
            <a:r>
              <a:rPr dirty="0" sz="1600" spc="-290">
                <a:latin typeface="GulimChe"/>
                <a:cs typeface="GulimChe"/>
              </a:rPr>
              <a:t> </a:t>
            </a:r>
            <a:r>
              <a:rPr dirty="0" sz="1600" spc="-20">
                <a:latin typeface="GulimChe"/>
                <a:cs typeface="GulimChe"/>
              </a:rPr>
              <a:t>설정한다</a:t>
            </a:r>
            <a:r>
              <a:rPr dirty="0" sz="1600" spc="-2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851" y="2964236"/>
            <a:ext cx="258064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GulimChe"/>
                <a:cs typeface="GulimChe"/>
              </a:rPr>
              <a:t>두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번째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노드를</a:t>
            </a:r>
            <a:r>
              <a:rPr dirty="0" sz="1600" spc="-290">
                <a:latin typeface="GulimChe"/>
                <a:cs typeface="GulimChe"/>
              </a:rPr>
              <a:t> </a:t>
            </a:r>
            <a:r>
              <a:rPr dirty="0" sz="1600" spc="-20">
                <a:latin typeface="GulimChe"/>
                <a:cs typeface="GulimChe"/>
              </a:rPr>
              <a:t>설정한다</a:t>
            </a:r>
            <a:r>
              <a:rPr dirty="0" sz="1600" spc="-2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GulimChe"/>
                <a:cs typeface="GulimChe"/>
              </a:rPr>
              <a:t>세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번째</a:t>
            </a:r>
            <a:r>
              <a:rPr dirty="0" sz="1600" spc="-300">
                <a:latin typeface="GulimChe"/>
                <a:cs typeface="GulimChe"/>
              </a:rPr>
              <a:t> </a:t>
            </a:r>
            <a:r>
              <a:rPr dirty="0" sz="1600" spc="-25">
                <a:latin typeface="GulimChe"/>
                <a:cs typeface="GulimChe"/>
              </a:rPr>
              <a:t>노드를</a:t>
            </a:r>
            <a:r>
              <a:rPr dirty="0" sz="1600" spc="-290">
                <a:latin typeface="GulimChe"/>
                <a:cs typeface="GulimChe"/>
              </a:rPr>
              <a:t> </a:t>
            </a:r>
            <a:r>
              <a:rPr dirty="0" sz="1600" spc="-20">
                <a:latin typeface="GulimChe"/>
                <a:cs typeface="GulimChe"/>
              </a:rPr>
              <a:t>설정한다</a:t>
            </a:r>
            <a:r>
              <a:rPr dirty="0" sz="1600" spc="-2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649" y="2233110"/>
            <a:ext cx="2586990" cy="270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085850">
              <a:lnSpc>
                <a:spcPct val="99600"/>
              </a:lnSpc>
              <a:spcBef>
                <a:spcPts val="100"/>
              </a:spcBef>
            </a:pPr>
            <a:r>
              <a:rPr dirty="0" sz="1600" spc="-10">
                <a:latin typeface="Trebuchet MS"/>
                <a:cs typeface="Trebuchet MS"/>
              </a:rPr>
              <a:t>n1-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10; </a:t>
            </a:r>
            <a:r>
              <a:rPr dirty="0" sz="1600" spc="-10">
                <a:latin typeface="Trebuchet MS"/>
                <a:cs typeface="Trebuchet MS"/>
              </a:rPr>
              <a:t>n1-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n2; </a:t>
            </a:r>
            <a:r>
              <a:rPr dirty="0" sz="1600" spc="-10">
                <a:latin typeface="Trebuchet MS"/>
                <a:cs typeface="Trebuchet MS"/>
              </a:rPr>
              <a:t>n1-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n3; </a:t>
            </a:r>
            <a:r>
              <a:rPr dirty="0" sz="1600" spc="-10">
                <a:latin typeface="Trebuchet MS"/>
                <a:cs typeface="Trebuchet MS"/>
              </a:rPr>
              <a:t>n2-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20; </a:t>
            </a:r>
            <a:r>
              <a:rPr dirty="0" sz="1600" spc="-10">
                <a:latin typeface="Trebuchet MS"/>
                <a:cs typeface="Trebuchet MS"/>
              </a:rPr>
              <a:t>n2-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NULL;</a:t>
            </a:r>
            <a:endParaRPr sz="1600">
              <a:latin typeface="Trebuchet MS"/>
              <a:cs typeface="Trebuchet MS"/>
            </a:endParaRPr>
          </a:p>
          <a:p>
            <a:pPr marR="980440">
              <a:lnSpc>
                <a:spcPct val="99900"/>
              </a:lnSpc>
            </a:pPr>
            <a:r>
              <a:rPr dirty="0" sz="1600" spc="-10">
                <a:latin typeface="Trebuchet MS"/>
                <a:cs typeface="Trebuchet MS"/>
              </a:rPr>
              <a:t>n2-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NULL; </a:t>
            </a:r>
            <a:r>
              <a:rPr dirty="0" sz="1600" spc="-10">
                <a:latin typeface="Trebuchet MS"/>
                <a:cs typeface="Trebuchet MS"/>
              </a:rPr>
              <a:t>n3-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30; </a:t>
            </a:r>
            <a:r>
              <a:rPr dirty="0" sz="1600" spc="-10">
                <a:latin typeface="Trebuchet MS"/>
                <a:cs typeface="Trebuchet MS"/>
              </a:rPr>
              <a:t>n3-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NULL; </a:t>
            </a:r>
            <a:r>
              <a:rPr dirty="0" sz="1600" spc="-10">
                <a:latin typeface="Trebuchet MS"/>
                <a:cs typeface="Trebuchet MS"/>
              </a:rPr>
              <a:t>n3-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NULL;</a:t>
            </a:r>
            <a:endParaRPr sz="1600">
              <a:latin typeface="Trebuchet MS"/>
              <a:cs typeface="Trebuchet MS"/>
            </a:endParaRPr>
          </a:p>
          <a:p>
            <a:pPr marR="5080">
              <a:lnSpc>
                <a:spcPts val="1920"/>
              </a:lnSpc>
              <a:spcBef>
                <a:spcPts val="65"/>
              </a:spcBef>
            </a:pPr>
            <a:r>
              <a:rPr dirty="0" sz="1600">
                <a:latin typeface="Trebuchet MS"/>
                <a:cs typeface="Trebuchet MS"/>
              </a:rPr>
              <a:t>free(n1);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free(n2);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free(n3);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9248" y="4910861"/>
            <a:ext cx="8763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459397" y="703197"/>
            <a:ext cx="418084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925">
                <a:solidFill>
                  <a:srgbClr val="775E54"/>
                </a:solidFill>
                <a:latin typeface="Gulim"/>
                <a:cs typeface="Gulim"/>
              </a:rPr>
              <a:t>학생</a:t>
            </a:r>
            <a:r>
              <a:rPr dirty="0" sz="4400" spc="-925">
                <a:solidFill>
                  <a:srgbClr val="775E54"/>
                </a:solidFill>
                <a:latin typeface="Tw Cen MT"/>
                <a:cs typeface="Tw Cen MT"/>
              </a:rPr>
              <a:t>&gt;</a:t>
            </a:r>
            <a:r>
              <a:rPr dirty="0" sz="4400">
                <a:solidFill>
                  <a:srgbClr val="775E54"/>
                </a:solidFill>
                <a:latin typeface="Tw Cen MT"/>
                <a:cs typeface="Tw Cen MT"/>
              </a:rPr>
              <a:t> </a:t>
            </a:r>
            <a:r>
              <a:rPr dirty="0" sz="4400" spc="-2065">
                <a:solidFill>
                  <a:srgbClr val="775E54"/>
                </a:solidFill>
                <a:latin typeface="Gulim"/>
                <a:cs typeface="Gulim"/>
              </a:rPr>
              <a:t>아무것도</a:t>
            </a:r>
            <a:r>
              <a:rPr dirty="0" sz="4400" spc="-240">
                <a:solidFill>
                  <a:srgbClr val="775E54"/>
                </a:solidFill>
                <a:latin typeface="Gulim"/>
                <a:cs typeface="Gulim"/>
              </a:rPr>
              <a:t> </a:t>
            </a:r>
            <a:r>
              <a:rPr dirty="0" sz="4400" spc="-1400">
                <a:solidFill>
                  <a:srgbClr val="775E54"/>
                </a:solidFill>
                <a:latin typeface="Gulim"/>
                <a:cs typeface="Gulim"/>
              </a:rPr>
              <a:t>안나와요</a:t>
            </a:r>
            <a:r>
              <a:rPr dirty="0" sz="4400" spc="-1400">
                <a:solidFill>
                  <a:srgbClr val="775E54"/>
                </a:solidFill>
                <a:latin typeface="Tw Cen MT"/>
                <a:cs typeface="Tw Cen MT"/>
              </a:rPr>
              <a:t>.</a:t>
            </a:r>
            <a:endParaRPr sz="4400">
              <a:latin typeface="Tw Cen MT"/>
              <a:cs typeface="Tw Cen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949" y="2024316"/>
            <a:ext cx="3065983" cy="6747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9397" y="2941319"/>
            <a:ext cx="2953385" cy="1089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2900" spc="-1714">
                <a:latin typeface="Gulim"/>
                <a:cs typeface="Gulim"/>
              </a:rPr>
              <a:t>교수</a:t>
            </a:r>
            <a:r>
              <a:rPr dirty="0" sz="2900" spc="-160">
                <a:latin typeface="Gulim"/>
                <a:cs typeface="Gulim"/>
              </a:rPr>
              <a:t> </a:t>
            </a:r>
            <a:r>
              <a:rPr dirty="0" sz="2900">
                <a:latin typeface="Tw Cen MT"/>
                <a:cs typeface="Tw Cen MT"/>
              </a:rPr>
              <a:t>&gt;</a:t>
            </a:r>
            <a:r>
              <a:rPr dirty="0" sz="2900" spc="-10">
                <a:latin typeface="Tw Cen MT"/>
                <a:cs typeface="Tw Cen MT"/>
              </a:rPr>
              <a:t> </a:t>
            </a:r>
            <a:r>
              <a:rPr dirty="0" sz="2900" spc="-575">
                <a:latin typeface="Tw Cen MT"/>
                <a:cs typeface="Tw Cen MT"/>
              </a:rPr>
              <a:t>VS</a:t>
            </a:r>
            <a:r>
              <a:rPr dirty="0" sz="2900" spc="-575">
                <a:latin typeface="Gulim"/>
                <a:cs typeface="Gulim"/>
              </a:rPr>
              <a:t>로</a:t>
            </a:r>
            <a:r>
              <a:rPr dirty="0" sz="2900" spc="-175">
                <a:latin typeface="Gulim"/>
                <a:cs typeface="Gulim"/>
              </a:rPr>
              <a:t> </a:t>
            </a:r>
            <a:r>
              <a:rPr dirty="0" sz="2900" spc="-1510">
                <a:latin typeface="Gulim"/>
                <a:cs typeface="Gulim"/>
              </a:rPr>
              <a:t>자료구조</a:t>
            </a:r>
            <a:r>
              <a:rPr dirty="0" sz="2900" spc="-175">
                <a:latin typeface="Gulim"/>
                <a:cs typeface="Gulim"/>
              </a:rPr>
              <a:t> </a:t>
            </a:r>
            <a:r>
              <a:rPr dirty="0" sz="2900" spc="-1035">
                <a:latin typeface="Gulim"/>
                <a:cs typeface="Gulim"/>
              </a:rPr>
              <a:t>봅니다</a:t>
            </a:r>
            <a:r>
              <a:rPr dirty="0" sz="2900" spc="-1035">
                <a:latin typeface="Tw Cen MT"/>
                <a:cs typeface="Tw Cen MT"/>
              </a:rPr>
              <a:t>.</a:t>
            </a:r>
            <a:r>
              <a:rPr dirty="0" sz="2900" spc="725">
                <a:latin typeface="Tw Cen MT"/>
                <a:cs typeface="Tw Cen MT"/>
              </a:rPr>
              <a:t> </a:t>
            </a:r>
            <a:r>
              <a:rPr dirty="0" sz="2900" spc="-650">
                <a:latin typeface="Tw Cen MT"/>
                <a:cs typeface="Tw Cen MT"/>
              </a:rPr>
              <a:t>27</a:t>
            </a:r>
            <a:r>
              <a:rPr dirty="0" sz="2900" spc="-650">
                <a:latin typeface="Gulim"/>
                <a:cs typeface="Gulim"/>
              </a:rPr>
              <a:t>줄에</a:t>
            </a:r>
            <a:r>
              <a:rPr dirty="0" sz="2900" spc="-190">
                <a:latin typeface="Gulim"/>
                <a:cs typeface="Gulim"/>
              </a:rPr>
              <a:t> </a:t>
            </a:r>
            <a:r>
              <a:rPr dirty="0" sz="2900" spc="-1240">
                <a:latin typeface="Gulim"/>
                <a:cs typeface="Gulim"/>
              </a:rPr>
              <a:t>중단점</a:t>
            </a:r>
            <a:r>
              <a:rPr dirty="0" sz="2900" spc="-175">
                <a:latin typeface="Gulim"/>
                <a:cs typeface="Gulim"/>
              </a:rPr>
              <a:t> </a:t>
            </a:r>
            <a:r>
              <a:rPr dirty="0" sz="2900" spc="-1130">
                <a:latin typeface="Gulim"/>
                <a:cs typeface="Gulim"/>
              </a:rPr>
              <a:t>설정</a:t>
            </a:r>
            <a:endParaRPr sz="29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3555" y="3536822"/>
            <a:ext cx="2218042" cy="22649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216" y="2560472"/>
            <a:ext cx="1299352" cy="72350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74824"/>
            <a:ext cx="8681720" cy="2632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30">
                <a:latin typeface="Gulim"/>
                <a:cs typeface="Gulim"/>
              </a:rPr>
              <a:t>이해한다</a:t>
            </a:r>
            <a:r>
              <a:rPr dirty="0" sz="2400" spc="-30">
                <a:latin typeface="Arial"/>
                <a:cs typeface="Arial"/>
              </a:rPr>
              <a:t>-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(8.1,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8.2,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8.3)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 spc="-30">
                <a:latin typeface="Gulim"/>
                <a:cs typeface="Gulim"/>
              </a:rPr>
              <a:t>이해한다</a:t>
            </a:r>
            <a:r>
              <a:rPr dirty="0" sz="2400" spc="-30">
                <a:latin typeface="Arial"/>
                <a:cs typeface="Arial"/>
              </a:rPr>
              <a:t>-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(8.4)</a:t>
            </a:r>
            <a:endParaRPr sz="2400">
              <a:latin typeface="Arial"/>
              <a:cs typeface="Arial"/>
            </a:endParaRPr>
          </a:p>
          <a:p>
            <a:pPr marL="469265" marR="5080" indent="-457200">
              <a:lnSpc>
                <a:spcPts val="2590"/>
              </a:lnSpc>
              <a:spcBef>
                <a:spcPts val="7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이용하여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디렉토리용량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계산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등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다양한 </a:t>
            </a:r>
            <a:r>
              <a:rPr dirty="0" sz="2400" spc="-10">
                <a:latin typeface="Gulim"/>
                <a:cs typeface="Gulim"/>
              </a:rPr>
              <a:t>응용을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marR="88265" indent="-457200">
              <a:lnSpc>
                <a:spcPts val="259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빠른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자료탐색을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위한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이진탐색트리를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이해하고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응용을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250"/>
              <a:t>순회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6575"/>
            <a:ext cx="77393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순회</a:t>
            </a:r>
            <a:r>
              <a:rPr dirty="0" sz="2400">
                <a:latin typeface="Trebuchet MS"/>
                <a:cs typeface="Trebuchet MS"/>
              </a:rPr>
              <a:t>(traversal):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트리의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노드들을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체계적으로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방문하는 </a:t>
            </a:r>
            <a:r>
              <a:rPr dirty="0" sz="2400">
                <a:latin typeface="Gulim"/>
                <a:cs typeface="Gulim"/>
              </a:rPr>
              <a:t>것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(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노드를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중복없이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방문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0">
                <a:latin typeface="Gulim"/>
                <a:cs typeface="Gulim"/>
              </a:rPr>
              <a:t>미로탈출</a:t>
            </a:r>
            <a:r>
              <a:rPr dirty="0" sz="2400" spc="-10">
                <a:latin typeface="Trebuchet MS"/>
                <a:cs typeface="Trebuchet MS"/>
              </a:rPr>
              <a:t>)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5029" y="3286193"/>
            <a:ext cx="3063426" cy="21439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학생</a:t>
            </a:r>
            <a:r>
              <a:rPr dirty="0" spc="-925">
                <a:latin typeface="Tw Cen MT"/>
                <a:cs typeface="Tw Cen MT"/>
              </a:rPr>
              <a:t>&gt;</a:t>
            </a:r>
            <a:r>
              <a:rPr dirty="0" spc="10">
                <a:latin typeface="Tw Cen MT"/>
                <a:cs typeface="Tw Cen MT"/>
              </a:rPr>
              <a:t> </a:t>
            </a:r>
            <a:r>
              <a:rPr dirty="0" spc="-1730"/>
              <a:t>교수님</a:t>
            </a:r>
            <a:r>
              <a:rPr dirty="0" spc="-1730">
                <a:latin typeface="Tw Cen MT"/>
                <a:cs typeface="Tw Cen MT"/>
              </a:rPr>
              <a:t>~</a:t>
            </a:r>
            <a:r>
              <a:rPr dirty="0" spc="15">
                <a:latin typeface="Tw Cen MT"/>
                <a:cs typeface="Tw Cen MT"/>
              </a:rPr>
              <a:t> </a:t>
            </a:r>
            <a:r>
              <a:rPr dirty="0" spc="-285">
                <a:latin typeface="Tw Cen MT"/>
                <a:cs typeface="Tw Cen MT"/>
              </a:rPr>
              <a:t>traversal</a:t>
            </a:r>
            <a:r>
              <a:rPr dirty="0" spc="-285"/>
              <a:t>은</a:t>
            </a:r>
            <a:r>
              <a:rPr dirty="0" spc="-250"/>
              <a:t> </a:t>
            </a:r>
            <a:r>
              <a:rPr dirty="0" spc="-1365"/>
              <a:t>왜</a:t>
            </a:r>
            <a:r>
              <a:rPr dirty="0" spc="-245"/>
              <a:t> </a:t>
            </a:r>
            <a:r>
              <a:rPr dirty="0" spc="-1355"/>
              <a:t>하나요</a:t>
            </a:r>
            <a:r>
              <a:rPr dirty="0" spc="-1355">
                <a:latin typeface="Tw Cen MT"/>
                <a:cs typeface="Tw Cen MT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753" y="1976575"/>
            <a:ext cx="5005070" cy="1577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880"/>
              </a:lnSpc>
              <a:spcBef>
                <a:spcPts val="95"/>
              </a:spcBef>
            </a:pPr>
            <a:r>
              <a:rPr dirty="0" sz="2400">
                <a:latin typeface="Gulim"/>
                <a:cs typeface="Gulim"/>
              </a:rPr>
              <a:t>교수</a:t>
            </a:r>
            <a:r>
              <a:rPr dirty="0" sz="2400">
                <a:latin typeface="Trebuchet MS"/>
                <a:cs typeface="Trebuchet MS"/>
              </a:rPr>
              <a:t>&gt;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순회를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통해서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8.7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20">
                <a:latin typeface="Gulim"/>
                <a:cs typeface="Gulim"/>
              </a:rPr>
              <a:t>수식계산</a:t>
            </a:r>
            <a:endParaRPr sz="2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rebuchet MS"/>
                <a:cs typeface="Trebuchet MS"/>
              </a:rPr>
              <a:t>8.8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20">
                <a:latin typeface="Gulim"/>
                <a:cs typeface="Gulim"/>
              </a:rPr>
              <a:t>디렉토리용량계산</a:t>
            </a:r>
            <a:r>
              <a:rPr dirty="0" sz="2400" spc="-12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등을</a:t>
            </a:r>
            <a:r>
              <a:rPr dirty="0" sz="2400" spc="-11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합니다</a:t>
            </a:r>
            <a:endParaRPr sz="24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</a:pPr>
            <a:r>
              <a:rPr dirty="0" sz="2400" spc="-10">
                <a:latin typeface="Trebuchet MS"/>
                <a:cs typeface="Trebuchet MS"/>
              </a:rPr>
              <a:t>1</a:t>
            </a:r>
            <a:r>
              <a:rPr dirty="0" sz="2400" spc="-10">
                <a:latin typeface="Gulim"/>
                <a:cs typeface="Gulim"/>
              </a:rPr>
              <a:t>차원자료구조보다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2</a:t>
            </a:r>
            <a:r>
              <a:rPr dirty="0" sz="2400" spc="-10">
                <a:latin typeface="Gulim"/>
                <a:cs typeface="Gulim"/>
              </a:rPr>
              <a:t>차원자료구조가 </a:t>
            </a:r>
            <a:r>
              <a:rPr dirty="0" sz="2400" spc="-10">
                <a:latin typeface="Trebuchet MS"/>
                <a:cs typeface="Trebuchet MS"/>
              </a:rPr>
              <a:t>traversal</a:t>
            </a:r>
            <a:r>
              <a:rPr dirty="0" sz="2400" spc="-10">
                <a:latin typeface="Gulim"/>
                <a:cs typeface="Gulim"/>
              </a:rPr>
              <a:t>하기</a:t>
            </a:r>
            <a:r>
              <a:rPr dirty="0" sz="2400" spc="-10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어렵습니다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5294" y="3735532"/>
            <a:ext cx="3064895" cy="21439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5634" y="2009076"/>
            <a:ext cx="3434503" cy="23335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8308" y="5981534"/>
            <a:ext cx="7696923" cy="117132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49963" y="4813249"/>
            <a:ext cx="4060190" cy="2393315"/>
            <a:chOff x="5449963" y="4813249"/>
            <a:chExt cx="4060190" cy="2393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9963" y="4813249"/>
              <a:ext cx="3178632" cy="219185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100"/>
              <a:t>트리의</a:t>
            </a:r>
            <a:r>
              <a:rPr dirty="0" spc="-265"/>
              <a:t> </a:t>
            </a:r>
            <a:r>
              <a:rPr dirty="0" spc="-2250"/>
              <a:t>순회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5419" y="1883541"/>
            <a:ext cx="8839835" cy="273304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3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3</a:t>
            </a:r>
            <a:r>
              <a:rPr dirty="0" sz="2400">
                <a:latin typeface="Gulim"/>
                <a:cs typeface="Gulim"/>
              </a:rPr>
              <a:t>가지의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기본적인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순회방법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V</a:t>
            </a:r>
            <a:r>
              <a:rPr dirty="0" sz="2400">
                <a:latin typeface="Gulim"/>
                <a:cs typeface="Gulim"/>
              </a:rPr>
              <a:t>를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언제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방문하느냐에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따라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구분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15"/>
              </a:spcBef>
              <a:tabLst>
                <a:tab pos="4225925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전위순회</a:t>
            </a:r>
            <a:r>
              <a:rPr dirty="0" sz="2000">
                <a:latin typeface="Trebuchet MS"/>
                <a:cs typeface="Trebuchet MS"/>
              </a:rPr>
              <a:t>(preorder</a:t>
            </a:r>
            <a:r>
              <a:rPr dirty="0" sz="2000" spc="-9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traversal)</a:t>
            </a:r>
            <a:r>
              <a:rPr dirty="0" sz="2000">
                <a:latin typeface="Trebuchet MS"/>
                <a:cs typeface="Trebuchet MS"/>
              </a:rPr>
              <a:t>	: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VLR</a:t>
            </a:r>
            <a:endParaRPr sz="2000">
              <a:latin typeface="Trebuchet MS"/>
              <a:cs typeface="Trebuchet MS"/>
            </a:endParaRPr>
          </a:p>
          <a:p>
            <a:pPr lvl="1" marL="923925" indent="-226695">
              <a:lnSpc>
                <a:spcPct val="100000"/>
              </a:lnSpc>
              <a:spcBef>
                <a:spcPts val="490"/>
              </a:spcBef>
              <a:buClr>
                <a:srgbClr val="DD8046"/>
              </a:buClr>
              <a:buSzPct val="75000"/>
              <a:buFont typeface="Arial"/>
              <a:buChar char="■"/>
              <a:tabLst>
                <a:tab pos="923925" algn="l"/>
              </a:tabLst>
            </a:pPr>
            <a:r>
              <a:rPr dirty="0" sz="2000">
                <a:latin typeface="Gulim"/>
                <a:cs typeface="Gulim"/>
              </a:rPr>
              <a:t>자손노드보다</a:t>
            </a:r>
            <a:r>
              <a:rPr dirty="0" sz="2000" spc="-9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루트노드를</a:t>
            </a:r>
            <a:r>
              <a:rPr dirty="0" sz="2000" spc="-9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먼저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방문한다</a:t>
            </a:r>
            <a:r>
              <a:rPr dirty="0" sz="2000" spc="-1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  <a:tabLst>
                <a:tab pos="3907790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중위순회</a:t>
            </a:r>
            <a:r>
              <a:rPr dirty="0" sz="2000">
                <a:latin typeface="Trebuchet MS"/>
                <a:cs typeface="Trebuchet MS"/>
              </a:rPr>
              <a:t>(inorder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traversal)</a:t>
            </a:r>
            <a:r>
              <a:rPr dirty="0" sz="2000">
                <a:latin typeface="Trebuchet MS"/>
                <a:cs typeface="Trebuchet MS"/>
              </a:rPr>
              <a:t>	: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LVR</a:t>
            </a:r>
            <a:endParaRPr sz="2000">
              <a:latin typeface="Trebuchet MS"/>
              <a:cs typeface="Trebuchet MS"/>
            </a:endParaRPr>
          </a:p>
          <a:p>
            <a:pPr lvl="1" marL="923925" indent="-226695">
              <a:lnSpc>
                <a:spcPct val="100000"/>
              </a:lnSpc>
              <a:spcBef>
                <a:spcPts val="500"/>
              </a:spcBef>
              <a:buClr>
                <a:srgbClr val="DD8046"/>
              </a:buClr>
              <a:buSzPct val="75000"/>
              <a:buFont typeface="Arial"/>
              <a:buChar char="■"/>
              <a:tabLst>
                <a:tab pos="923925" algn="l"/>
              </a:tabLst>
            </a:pP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8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자손</a:t>
            </a:r>
            <a:r>
              <a:rPr dirty="0" sz="2000">
                <a:latin typeface="Trebuchet MS"/>
                <a:cs typeface="Trebuchet MS"/>
              </a:rPr>
              <a:t>,</a:t>
            </a:r>
            <a:r>
              <a:rPr dirty="0" sz="2000" spc="-10">
                <a:latin typeface="Trebuchet MS"/>
                <a:cs typeface="Trebuchet MS"/>
              </a:rPr>
              <a:t> </a:t>
            </a:r>
            <a:r>
              <a:rPr dirty="0" sz="2000">
                <a:latin typeface="Gulim"/>
                <a:cs typeface="Gulim"/>
              </a:rPr>
              <a:t>루트</a:t>
            </a:r>
            <a:r>
              <a:rPr dirty="0" sz="2000">
                <a:latin typeface="Trebuchet MS"/>
                <a:cs typeface="Trebuchet MS"/>
              </a:rPr>
              <a:t>,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자손</a:t>
            </a:r>
            <a:r>
              <a:rPr dirty="0" sz="2000" spc="-8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순으로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방문한다</a:t>
            </a:r>
            <a:r>
              <a:rPr dirty="0" sz="2000" spc="-1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후위순회</a:t>
            </a:r>
            <a:r>
              <a:rPr dirty="0" sz="2000">
                <a:latin typeface="Trebuchet MS"/>
                <a:cs typeface="Trebuchet MS"/>
              </a:rPr>
              <a:t>(postorder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traversal)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: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LRV</a:t>
            </a:r>
            <a:endParaRPr sz="2000">
              <a:latin typeface="Trebuchet MS"/>
              <a:cs typeface="Trebuchet MS"/>
            </a:endParaRPr>
          </a:p>
          <a:p>
            <a:pPr lvl="1" marL="923925" indent="-226695">
              <a:lnSpc>
                <a:spcPct val="100000"/>
              </a:lnSpc>
              <a:spcBef>
                <a:spcPts val="500"/>
              </a:spcBef>
              <a:buClr>
                <a:srgbClr val="DD8046"/>
              </a:buClr>
              <a:buSzPct val="75000"/>
              <a:buFont typeface="Arial"/>
              <a:buChar char="■"/>
              <a:tabLst>
                <a:tab pos="923925" algn="l"/>
              </a:tabLst>
            </a:pPr>
            <a:r>
              <a:rPr dirty="0" sz="2000">
                <a:latin typeface="Gulim"/>
                <a:cs typeface="Gulim"/>
              </a:rPr>
              <a:t>루트노드보다</a:t>
            </a:r>
            <a:r>
              <a:rPr dirty="0" sz="2000" spc="-9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자손을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먼저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r>
              <a:rPr dirty="0" sz="2000" spc="-2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4"/>
              <a:t>전위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145"/>
              <a:t> 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dirty="0" spc="-5">
                <a:latin typeface="Trebuchet MS"/>
                <a:cs typeface="Trebuchet MS"/>
              </a:rPr>
              <a:t> </a:t>
            </a:r>
            <a:r>
              <a:rPr dirty="0" spc="-25">
                <a:latin typeface="Trebuchet MS"/>
                <a:cs typeface="Trebuchet MS"/>
              </a:rPr>
              <a:t>VLR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90361"/>
            <a:ext cx="3491865" cy="120459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790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루트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1801" y="3462192"/>
            <a:ext cx="2283846" cy="23990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5410" y="3014383"/>
            <a:ext cx="4681181" cy="28468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95"/>
              <a:t>전위순회</a:t>
            </a:r>
            <a:r>
              <a:rPr dirty="0" spc="-254"/>
              <a:t> </a:t>
            </a:r>
            <a:r>
              <a:rPr dirty="0" spc="-2315"/>
              <a:t>프로그램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2840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순환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호출을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이용한다</a:t>
            </a:r>
            <a:r>
              <a:rPr dirty="0" sz="2000" spc="-2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0742" y="2999905"/>
            <a:ext cx="6363970" cy="1380490"/>
            <a:chOff x="2180742" y="2999905"/>
            <a:chExt cx="6363970" cy="1380490"/>
          </a:xfrm>
        </p:grpSpPr>
        <p:sp>
          <p:nvSpPr>
            <p:cNvPr id="6" name="object 6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6337477" y="0"/>
                  </a:moveTo>
                  <a:lnTo>
                    <a:pt x="0" y="0"/>
                  </a:lnTo>
                  <a:lnTo>
                    <a:pt x="0" y="1354112"/>
                  </a:lnTo>
                  <a:lnTo>
                    <a:pt x="6337477" y="1354112"/>
                  </a:lnTo>
                  <a:lnTo>
                    <a:pt x="6337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0" y="0"/>
                  </a:moveTo>
                  <a:lnTo>
                    <a:pt x="6337477" y="0"/>
                  </a:lnTo>
                  <a:lnTo>
                    <a:pt x="6337477" y="1354112"/>
                  </a:lnTo>
                  <a:lnTo>
                    <a:pt x="0" y="1354112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284009" y="3039628"/>
            <a:ext cx="133985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10" b="1" i="1">
                <a:latin typeface="Trebuchet MS"/>
                <a:cs typeface="Trebuchet MS"/>
              </a:rPr>
              <a:t>preorder(x)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x≠NULL</a:t>
            </a:r>
            <a:endParaRPr sz="16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then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10810" y="3527046"/>
            <a:ext cx="1840864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print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DATA(x); preorder(LEFT(x)); preorder(RIGHT(x));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269684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중위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145"/>
              <a:t> 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dirty="0" spc="-5">
                <a:latin typeface="Trebuchet MS"/>
                <a:cs typeface="Trebuchet MS"/>
              </a:rPr>
              <a:t> </a:t>
            </a:r>
            <a:r>
              <a:rPr dirty="0" spc="-565">
                <a:latin typeface="Trebuchet MS"/>
                <a:cs typeface="Trebuchet MS"/>
              </a:rPr>
              <a:t>L</a:t>
            </a:r>
            <a:r>
              <a:rPr dirty="0" spc="50">
                <a:latin typeface="Trebuchet MS"/>
                <a:cs typeface="Trebuchet MS"/>
              </a:rPr>
              <a:t>V</a:t>
            </a:r>
            <a:r>
              <a:rPr dirty="0" spc="45">
                <a:latin typeface="Trebuchet MS"/>
                <a:cs typeface="Trebuchet MS"/>
              </a:rPr>
              <a:t>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1154" y="3255035"/>
            <a:ext cx="4566999" cy="274172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95082" y="3773551"/>
            <a:ext cx="1847214" cy="2099310"/>
            <a:chOff x="1395082" y="3773551"/>
            <a:chExt cx="1847214" cy="20993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4505" y="3780536"/>
              <a:ext cx="610450" cy="5955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24505" y="3780536"/>
              <a:ext cx="610870" cy="595630"/>
            </a:xfrm>
            <a:custGeom>
              <a:avLst/>
              <a:gdLst/>
              <a:ahLst/>
              <a:cxnLst/>
              <a:rect l="l" t="t" r="r" b="b"/>
              <a:pathLst>
                <a:path w="610869" h="595629">
                  <a:moveTo>
                    <a:pt x="304469" y="0"/>
                  </a:moveTo>
                  <a:lnTo>
                    <a:pt x="254880" y="3874"/>
                  </a:lnTo>
                  <a:lnTo>
                    <a:pt x="207914" y="15097"/>
                  </a:lnTo>
                  <a:lnTo>
                    <a:pt x="164181" y="33064"/>
                  </a:lnTo>
                  <a:lnTo>
                    <a:pt x="124294" y="57172"/>
                  </a:lnTo>
                  <a:lnTo>
                    <a:pt x="88865" y="86818"/>
                  </a:lnTo>
                  <a:lnTo>
                    <a:pt x="58505" y="121400"/>
                  </a:lnTo>
                  <a:lnTo>
                    <a:pt x="33827" y="160313"/>
                  </a:lnTo>
                  <a:lnTo>
                    <a:pt x="15442" y="202956"/>
                  </a:lnTo>
                  <a:lnTo>
                    <a:pt x="3962" y="248724"/>
                  </a:lnTo>
                  <a:lnTo>
                    <a:pt x="0" y="297014"/>
                  </a:lnTo>
                  <a:lnTo>
                    <a:pt x="3962" y="345348"/>
                  </a:lnTo>
                  <a:lnTo>
                    <a:pt x="15442" y="391233"/>
                  </a:lnTo>
                  <a:lnTo>
                    <a:pt x="33827" y="434047"/>
                  </a:lnTo>
                  <a:lnTo>
                    <a:pt x="58505" y="473170"/>
                  </a:lnTo>
                  <a:lnTo>
                    <a:pt x="88865" y="507979"/>
                  </a:lnTo>
                  <a:lnTo>
                    <a:pt x="124294" y="537853"/>
                  </a:lnTo>
                  <a:lnTo>
                    <a:pt x="164181" y="562170"/>
                  </a:lnTo>
                  <a:lnTo>
                    <a:pt x="207914" y="580309"/>
                  </a:lnTo>
                  <a:lnTo>
                    <a:pt x="254880" y="591648"/>
                  </a:lnTo>
                  <a:lnTo>
                    <a:pt x="304469" y="595566"/>
                  </a:lnTo>
                  <a:lnTo>
                    <a:pt x="354097" y="591648"/>
                  </a:lnTo>
                  <a:lnTo>
                    <a:pt x="401177" y="580309"/>
                  </a:lnTo>
                  <a:lnTo>
                    <a:pt x="445079" y="562170"/>
                  </a:lnTo>
                  <a:lnTo>
                    <a:pt x="485171" y="537853"/>
                  </a:lnTo>
                  <a:lnTo>
                    <a:pt x="520825" y="507979"/>
                  </a:lnTo>
                  <a:lnTo>
                    <a:pt x="551409" y="473170"/>
                  </a:lnTo>
                  <a:lnTo>
                    <a:pt x="576294" y="434047"/>
                  </a:lnTo>
                  <a:lnTo>
                    <a:pt x="594850" y="391233"/>
                  </a:lnTo>
                  <a:lnTo>
                    <a:pt x="606445" y="345348"/>
                  </a:lnTo>
                  <a:lnTo>
                    <a:pt x="610450" y="297014"/>
                  </a:lnTo>
                  <a:lnTo>
                    <a:pt x="606445" y="248724"/>
                  </a:lnTo>
                  <a:lnTo>
                    <a:pt x="594850" y="202956"/>
                  </a:lnTo>
                  <a:lnTo>
                    <a:pt x="576294" y="160313"/>
                  </a:lnTo>
                  <a:lnTo>
                    <a:pt x="551409" y="121400"/>
                  </a:lnTo>
                  <a:lnTo>
                    <a:pt x="520825" y="86818"/>
                  </a:lnTo>
                  <a:lnTo>
                    <a:pt x="485171" y="57172"/>
                  </a:lnTo>
                  <a:lnTo>
                    <a:pt x="445079" y="33064"/>
                  </a:lnTo>
                  <a:lnTo>
                    <a:pt x="401177" y="15097"/>
                  </a:lnTo>
                  <a:lnTo>
                    <a:pt x="354097" y="3874"/>
                  </a:lnTo>
                  <a:lnTo>
                    <a:pt x="304469" y="0"/>
                  </a:lnTo>
                </a:path>
              </a:pathLst>
            </a:custGeom>
            <a:ln w="13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067" y="4674641"/>
              <a:ext cx="1019962" cy="11911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02067" y="4674641"/>
              <a:ext cx="1020444" cy="1191260"/>
            </a:xfrm>
            <a:custGeom>
              <a:avLst/>
              <a:gdLst/>
              <a:ahLst/>
              <a:cxnLst/>
              <a:rect l="l" t="t" r="r" b="b"/>
              <a:pathLst>
                <a:path w="1020444" h="1191260">
                  <a:moveTo>
                    <a:pt x="509981" y="0"/>
                  </a:moveTo>
                  <a:lnTo>
                    <a:pt x="0" y="1191133"/>
                  </a:lnTo>
                  <a:lnTo>
                    <a:pt x="1019962" y="1191133"/>
                  </a:lnTo>
                  <a:lnTo>
                    <a:pt x="509981" y="0"/>
                  </a:lnTo>
                  <a:close/>
                </a:path>
              </a:pathLst>
            </a:custGeom>
            <a:ln w="13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39151" y="5229758"/>
            <a:ext cx="741680" cy="44513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80975">
              <a:lnSpc>
                <a:spcPct val="102200"/>
              </a:lnSpc>
              <a:spcBef>
                <a:spcPts val="85"/>
              </a:spcBef>
            </a:pPr>
            <a:r>
              <a:rPr dirty="0" sz="1350" spc="25">
                <a:latin typeface="Dotum"/>
                <a:cs typeface="Dotum"/>
              </a:rPr>
              <a:t>왼쪽 </a:t>
            </a:r>
            <a:r>
              <a:rPr dirty="0" sz="1350" spc="30">
                <a:latin typeface="Dotum"/>
                <a:cs typeface="Dotum"/>
              </a:rPr>
              <a:t>서브트리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31971" y="4667656"/>
            <a:ext cx="1034415" cy="1205230"/>
            <a:chOff x="3431971" y="4667656"/>
            <a:chExt cx="1034415" cy="120523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8956" y="4674641"/>
              <a:ext cx="1019962" cy="119113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38956" y="4674641"/>
              <a:ext cx="1020444" cy="1191260"/>
            </a:xfrm>
            <a:custGeom>
              <a:avLst/>
              <a:gdLst/>
              <a:ahLst/>
              <a:cxnLst/>
              <a:rect l="l" t="t" r="r" b="b"/>
              <a:pathLst>
                <a:path w="1020445" h="1191260">
                  <a:moveTo>
                    <a:pt x="509981" y="0"/>
                  </a:moveTo>
                  <a:lnTo>
                    <a:pt x="0" y="1191133"/>
                  </a:lnTo>
                  <a:lnTo>
                    <a:pt x="1019962" y="1191133"/>
                  </a:lnTo>
                  <a:lnTo>
                    <a:pt x="509981" y="0"/>
                  </a:lnTo>
                  <a:close/>
                </a:path>
              </a:pathLst>
            </a:custGeom>
            <a:ln w="137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577894" y="5229758"/>
            <a:ext cx="741680" cy="44513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90170">
              <a:lnSpc>
                <a:spcPct val="102200"/>
              </a:lnSpc>
              <a:spcBef>
                <a:spcPts val="85"/>
              </a:spcBef>
            </a:pPr>
            <a:r>
              <a:rPr dirty="0" sz="1350" spc="25">
                <a:latin typeface="Dotum"/>
                <a:cs typeface="Dotum"/>
              </a:rPr>
              <a:t>오른쪽 </a:t>
            </a:r>
            <a:r>
              <a:rPr dirty="0" sz="1350" spc="30">
                <a:latin typeface="Dotum"/>
                <a:cs typeface="Dotum"/>
              </a:rPr>
              <a:t>서브트리</a:t>
            </a:r>
            <a:endParaRPr sz="1350">
              <a:latin typeface="Dotum"/>
              <a:cs typeface="Dotum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2048" y="4287748"/>
            <a:ext cx="2037080" cy="387350"/>
          </a:xfrm>
          <a:custGeom>
            <a:avLst/>
            <a:gdLst/>
            <a:ahLst/>
            <a:cxnLst/>
            <a:rect l="l" t="t" r="r" b="b"/>
            <a:pathLst>
              <a:path w="2037079" h="387350">
                <a:moveTo>
                  <a:pt x="802271" y="0"/>
                </a:moveTo>
                <a:lnTo>
                  <a:pt x="0" y="386892"/>
                </a:lnTo>
              </a:path>
              <a:path w="2037079" h="387350">
                <a:moveTo>
                  <a:pt x="1233093" y="0"/>
                </a:moveTo>
                <a:lnTo>
                  <a:pt x="2036889" y="386892"/>
                </a:lnTo>
              </a:path>
            </a:pathLst>
          </a:custGeom>
          <a:ln w="137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470114" y="4386534"/>
            <a:ext cx="386080" cy="4470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750" spc="30">
                <a:latin typeface="Dotum"/>
                <a:cs typeface="Dotum"/>
              </a:rPr>
              <a:t>①</a:t>
            </a:r>
            <a:endParaRPr sz="2750">
              <a:latin typeface="Dotum"/>
              <a:cs typeface="Dotum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62442" y="1890361"/>
            <a:ext cx="3491865" cy="23126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790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루트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988694">
              <a:lnSpc>
                <a:spcPct val="100000"/>
              </a:lnSpc>
              <a:spcBef>
                <a:spcPts val="2555"/>
              </a:spcBef>
            </a:pPr>
            <a:r>
              <a:rPr dirty="0" sz="2750" spc="30">
                <a:latin typeface="Dotum"/>
                <a:cs typeface="Dotum"/>
              </a:rPr>
              <a:t>②</a:t>
            </a:r>
            <a:endParaRPr sz="2750">
              <a:latin typeface="Dotum"/>
              <a:cs typeface="Dotum"/>
            </a:endParaRPr>
          </a:p>
          <a:p>
            <a:pPr algn="ctr" marR="548005">
              <a:lnSpc>
                <a:spcPct val="100000"/>
              </a:lnSpc>
              <a:spcBef>
                <a:spcPts val="1250"/>
              </a:spcBef>
            </a:pPr>
            <a:r>
              <a:rPr dirty="0" sz="1350" spc="25">
                <a:latin typeface="Dotum"/>
                <a:cs typeface="Dotum"/>
              </a:rPr>
              <a:t>루트</a:t>
            </a:r>
            <a:endParaRPr sz="1350">
              <a:latin typeface="Dotum"/>
              <a:cs typeface="Dot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216" y="4388637"/>
            <a:ext cx="386080" cy="4470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750" spc="30">
                <a:latin typeface="Dotum"/>
                <a:cs typeface="Dotum"/>
              </a:rPr>
              <a:t>③</a:t>
            </a:r>
            <a:endParaRPr sz="275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중위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265"/>
              <a:t> </a:t>
            </a:r>
            <a:r>
              <a:rPr dirty="0" spc="-2125"/>
              <a:t>알고리즘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2840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순환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호출을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이용한다</a:t>
            </a:r>
            <a:r>
              <a:rPr dirty="0" sz="2000" spc="-2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0742" y="2999905"/>
            <a:ext cx="6363970" cy="1380490"/>
            <a:chOff x="2180742" y="2999905"/>
            <a:chExt cx="6363970" cy="1380490"/>
          </a:xfrm>
        </p:grpSpPr>
        <p:sp>
          <p:nvSpPr>
            <p:cNvPr id="6" name="object 6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6337477" y="0"/>
                  </a:moveTo>
                  <a:lnTo>
                    <a:pt x="0" y="0"/>
                  </a:lnTo>
                  <a:lnTo>
                    <a:pt x="0" y="1354112"/>
                  </a:lnTo>
                  <a:lnTo>
                    <a:pt x="6337477" y="1354112"/>
                  </a:lnTo>
                  <a:lnTo>
                    <a:pt x="6337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0" y="0"/>
                  </a:moveTo>
                  <a:lnTo>
                    <a:pt x="6337477" y="0"/>
                  </a:lnTo>
                  <a:lnTo>
                    <a:pt x="6337477" y="1354112"/>
                  </a:lnTo>
                  <a:lnTo>
                    <a:pt x="0" y="1354112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284009" y="3039628"/>
            <a:ext cx="133985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10" b="1" i="1">
                <a:latin typeface="Trebuchet MS"/>
                <a:cs typeface="Trebuchet MS"/>
              </a:rPr>
              <a:t>inorder(x)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x≠NULL</a:t>
            </a:r>
            <a:endParaRPr sz="16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then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10810" y="3527046"/>
            <a:ext cx="170688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rebuchet MS"/>
                <a:cs typeface="Trebuchet MS"/>
              </a:rPr>
              <a:t>inorder(LEFT(x)); </a:t>
            </a:r>
            <a:r>
              <a:rPr dirty="0" sz="1600">
                <a:latin typeface="Trebuchet MS"/>
                <a:cs typeface="Trebuchet MS"/>
              </a:rPr>
              <a:t>print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DATA(x); inorder(RIGHT(x));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274828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후위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145"/>
              <a:t> 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dirty="0" spc="-5">
                <a:latin typeface="Trebuchet MS"/>
                <a:cs typeface="Trebuchet MS"/>
              </a:rPr>
              <a:t> </a:t>
            </a:r>
            <a:r>
              <a:rPr dirty="0" spc="-25">
                <a:latin typeface="Trebuchet MS"/>
                <a:cs typeface="Trebuchet MS"/>
              </a:rPr>
              <a:t>LRV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90361"/>
            <a:ext cx="3491865" cy="120459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90830" indent="-278130">
              <a:lnSpc>
                <a:spcPct val="100000"/>
              </a:lnSpc>
              <a:spcBef>
                <a:spcPts val="790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  <a:p>
            <a:pPr marL="290830" indent="-278130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90830" algn="l"/>
              </a:tabLst>
            </a:pPr>
            <a:r>
              <a:rPr dirty="0" sz="2000">
                <a:latin typeface="Gulim"/>
                <a:cs typeface="Gulim"/>
              </a:rPr>
              <a:t>루트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방문한다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0726" y="3705881"/>
            <a:ext cx="2282515" cy="24367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1623" y="3401237"/>
            <a:ext cx="4567381" cy="258906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후위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265"/>
              <a:t> </a:t>
            </a:r>
            <a:r>
              <a:rPr dirty="0" spc="-2125"/>
              <a:t>알고리즘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2840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순환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호출을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이용한다</a:t>
            </a:r>
            <a:r>
              <a:rPr dirty="0" sz="2000" spc="-2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0742" y="2999905"/>
            <a:ext cx="6363970" cy="1380490"/>
            <a:chOff x="2180742" y="2999905"/>
            <a:chExt cx="6363970" cy="1380490"/>
          </a:xfrm>
        </p:grpSpPr>
        <p:sp>
          <p:nvSpPr>
            <p:cNvPr id="6" name="object 6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6337477" y="0"/>
                  </a:moveTo>
                  <a:lnTo>
                    <a:pt x="0" y="0"/>
                  </a:lnTo>
                  <a:lnTo>
                    <a:pt x="0" y="1354112"/>
                  </a:lnTo>
                  <a:lnTo>
                    <a:pt x="6337477" y="1354112"/>
                  </a:lnTo>
                  <a:lnTo>
                    <a:pt x="6337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93683" y="3012846"/>
              <a:ext cx="6337935" cy="1354455"/>
            </a:xfrm>
            <a:custGeom>
              <a:avLst/>
              <a:gdLst/>
              <a:ahLst/>
              <a:cxnLst/>
              <a:rect l="l" t="t" r="r" b="b"/>
              <a:pathLst>
                <a:path w="6337934" h="1354454">
                  <a:moveTo>
                    <a:pt x="0" y="0"/>
                  </a:moveTo>
                  <a:lnTo>
                    <a:pt x="6337477" y="0"/>
                  </a:lnTo>
                  <a:lnTo>
                    <a:pt x="6337477" y="1354112"/>
                  </a:lnTo>
                  <a:lnTo>
                    <a:pt x="0" y="1354112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284009" y="3039628"/>
            <a:ext cx="133985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10" b="1" i="1">
                <a:latin typeface="Trebuchet MS"/>
                <a:cs typeface="Trebuchet MS"/>
              </a:rPr>
              <a:t>postorder(x)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x≠NULL</a:t>
            </a:r>
            <a:endParaRPr sz="16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then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10810" y="3527046"/>
            <a:ext cx="192151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rebuchet MS"/>
                <a:cs typeface="Trebuchet MS"/>
              </a:rPr>
              <a:t>postorder(LEFT(x)); postorder(RIGHT(x)); </a:t>
            </a:r>
            <a:r>
              <a:rPr dirty="0" sz="1600">
                <a:latin typeface="Trebuchet MS"/>
                <a:cs typeface="Trebuchet MS"/>
              </a:rPr>
              <a:t>print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DATA(x);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239" y="1945100"/>
            <a:ext cx="8154034" cy="5261610"/>
            <a:chOff x="1379239" y="1945100"/>
            <a:chExt cx="8154034" cy="526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1949665"/>
              <a:ext cx="8144509" cy="4493895"/>
            </a:xfrm>
            <a:custGeom>
              <a:avLst/>
              <a:gdLst/>
              <a:ahLst/>
              <a:cxnLst/>
              <a:rect l="l" t="t" r="r" b="b"/>
              <a:pathLst>
                <a:path w="8144509" h="4493895">
                  <a:moveTo>
                    <a:pt x="8144484" y="0"/>
                  </a:moveTo>
                  <a:lnTo>
                    <a:pt x="0" y="0"/>
                  </a:lnTo>
                  <a:lnTo>
                    <a:pt x="0" y="4493387"/>
                  </a:lnTo>
                  <a:lnTo>
                    <a:pt x="8144484" y="4493387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1949665"/>
              <a:ext cx="8144509" cy="4493895"/>
            </a:xfrm>
            <a:custGeom>
              <a:avLst/>
              <a:gdLst/>
              <a:ahLst/>
              <a:cxnLst/>
              <a:rect l="l" t="t" r="r" b="b"/>
              <a:pathLst>
                <a:path w="8144509" h="4493895">
                  <a:moveTo>
                    <a:pt x="0" y="0"/>
                  </a:moveTo>
                  <a:lnTo>
                    <a:pt x="8144484" y="0"/>
                  </a:lnTo>
                  <a:lnTo>
                    <a:pt x="8144484" y="4493387"/>
                  </a:lnTo>
                  <a:lnTo>
                    <a:pt x="0" y="449338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순회</a:t>
            </a:r>
            <a:r>
              <a:rPr dirty="0" spc="-250"/>
              <a:t> </a:t>
            </a:r>
            <a:r>
              <a:rPr dirty="0" spc="-2295"/>
              <a:t>프로그램</a:t>
            </a:r>
            <a:r>
              <a:rPr dirty="0" spc="-254"/>
              <a:t> </a:t>
            </a:r>
            <a:r>
              <a:rPr dirty="0" spc="-10">
                <a:latin typeface="Tw Cen MT"/>
                <a:cs typeface="Tw Cen MT"/>
              </a:rPr>
              <a:t>(tree2.c)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5142" y="1886096"/>
            <a:ext cx="3558540" cy="125920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r>
              <a:rPr dirty="0" sz="1600">
                <a:latin typeface="Trebuchet MS"/>
                <a:cs typeface="Trebuchet MS"/>
              </a:rPr>
              <a:t>typedef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515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500"/>
              </a:spcBef>
            </a:pP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*left,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*right;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TreeNode;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4971" y="3185980"/>
            <a:ext cx="2260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15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142" y="3121397"/>
            <a:ext cx="912494" cy="94869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600" spc="-20">
                <a:latin typeface="Trebuchet MS"/>
                <a:cs typeface="Trebuchet MS"/>
              </a:rPr>
              <a:t>//L1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tabLst>
                <a:tab pos="793115" algn="l"/>
              </a:tabLst>
            </a:pPr>
            <a:r>
              <a:rPr dirty="0" sz="1600" spc="-20">
                <a:latin typeface="Trebuchet MS"/>
                <a:cs typeface="Trebuchet MS"/>
              </a:rPr>
              <a:t>//L2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1600">
                <a:latin typeface="Trebuchet MS"/>
                <a:cs typeface="Trebuchet MS"/>
              </a:rPr>
              <a:t>//L3</a:t>
            </a:r>
            <a:r>
              <a:rPr dirty="0" sz="1600" spc="45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3953" y="3429079"/>
            <a:ext cx="685800" cy="64135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600"/>
              </a:spcBef>
            </a:pPr>
            <a:r>
              <a:rPr dirty="0" sz="1600" spc="-25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tabLst>
                <a:tab pos="459105" algn="l"/>
              </a:tabLst>
            </a:pPr>
            <a:r>
              <a:rPr dirty="0" sz="1600" spc="-25">
                <a:latin typeface="Trebuchet MS"/>
                <a:cs typeface="Trebuchet MS"/>
              </a:rPr>
              <a:t>16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25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142" y="4045967"/>
            <a:ext cx="2899410" cy="218249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n1={1,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NULL};</a:t>
            </a: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262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n2={4,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&amp;n1,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n3={16,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NULL};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n4={25,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NULL};</a:t>
            </a:r>
            <a:endParaRPr sz="1600">
              <a:latin typeface="Trebuchet MS"/>
              <a:cs typeface="Trebuchet MS"/>
            </a:endParaRPr>
          </a:p>
          <a:p>
            <a:pPr marR="216535">
              <a:lnSpc>
                <a:spcPct val="1262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n5={20,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&amp;n3,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&amp;n4}; TreeNode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n6={15,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&amp;n2,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&amp;n5};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&amp;n6;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4169" y="1748618"/>
            <a:ext cx="8326120" cy="4039870"/>
            <a:chOff x="1204169" y="1748618"/>
            <a:chExt cx="8326120" cy="4039870"/>
          </a:xfrm>
        </p:grpSpPr>
        <p:sp>
          <p:nvSpPr>
            <p:cNvPr id="3" name="object 3"/>
            <p:cNvSpPr/>
            <p:nvPr/>
          </p:nvSpPr>
          <p:spPr>
            <a:xfrm>
              <a:off x="1208735" y="1753184"/>
              <a:ext cx="8316595" cy="4030345"/>
            </a:xfrm>
            <a:custGeom>
              <a:avLst/>
              <a:gdLst/>
              <a:ahLst/>
              <a:cxnLst/>
              <a:rect l="l" t="t" r="r" b="b"/>
              <a:pathLst>
                <a:path w="8316595" h="4030345">
                  <a:moveTo>
                    <a:pt x="8316518" y="0"/>
                  </a:moveTo>
                  <a:lnTo>
                    <a:pt x="0" y="0"/>
                  </a:lnTo>
                  <a:lnTo>
                    <a:pt x="0" y="4030332"/>
                  </a:lnTo>
                  <a:lnTo>
                    <a:pt x="8316518" y="4030332"/>
                  </a:lnTo>
                  <a:lnTo>
                    <a:pt x="831651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08735" y="1753184"/>
              <a:ext cx="8316595" cy="4030345"/>
            </a:xfrm>
            <a:custGeom>
              <a:avLst/>
              <a:gdLst/>
              <a:ahLst/>
              <a:cxnLst/>
              <a:rect l="l" t="t" r="r" b="b"/>
              <a:pathLst>
                <a:path w="8316595" h="4030345">
                  <a:moveTo>
                    <a:pt x="0" y="0"/>
                  </a:moveTo>
                  <a:lnTo>
                    <a:pt x="8316518" y="0"/>
                  </a:lnTo>
                  <a:lnTo>
                    <a:pt x="8316518" y="4030332"/>
                  </a:lnTo>
                  <a:lnTo>
                    <a:pt x="0" y="4030332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866253" y="2514003"/>
            <a:ext cx="217487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왼쪽서브트리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노드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오른쪽서브트리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6253" y="4463675"/>
            <a:ext cx="217487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노드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  <a:p>
            <a:pPr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왼쪽서브트리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오른쪽서브트리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9249" y="1782877"/>
            <a:ext cx="4173220" cy="3921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05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중위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ts val="1905"/>
              </a:lnSpc>
            </a:pP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1889125" marR="508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5">
                <a:latin typeface="Trebuchet MS"/>
                <a:cs typeface="Trebuchet MS"/>
              </a:rPr>
              <a:t> );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ts val="1889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05"/>
              </a:lnSpc>
              <a:spcBef>
                <a:spcPts val="2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전위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ts val="1905"/>
              </a:lnSpc>
            </a:pPr>
            <a:r>
              <a:rPr dirty="0" sz="1600">
                <a:latin typeface="Trebuchet MS"/>
                <a:cs typeface="Trebuchet MS"/>
              </a:rPr>
              <a:t>preorder(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25">
                <a:latin typeface="Trebuchet MS"/>
                <a:cs typeface="Trebuchet MS"/>
              </a:rPr>
              <a:t> ){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1889125" marR="508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preorder(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preorder(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ts val="1889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23956" y="1945100"/>
            <a:ext cx="8286115" cy="5261610"/>
            <a:chOff x="1223956" y="1945100"/>
            <a:chExt cx="8286115" cy="526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8521" y="1949678"/>
              <a:ext cx="8220709" cy="4526915"/>
            </a:xfrm>
            <a:custGeom>
              <a:avLst/>
              <a:gdLst/>
              <a:ahLst/>
              <a:cxnLst/>
              <a:rect l="l" t="t" r="r" b="b"/>
              <a:pathLst>
                <a:path w="8220709" h="4526915">
                  <a:moveTo>
                    <a:pt x="8220608" y="0"/>
                  </a:moveTo>
                  <a:lnTo>
                    <a:pt x="0" y="0"/>
                  </a:lnTo>
                  <a:lnTo>
                    <a:pt x="0" y="4526889"/>
                  </a:lnTo>
                  <a:lnTo>
                    <a:pt x="8220608" y="4526889"/>
                  </a:lnTo>
                  <a:lnTo>
                    <a:pt x="822060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28521" y="1949665"/>
              <a:ext cx="8220709" cy="4526915"/>
            </a:xfrm>
            <a:custGeom>
              <a:avLst/>
              <a:gdLst/>
              <a:ahLst/>
              <a:cxnLst/>
              <a:rect l="l" t="t" r="r" b="b"/>
              <a:pathLst>
                <a:path w="8220709" h="4526915">
                  <a:moveTo>
                    <a:pt x="0" y="0"/>
                  </a:moveTo>
                  <a:lnTo>
                    <a:pt x="8220608" y="0"/>
                  </a:lnTo>
                  <a:lnTo>
                    <a:pt x="8220608" y="4526902"/>
                  </a:lnTo>
                  <a:lnTo>
                    <a:pt x="0" y="4526902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886867" y="2888350"/>
            <a:ext cx="2298065" cy="1023619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왼쪽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서브</a:t>
            </a:r>
            <a:r>
              <a:rPr dirty="0" sz="1600" spc="-5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6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서브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노드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9864" y="1892189"/>
            <a:ext cx="4173220" cy="268224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0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1889125" marR="5080">
              <a:lnSpc>
                <a:spcPct val="136500"/>
              </a:lnSpc>
              <a:spcBef>
                <a:spcPts val="1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67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28521" y="1439405"/>
            <a:ext cx="8220709" cy="503745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main(void)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4569" marR="5355590">
              <a:lnSpc>
                <a:spcPct val="135900"/>
              </a:lnSpc>
              <a:spcBef>
                <a:spcPts val="30"/>
              </a:spcBef>
            </a:pPr>
            <a:r>
              <a:rPr dirty="0" sz="1600">
                <a:latin typeface="Trebuchet MS"/>
                <a:cs typeface="Trebuchet MS"/>
              </a:rPr>
              <a:t>printf("</a:t>
            </a:r>
            <a:r>
              <a:rPr dirty="0" sz="1600">
                <a:latin typeface="Gulim"/>
                <a:cs typeface="Gulim"/>
              </a:rPr>
              <a:t>중위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순회</a:t>
            </a:r>
            <a:r>
              <a:rPr dirty="0" sz="1600" spc="-10">
                <a:latin typeface="Trebuchet MS"/>
                <a:cs typeface="Trebuchet MS"/>
              </a:rPr>
              <a:t>="); inorder(root); printf("\n");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600">
              <a:latin typeface="Trebuchet MS"/>
              <a:cs typeface="Trebuchet MS"/>
            </a:endParaRPr>
          </a:p>
          <a:p>
            <a:pPr marL="1004569" marR="5355590">
              <a:lnSpc>
                <a:spcPct val="135900"/>
              </a:lnSpc>
            </a:pPr>
            <a:r>
              <a:rPr dirty="0" sz="1600">
                <a:latin typeface="Trebuchet MS"/>
                <a:cs typeface="Trebuchet MS"/>
              </a:rPr>
              <a:t>printf("</a:t>
            </a:r>
            <a:r>
              <a:rPr dirty="0" sz="1600">
                <a:latin typeface="Gulim"/>
                <a:cs typeface="Gulim"/>
              </a:rPr>
              <a:t>전위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순회</a:t>
            </a:r>
            <a:r>
              <a:rPr dirty="0" sz="1600" spc="-10">
                <a:latin typeface="Trebuchet MS"/>
                <a:cs typeface="Trebuchet MS"/>
              </a:rPr>
              <a:t>="); preorder(root); printf("\n");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600">
              <a:latin typeface="Trebuchet MS"/>
              <a:cs typeface="Trebuchet MS"/>
            </a:endParaRPr>
          </a:p>
          <a:p>
            <a:pPr marL="1004569" marR="5355590">
              <a:lnSpc>
                <a:spcPct val="135900"/>
              </a:lnSpc>
            </a:pPr>
            <a:r>
              <a:rPr dirty="0" sz="1600">
                <a:latin typeface="Trebuchet MS"/>
                <a:cs typeface="Trebuchet MS"/>
              </a:rPr>
              <a:t>printf("</a:t>
            </a:r>
            <a:r>
              <a:rPr dirty="0" sz="1600">
                <a:latin typeface="Gulim"/>
                <a:cs typeface="Gulim"/>
              </a:rPr>
              <a:t>후위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순회</a:t>
            </a:r>
            <a:r>
              <a:rPr dirty="0" sz="1600" spc="-10">
                <a:latin typeface="Trebuchet MS"/>
                <a:cs typeface="Trebuchet MS"/>
              </a:rPr>
              <a:t>="); postorder(root); printf("\n");</a:t>
            </a:r>
            <a:endParaRPr sz="16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  <a:spcBef>
                <a:spcPts val="710"/>
              </a:spcBef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69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24460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중위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=[1]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[15]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전위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=[15]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후위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=[1]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[15]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91990" y="3369278"/>
            <a:ext cx="8154034" cy="2393315"/>
            <a:chOff x="1191990" y="3369278"/>
            <a:chExt cx="8154034" cy="2393315"/>
          </a:xfrm>
        </p:grpSpPr>
        <p:sp>
          <p:nvSpPr>
            <p:cNvPr id="6" name="object 6"/>
            <p:cNvSpPr/>
            <p:nvPr/>
          </p:nvSpPr>
          <p:spPr>
            <a:xfrm>
              <a:off x="1196555" y="3373843"/>
              <a:ext cx="8144509" cy="2383790"/>
            </a:xfrm>
            <a:custGeom>
              <a:avLst/>
              <a:gdLst/>
              <a:ahLst/>
              <a:cxnLst/>
              <a:rect l="l" t="t" r="r" b="b"/>
              <a:pathLst>
                <a:path w="8144509" h="2383790">
                  <a:moveTo>
                    <a:pt x="8144484" y="0"/>
                  </a:moveTo>
                  <a:lnTo>
                    <a:pt x="0" y="0"/>
                  </a:lnTo>
                  <a:lnTo>
                    <a:pt x="0" y="2383777"/>
                  </a:lnTo>
                  <a:lnTo>
                    <a:pt x="8144484" y="2383777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96555" y="3373843"/>
              <a:ext cx="8144509" cy="2383790"/>
            </a:xfrm>
            <a:custGeom>
              <a:avLst/>
              <a:gdLst/>
              <a:ahLst/>
              <a:cxnLst/>
              <a:rect l="l" t="t" r="r" b="b"/>
              <a:pathLst>
                <a:path w="8144509" h="2383790">
                  <a:moveTo>
                    <a:pt x="0" y="0"/>
                  </a:moveTo>
                  <a:lnTo>
                    <a:pt x="8144484" y="0"/>
                  </a:lnTo>
                  <a:lnTo>
                    <a:pt x="8144484" y="2383777"/>
                  </a:lnTo>
                  <a:lnTo>
                    <a:pt x="0" y="238377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86745" y="3313656"/>
            <a:ext cx="1529715" cy="1023619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중위순회</a:t>
            </a:r>
            <a:r>
              <a:rPr dirty="0" sz="1600" spc="-5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LVR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전위순회</a:t>
            </a:r>
            <a:r>
              <a:rPr dirty="0" sz="1600" spc="-5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VLR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후위순회</a:t>
            </a:r>
            <a:r>
              <a:rPr dirty="0" sz="1600" spc="-5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LRV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75962" y="4730824"/>
            <a:ext cx="2260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15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9179" y="5062878"/>
            <a:ext cx="1193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6745" y="4641870"/>
            <a:ext cx="226060" cy="102171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0146" y="5394931"/>
            <a:ext cx="1193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6947" y="4973923"/>
            <a:ext cx="499745" cy="68961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795"/>
              </a:spcBef>
            </a:pPr>
            <a:r>
              <a:rPr dirty="0" sz="1600" spc="-25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Trebuchet MS"/>
                <a:cs typeface="Trebuchet MS"/>
              </a:rPr>
              <a:t>16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25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1995"/>
              <a:t>이진트리</a:t>
            </a:r>
            <a:r>
              <a:rPr dirty="0" spc="-254"/>
              <a:t> </a:t>
            </a:r>
            <a:r>
              <a:rPr dirty="0" spc="-2225"/>
              <a:t>순회</a:t>
            </a:r>
            <a:r>
              <a:rPr dirty="0" spc="-260"/>
              <a:t> </a:t>
            </a:r>
            <a:r>
              <a:rPr dirty="0" spc="-1370"/>
              <a:t>자바</a:t>
            </a:r>
            <a:r>
              <a:rPr dirty="0" spc="-250"/>
              <a:t> </a:t>
            </a:r>
            <a:r>
              <a:rPr dirty="0" spc="-1910"/>
              <a:t>애플릿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26759"/>
            <a:ext cx="8514080" cy="4558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92075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그림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방식의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자바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애플릿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vs.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텍스트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방식의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Gulim"/>
                <a:cs typeface="Gulim"/>
              </a:rPr>
              <a:t>디버깅 </a:t>
            </a:r>
            <a:r>
              <a:rPr dirty="0" sz="2400" spc="-20">
                <a:latin typeface="Gulim"/>
                <a:cs typeface="Gulim"/>
              </a:rPr>
              <a:t>줄단위로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자료구조와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알고리즘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동시에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봄</a:t>
            </a:r>
            <a:endParaRPr sz="2400">
              <a:latin typeface="Gulim"/>
              <a:cs typeface="Gulim"/>
            </a:endParaRPr>
          </a:p>
          <a:p>
            <a:pPr marL="4912360">
              <a:lnSpc>
                <a:spcPct val="100000"/>
              </a:lnSpc>
              <a:spcBef>
                <a:spcPts val="350"/>
              </a:spcBef>
            </a:pPr>
            <a:r>
              <a:rPr dirty="0" sz="2200" spc="-20">
                <a:latin typeface="Arial"/>
                <a:cs typeface="Arial"/>
              </a:rPr>
              <a:t>&lt;</a:t>
            </a:r>
            <a:r>
              <a:rPr dirty="0" sz="2200" spc="-20">
                <a:latin typeface="Gulim"/>
                <a:cs typeface="Gulim"/>
              </a:rPr>
              <a:t>연산</a:t>
            </a:r>
            <a:r>
              <a:rPr dirty="0" sz="2200" spc="-20">
                <a:latin typeface="Arial"/>
                <a:cs typeface="Arial"/>
              </a:rPr>
              <a:t>&gt;</a:t>
            </a:r>
            <a:endParaRPr sz="2200">
              <a:latin typeface="Arial"/>
              <a:cs typeface="Arial"/>
            </a:endParaRPr>
          </a:p>
          <a:p>
            <a:pPr lvl="1" marL="5232400" indent="-320040">
              <a:lnSpc>
                <a:spcPct val="100000"/>
              </a:lnSpc>
              <a:spcBef>
                <a:spcPts val="420"/>
              </a:spcBef>
              <a:buClr>
                <a:srgbClr val="DD8046"/>
              </a:buClr>
              <a:buSzPct val="59090"/>
              <a:buChar char="□"/>
              <a:tabLst>
                <a:tab pos="5232400" algn="l"/>
              </a:tabLst>
            </a:pPr>
            <a:r>
              <a:rPr dirty="0" sz="2200" spc="-10">
                <a:latin typeface="Arial"/>
                <a:cs typeface="Arial"/>
              </a:rPr>
              <a:t>inorder(TreeNode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*root)</a:t>
            </a:r>
            <a:endParaRPr sz="2200">
              <a:latin typeface="Arial"/>
              <a:cs typeface="Arial"/>
            </a:endParaRPr>
          </a:p>
          <a:p>
            <a:pPr lvl="1" marL="5232400" indent="-320040">
              <a:lnSpc>
                <a:spcPct val="100000"/>
              </a:lnSpc>
              <a:spcBef>
                <a:spcPts val="430"/>
              </a:spcBef>
              <a:buClr>
                <a:srgbClr val="DD8046"/>
              </a:buClr>
              <a:buSzPct val="59090"/>
              <a:buChar char="□"/>
              <a:tabLst>
                <a:tab pos="5232400" algn="l"/>
              </a:tabLst>
            </a:pPr>
            <a:r>
              <a:rPr dirty="0" sz="2200" spc="-10">
                <a:latin typeface="Arial"/>
                <a:cs typeface="Arial"/>
              </a:rPr>
              <a:t>preorder(TreeNode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*root)</a:t>
            </a:r>
            <a:endParaRPr sz="2200">
              <a:latin typeface="Arial"/>
              <a:cs typeface="Arial"/>
            </a:endParaRPr>
          </a:p>
          <a:p>
            <a:pPr lvl="1" marL="5232400" indent="-320040">
              <a:lnSpc>
                <a:spcPct val="100000"/>
              </a:lnSpc>
              <a:spcBef>
                <a:spcPts val="430"/>
              </a:spcBef>
              <a:buClr>
                <a:srgbClr val="DD8046"/>
              </a:buClr>
              <a:buSzPct val="59090"/>
              <a:buChar char="□"/>
              <a:tabLst>
                <a:tab pos="5232400" algn="l"/>
              </a:tabLst>
            </a:pPr>
            <a:r>
              <a:rPr dirty="0" sz="2200" spc="-10">
                <a:latin typeface="Arial"/>
                <a:cs typeface="Arial"/>
              </a:rPr>
              <a:t>postorder(TreeNode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*root)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200">
              <a:latin typeface="Arial"/>
              <a:cs typeface="Arial"/>
            </a:endParaRPr>
          </a:p>
          <a:p>
            <a:pPr marL="4912360">
              <a:lnSpc>
                <a:spcPct val="100000"/>
              </a:lnSpc>
            </a:pPr>
            <a:r>
              <a:rPr dirty="0" sz="2200" spc="-10">
                <a:latin typeface="Arial"/>
                <a:cs typeface="Arial"/>
              </a:rPr>
              <a:t>&lt;</a:t>
            </a:r>
            <a:r>
              <a:rPr dirty="0" sz="2200" spc="-10">
                <a:latin typeface="Gulim"/>
                <a:cs typeface="Gulim"/>
              </a:rPr>
              <a:t>자료구조</a:t>
            </a:r>
            <a:r>
              <a:rPr dirty="0" sz="2200" spc="-10">
                <a:latin typeface="Arial"/>
                <a:cs typeface="Arial"/>
              </a:rPr>
              <a:t>&gt;</a:t>
            </a:r>
            <a:endParaRPr sz="2200">
              <a:latin typeface="Arial"/>
              <a:cs typeface="Arial"/>
            </a:endParaRPr>
          </a:p>
          <a:p>
            <a:pPr marL="5067935" marR="438150" indent="-155575">
              <a:lnSpc>
                <a:spcPts val="3070"/>
              </a:lnSpc>
              <a:spcBef>
                <a:spcPts val="150"/>
              </a:spcBef>
            </a:pPr>
            <a:r>
              <a:rPr dirty="0" sz="2200">
                <a:latin typeface="Arial"/>
                <a:cs typeface="Arial"/>
              </a:rPr>
              <a:t>typedef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struct</a:t>
            </a:r>
            <a:r>
              <a:rPr dirty="0" sz="2200" spc="-11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TreeNode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{ </a:t>
            </a:r>
            <a:r>
              <a:rPr dirty="0" sz="2200">
                <a:latin typeface="Arial"/>
                <a:cs typeface="Arial"/>
              </a:rPr>
              <a:t>int</a:t>
            </a:r>
            <a:r>
              <a:rPr dirty="0" sz="2200" spc="-2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data;</a:t>
            </a:r>
            <a:endParaRPr sz="2200">
              <a:latin typeface="Arial"/>
              <a:cs typeface="Arial"/>
            </a:endParaRPr>
          </a:p>
          <a:p>
            <a:pPr marL="5067935">
              <a:lnSpc>
                <a:spcPct val="100000"/>
              </a:lnSpc>
              <a:spcBef>
                <a:spcPts val="270"/>
              </a:spcBef>
            </a:pPr>
            <a:r>
              <a:rPr dirty="0" sz="2200">
                <a:latin typeface="Arial"/>
                <a:cs typeface="Arial"/>
              </a:rPr>
              <a:t>struct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TreeNode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*left,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*right;</a:t>
            </a:r>
            <a:endParaRPr sz="2200">
              <a:latin typeface="Arial"/>
              <a:cs typeface="Arial"/>
            </a:endParaRPr>
          </a:p>
          <a:p>
            <a:pPr marL="4912360">
              <a:lnSpc>
                <a:spcPct val="100000"/>
              </a:lnSpc>
              <a:spcBef>
                <a:spcPts val="430"/>
              </a:spcBef>
            </a:pPr>
            <a:r>
              <a:rPr dirty="0" sz="2200">
                <a:latin typeface="Arial"/>
                <a:cs typeface="Arial"/>
              </a:rPr>
              <a:t>}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TreeNode;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362" y="3058541"/>
            <a:ext cx="4405630" cy="37409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61938" y="3328149"/>
            <a:ext cx="3448685" cy="3878579"/>
            <a:chOff x="6061938" y="3328149"/>
            <a:chExt cx="3448685" cy="38785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1938" y="3328149"/>
              <a:ext cx="3143618" cy="355358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70"/>
              <a:t> </a:t>
            </a:r>
            <a:r>
              <a:rPr dirty="0" spc="-2225"/>
              <a:t>트리</a:t>
            </a:r>
            <a:r>
              <a:rPr dirty="0" spc="-254"/>
              <a:t> </a:t>
            </a:r>
            <a:r>
              <a:rPr dirty="0" spc="-2295"/>
              <a:t>자료구조</a:t>
            </a:r>
            <a:r>
              <a:rPr dirty="0" spc="-260"/>
              <a:t> </a:t>
            </a:r>
            <a:r>
              <a:rPr dirty="0" spc="-2225"/>
              <a:t>보기</a:t>
            </a:r>
            <a:r>
              <a:rPr dirty="0" spc="-254"/>
              <a:t> </a:t>
            </a:r>
            <a:r>
              <a:rPr dirty="0">
                <a:latin typeface="Tw Cen MT"/>
                <a:cs typeface="Tw Cen MT"/>
              </a:rPr>
              <a:t>(tree2.c</a:t>
            </a:r>
            <a:r>
              <a:rPr dirty="0" spc="-95">
                <a:latin typeface="Tw Cen MT"/>
                <a:cs typeface="Tw Cen MT"/>
              </a:rPr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1797" y="1738413"/>
            <a:ext cx="8192134" cy="138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9405">
              <a:lnSpc>
                <a:spcPct val="1241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자동창에서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자료구조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확인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tree2.c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47</a:t>
            </a:r>
            <a:r>
              <a:rPr dirty="0" sz="2400" spc="-10">
                <a:latin typeface="Gulim"/>
                <a:cs typeface="Gulim"/>
              </a:rPr>
              <a:t>번라인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중단점</a:t>
            </a:r>
            <a:r>
              <a:rPr dirty="0" sz="2400" spc="-20">
                <a:latin typeface="Arial"/>
                <a:cs typeface="Arial"/>
              </a:rPr>
              <a:t>) </a:t>
            </a:r>
            <a:r>
              <a:rPr dirty="0" sz="2400">
                <a:latin typeface="Gulim"/>
                <a:cs typeface="Gulim"/>
              </a:rPr>
              <a:t>학생</a:t>
            </a:r>
            <a:r>
              <a:rPr dirty="0" sz="2400">
                <a:latin typeface="Arial"/>
                <a:cs typeface="Arial"/>
              </a:rPr>
              <a:t>&gt;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교수님</a:t>
            </a:r>
            <a:r>
              <a:rPr dirty="0" sz="2400">
                <a:latin typeface="Arial"/>
                <a:cs typeface="Arial"/>
              </a:rPr>
              <a:t>~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로컬창에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아무것도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없어요</a:t>
            </a:r>
            <a:endParaRPr sz="2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968375" algn="l"/>
              </a:tabLst>
            </a:pPr>
            <a:r>
              <a:rPr dirty="0" sz="2400" spc="-25">
                <a:latin typeface="Gulim"/>
                <a:cs typeface="Gulim"/>
              </a:rPr>
              <a:t>교수</a:t>
            </a:r>
            <a:r>
              <a:rPr dirty="0" sz="2400" spc="-25">
                <a:latin typeface="Arial"/>
                <a:cs typeface="Arial"/>
              </a:rPr>
              <a:t>&gt;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10">
                <a:latin typeface="Arial"/>
                <a:cs typeface="Arial"/>
              </a:rPr>
              <a:t>root</a:t>
            </a:r>
            <a:r>
              <a:rPr dirty="0" sz="2400" spc="-10">
                <a:latin typeface="Gulim"/>
                <a:cs typeface="Gulim"/>
              </a:rPr>
              <a:t>는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전역변수이기에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자동창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5087" y="4048620"/>
            <a:ext cx="4006627" cy="271219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45"/>
              <a:t> </a:t>
            </a:r>
            <a:r>
              <a:rPr dirty="0" spc="-2295"/>
              <a:t>자료구조</a:t>
            </a:r>
            <a:r>
              <a:rPr dirty="0" spc="-250"/>
              <a:t> </a:t>
            </a:r>
            <a:r>
              <a:rPr dirty="0" spc="-2225"/>
              <a:t>보기</a:t>
            </a:r>
            <a:r>
              <a:rPr dirty="0" spc="-245"/>
              <a:t> </a:t>
            </a:r>
            <a:r>
              <a:rPr dirty="0" spc="-1390">
                <a:latin typeface="Tw Cen MT"/>
                <a:cs typeface="Tw Cen MT"/>
              </a:rPr>
              <a:t>(</a:t>
            </a:r>
            <a:r>
              <a:rPr dirty="0" spc="-1390"/>
              <a:t>자동창과</a:t>
            </a:r>
            <a:r>
              <a:rPr dirty="0" spc="-254"/>
              <a:t> </a:t>
            </a:r>
            <a:r>
              <a:rPr dirty="0" spc="-1755"/>
              <a:t>조사식창</a:t>
            </a:r>
            <a:r>
              <a:rPr dirty="0" spc="-240"/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738413"/>
            <a:ext cx="5572125" cy="203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100"/>
              </a:spcBef>
              <a:tabLst>
                <a:tab pos="968375" algn="l"/>
              </a:tabLst>
            </a:pPr>
            <a:r>
              <a:rPr dirty="0" sz="2400">
                <a:latin typeface="Gulim"/>
                <a:cs typeface="Gulim"/>
              </a:rPr>
              <a:t>학생</a:t>
            </a:r>
            <a:r>
              <a:rPr dirty="0" sz="2400">
                <a:latin typeface="Arial"/>
                <a:cs typeface="Arial"/>
              </a:rPr>
              <a:t>&gt;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교수님</a:t>
            </a:r>
            <a:r>
              <a:rPr dirty="0" sz="2400">
                <a:latin typeface="Arial"/>
                <a:cs typeface="Arial"/>
              </a:rPr>
              <a:t>~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n6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변수는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어디서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보나요</a:t>
            </a:r>
            <a:r>
              <a:rPr dirty="0" sz="2400" spc="-20">
                <a:latin typeface="Arial"/>
                <a:cs typeface="Arial"/>
              </a:rPr>
              <a:t>? </a:t>
            </a:r>
            <a:r>
              <a:rPr dirty="0" sz="2400" spc="-25">
                <a:latin typeface="Gulim"/>
                <a:cs typeface="Gulim"/>
              </a:rPr>
              <a:t>교수</a:t>
            </a:r>
            <a:r>
              <a:rPr dirty="0" sz="2400" spc="-25">
                <a:latin typeface="Arial"/>
                <a:cs typeface="Arial"/>
              </a:rPr>
              <a:t>&gt;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10">
                <a:latin typeface="Gulim"/>
                <a:cs typeface="Gulim"/>
              </a:rPr>
              <a:t>디버그</a:t>
            </a:r>
            <a:r>
              <a:rPr dirty="0" sz="2400" spc="-10">
                <a:latin typeface="Arial"/>
                <a:cs typeface="Arial"/>
              </a:rPr>
              <a:t>&gt;</a:t>
            </a:r>
            <a:r>
              <a:rPr dirty="0" sz="2400" spc="-10">
                <a:latin typeface="Gulim"/>
                <a:cs typeface="Gulim"/>
              </a:rPr>
              <a:t>창</a:t>
            </a:r>
            <a:r>
              <a:rPr dirty="0" sz="2400" spc="-10">
                <a:latin typeface="Arial"/>
                <a:cs typeface="Arial"/>
              </a:rPr>
              <a:t>&gt;</a:t>
            </a:r>
            <a:r>
              <a:rPr dirty="0" sz="2400" spc="-10">
                <a:latin typeface="Gulim"/>
                <a:cs typeface="Gulim"/>
              </a:rPr>
              <a:t>조사식</a:t>
            </a:r>
            <a:r>
              <a:rPr dirty="0" sz="2400" spc="-10">
                <a:latin typeface="Arial"/>
                <a:cs typeface="Arial"/>
              </a:rPr>
              <a:t>&gt;</a:t>
            </a:r>
            <a:r>
              <a:rPr dirty="0" sz="2400" spc="-10">
                <a:latin typeface="Gulim"/>
                <a:cs typeface="Gulim"/>
              </a:rPr>
              <a:t>조사식</a:t>
            </a:r>
            <a:r>
              <a:rPr dirty="0" sz="2400" spc="-1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 marR="2034539">
              <a:lnSpc>
                <a:spcPts val="2880"/>
              </a:lnSpc>
              <a:spcBef>
                <a:spcPts val="95"/>
              </a:spcBef>
            </a:pPr>
            <a:r>
              <a:rPr dirty="0" sz="2400" spc="-20">
                <a:latin typeface="Arial"/>
                <a:cs typeface="Arial"/>
              </a:rPr>
              <a:t>&lt;</a:t>
            </a:r>
            <a:r>
              <a:rPr dirty="0" sz="2400" spc="-20">
                <a:latin typeface="Gulim"/>
                <a:cs typeface="Gulim"/>
              </a:rPr>
              <a:t>조사식</a:t>
            </a:r>
            <a:r>
              <a:rPr dirty="0" sz="2400" spc="-20">
                <a:latin typeface="Arial"/>
                <a:cs typeface="Arial"/>
              </a:rPr>
              <a:t>1&gt;</a:t>
            </a:r>
            <a:r>
              <a:rPr dirty="0" sz="2400" spc="-20">
                <a:latin typeface="Gulim"/>
                <a:cs typeface="Gulim"/>
              </a:rPr>
              <a:t>창에서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n6</a:t>
            </a:r>
            <a:r>
              <a:rPr dirty="0" sz="2400" spc="-20">
                <a:latin typeface="Gulim"/>
                <a:cs typeface="Gulim"/>
              </a:rPr>
              <a:t>입력 자동창에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없는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전역변수는</a:t>
            </a:r>
            <a:endParaRPr sz="2400">
              <a:latin typeface="Gulim"/>
              <a:cs typeface="Gulim"/>
            </a:endParaRPr>
          </a:p>
          <a:p>
            <a:pPr marL="12700">
              <a:lnSpc>
                <a:spcPts val="2780"/>
              </a:lnSpc>
            </a:pPr>
            <a:r>
              <a:rPr dirty="0" sz="2400" spc="-20">
                <a:latin typeface="Arial"/>
                <a:cs typeface="Arial"/>
              </a:rPr>
              <a:t>&lt;</a:t>
            </a:r>
            <a:r>
              <a:rPr dirty="0" sz="2400" spc="-20">
                <a:latin typeface="Gulim"/>
                <a:cs typeface="Gulim"/>
              </a:rPr>
              <a:t>조사식</a:t>
            </a:r>
            <a:r>
              <a:rPr dirty="0" sz="2400" spc="-20">
                <a:latin typeface="Arial"/>
                <a:cs typeface="Arial"/>
              </a:rPr>
              <a:t>1&gt;</a:t>
            </a:r>
            <a:r>
              <a:rPr dirty="0" sz="2400" spc="-20">
                <a:latin typeface="Gulim"/>
                <a:cs typeface="Gulim"/>
              </a:rPr>
              <a:t>창에서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봅니다</a:t>
            </a:r>
            <a:endParaRPr sz="2400">
              <a:latin typeface="Gulim"/>
              <a:cs typeface="Guli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3196" y="2653385"/>
            <a:ext cx="8856980" cy="4453890"/>
            <a:chOff x="933196" y="2653385"/>
            <a:chExt cx="8856980" cy="44538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196" y="4272521"/>
              <a:ext cx="4162056" cy="28346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9555" y="2653385"/>
              <a:ext cx="4810582" cy="29306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0025" y="5707354"/>
              <a:ext cx="2417470" cy="139980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83351" y="3681526"/>
            <a:ext cx="3726815" cy="3524885"/>
            <a:chOff x="5783351" y="3681526"/>
            <a:chExt cx="3726815" cy="35248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89434" y="3687622"/>
              <a:ext cx="3192780" cy="1256665"/>
            </a:xfrm>
            <a:custGeom>
              <a:avLst/>
              <a:gdLst/>
              <a:ahLst/>
              <a:cxnLst/>
              <a:rect l="l" t="t" r="r" b="b"/>
              <a:pathLst>
                <a:path w="3192779" h="1256664">
                  <a:moveTo>
                    <a:pt x="3192335" y="0"/>
                  </a:moveTo>
                  <a:lnTo>
                    <a:pt x="0" y="0"/>
                  </a:lnTo>
                  <a:lnTo>
                    <a:pt x="0" y="1256626"/>
                  </a:lnTo>
                  <a:lnTo>
                    <a:pt x="3192335" y="1256626"/>
                  </a:lnTo>
                  <a:lnTo>
                    <a:pt x="319233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83351" y="3681526"/>
              <a:ext cx="3204845" cy="1270635"/>
            </a:xfrm>
            <a:custGeom>
              <a:avLst/>
              <a:gdLst/>
              <a:ahLst/>
              <a:cxnLst/>
              <a:rect l="l" t="t" r="r" b="b"/>
              <a:pathLst>
                <a:path w="3204845" h="1270635">
                  <a:moveTo>
                    <a:pt x="12179" y="1256626"/>
                  </a:moveTo>
                  <a:lnTo>
                    <a:pt x="6083" y="1256626"/>
                  </a:lnTo>
                  <a:lnTo>
                    <a:pt x="6083" y="1270330"/>
                  </a:lnTo>
                  <a:lnTo>
                    <a:pt x="21310" y="1270330"/>
                  </a:lnTo>
                  <a:lnTo>
                    <a:pt x="21310" y="1262722"/>
                  </a:lnTo>
                  <a:lnTo>
                    <a:pt x="12179" y="1262722"/>
                  </a:lnTo>
                  <a:lnTo>
                    <a:pt x="12179" y="1256626"/>
                  </a:lnTo>
                  <a:close/>
                </a:path>
                <a:path w="3204845" h="1270635">
                  <a:moveTo>
                    <a:pt x="12179" y="1212456"/>
                  </a:moveTo>
                  <a:lnTo>
                    <a:pt x="0" y="1212456"/>
                  </a:lnTo>
                  <a:lnTo>
                    <a:pt x="0" y="1262722"/>
                  </a:lnTo>
                  <a:lnTo>
                    <a:pt x="6083" y="1262722"/>
                  </a:lnTo>
                  <a:lnTo>
                    <a:pt x="6083" y="1256626"/>
                  </a:lnTo>
                  <a:lnTo>
                    <a:pt x="12179" y="1256626"/>
                  </a:lnTo>
                  <a:lnTo>
                    <a:pt x="12179" y="1212456"/>
                  </a:lnTo>
                  <a:close/>
                </a:path>
                <a:path w="3204845" h="1270635">
                  <a:moveTo>
                    <a:pt x="21310" y="1256626"/>
                  </a:moveTo>
                  <a:lnTo>
                    <a:pt x="12179" y="1256626"/>
                  </a:lnTo>
                  <a:lnTo>
                    <a:pt x="12179" y="1262722"/>
                  </a:lnTo>
                  <a:lnTo>
                    <a:pt x="21310" y="1262722"/>
                  </a:lnTo>
                  <a:lnTo>
                    <a:pt x="21310" y="1256626"/>
                  </a:lnTo>
                  <a:close/>
                </a:path>
                <a:path w="3204845" h="1270635">
                  <a:moveTo>
                    <a:pt x="12179" y="1124102"/>
                  </a:moveTo>
                  <a:lnTo>
                    <a:pt x="0" y="1124102"/>
                  </a:lnTo>
                  <a:lnTo>
                    <a:pt x="0" y="1174369"/>
                  </a:lnTo>
                  <a:lnTo>
                    <a:pt x="12179" y="1174369"/>
                  </a:lnTo>
                  <a:lnTo>
                    <a:pt x="12179" y="1124102"/>
                  </a:lnTo>
                  <a:close/>
                </a:path>
                <a:path w="3204845" h="1270635">
                  <a:moveTo>
                    <a:pt x="12179" y="1034237"/>
                  </a:moveTo>
                  <a:lnTo>
                    <a:pt x="0" y="1034237"/>
                  </a:lnTo>
                  <a:lnTo>
                    <a:pt x="0" y="1086027"/>
                  </a:lnTo>
                  <a:lnTo>
                    <a:pt x="12179" y="1086027"/>
                  </a:lnTo>
                  <a:lnTo>
                    <a:pt x="12179" y="1034237"/>
                  </a:lnTo>
                  <a:close/>
                </a:path>
                <a:path w="3204845" h="1270635">
                  <a:moveTo>
                    <a:pt x="12179" y="945895"/>
                  </a:moveTo>
                  <a:lnTo>
                    <a:pt x="0" y="945895"/>
                  </a:lnTo>
                  <a:lnTo>
                    <a:pt x="0" y="996162"/>
                  </a:lnTo>
                  <a:lnTo>
                    <a:pt x="12179" y="996162"/>
                  </a:lnTo>
                  <a:lnTo>
                    <a:pt x="12179" y="945895"/>
                  </a:lnTo>
                  <a:close/>
                </a:path>
                <a:path w="3204845" h="1270635">
                  <a:moveTo>
                    <a:pt x="12179" y="857554"/>
                  </a:moveTo>
                  <a:lnTo>
                    <a:pt x="0" y="857554"/>
                  </a:lnTo>
                  <a:lnTo>
                    <a:pt x="0" y="907821"/>
                  </a:lnTo>
                  <a:lnTo>
                    <a:pt x="12179" y="907821"/>
                  </a:lnTo>
                  <a:lnTo>
                    <a:pt x="12179" y="857554"/>
                  </a:lnTo>
                  <a:close/>
                </a:path>
                <a:path w="3204845" h="1270635">
                  <a:moveTo>
                    <a:pt x="12179" y="767689"/>
                  </a:moveTo>
                  <a:lnTo>
                    <a:pt x="0" y="767689"/>
                  </a:lnTo>
                  <a:lnTo>
                    <a:pt x="0" y="819467"/>
                  </a:lnTo>
                  <a:lnTo>
                    <a:pt x="12179" y="819467"/>
                  </a:lnTo>
                  <a:lnTo>
                    <a:pt x="12179" y="767689"/>
                  </a:lnTo>
                  <a:close/>
                </a:path>
                <a:path w="3204845" h="1270635">
                  <a:moveTo>
                    <a:pt x="12179" y="679335"/>
                  </a:moveTo>
                  <a:lnTo>
                    <a:pt x="0" y="679335"/>
                  </a:lnTo>
                  <a:lnTo>
                    <a:pt x="0" y="729602"/>
                  </a:lnTo>
                  <a:lnTo>
                    <a:pt x="12179" y="729602"/>
                  </a:lnTo>
                  <a:lnTo>
                    <a:pt x="12179" y="679335"/>
                  </a:lnTo>
                  <a:close/>
                </a:path>
                <a:path w="3204845" h="1270635">
                  <a:moveTo>
                    <a:pt x="12179" y="590994"/>
                  </a:moveTo>
                  <a:lnTo>
                    <a:pt x="0" y="590994"/>
                  </a:lnTo>
                  <a:lnTo>
                    <a:pt x="0" y="641261"/>
                  </a:lnTo>
                  <a:lnTo>
                    <a:pt x="12179" y="641261"/>
                  </a:lnTo>
                  <a:lnTo>
                    <a:pt x="12179" y="590994"/>
                  </a:lnTo>
                  <a:close/>
                </a:path>
                <a:path w="3204845" h="1270635">
                  <a:moveTo>
                    <a:pt x="12179" y="501129"/>
                  </a:moveTo>
                  <a:lnTo>
                    <a:pt x="0" y="501129"/>
                  </a:lnTo>
                  <a:lnTo>
                    <a:pt x="0" y="552919"/>
                  </a:lnTo>
                  <a:lnTo>
                    <a:pt x="12179" y="552919"/>
                  </a:lnTo>
                  <a:lnTo>
                    <a:pt x="12179" y="501129"/>
                  </a:lnTo>
                  <a:close/>
                </a:path>
                <a:path w="3204845" h="1270635">
                  <a:moveTo>
                    <a:pt x="12179" y="412788"/>
                  </a:moveTo>
                  <a:lnTo>
                    <a:pt x="0" y="412788"/>
                  </a:lnTo>
                  <a:lnTo>
                    <a:pt x="0" y="463041"/>
                  </a:lnTo>
                  <a:lnTo>
                    <a:pt x="12179" y="463041"/>
                  </a:lnTo>
                  <a:lnTo>
                    <a:pt x="12179" y="412788"/>
                  </a:lnTo>
                  <a:close/>
                </a:path>
                <a:path w="3204845" h="1270635">
                  <a:moveTo>
                    <a:pt x="12179" y="324434"/>
                  </a:moveTo>
                  <a:lnTo>
                    <a:pt x="0" y="324434"/>
                  </a:lnTo>
                  <a:lnTo>
                    <a:pt x="0" y="374700"/>
                  </a:lnTo>
                  <a:lnTo>
                    <a:pt x="12179" y="374700"/>
                  </a:lnTo>
                  <a:lnTo>
                    <a:pt x="12179" y="324434"/>
                  </a:lnTo>
                  <a:close/>
                </a:path>
                <a:path w="3204845" h="1270635">
                  <a:moveTo>
                    <a:pt x="12179" y="234568"/>
                  </a:moveTo>
                  <a:lnTo>
                    <a:pt x="0" y="234568"/>
                  </a:lnTo>
                  <a:lnTo>
                    <a:pt x="0" y="286359"/>
                  </a:lnTo>
                  <a:lnTo>
                    <a:pt x="12179" y="286359"/>
                  </a:lnTo>
                  <a:lnTo>
                    <a:pt x="12179" y="234568"/>
                  </a:lnTo>
                  <a:close/>
                </a:path>
                <a:path w="3204845" h="1270635">
                  <a:moveTo>
                    <a:pt x="12179" y="146227"/>
                  </a:moveTo>
                  <a:lnTo>
                    <a:pt x="0" y="146227"/>
                  </a:lnTo>
                  <a:lnTo>
                    <a:pt x="0" y="196494"/>
                  </a:lnTo>
                  <a:lnTo>
                    <a:pt x="12179" y="196494"/>
                  </a:lnTo>
                  <a:lnTo>
                    <a:pt x="12179" y="146227"/>
                  </a:lnTo>
                  <a:close/>
                </a:path>
                <a:path w="3204845" h="1270635">
                  <a:moveTo>
                    <a:pt x="12179" y="57886"/>
                  </a:moveTo>
                  <a:lnTo>
                    <a:pt x="0" y="57886"/>
                  </a:lnTo>
                  <a:lnTo>
                    <a:pt x="0" y="108153"/>
                  </a:lnTo>
                  <a:lnTo>
                    <a:pt x="12179" y="108153"/>
                  </a:lnTo>
                  <a:lnTo>
                    <a:pt x="12179" y="57886"/>
                  </a:lnTo>
                  <a:close/>
                </a:path>
                <a:path w="3204845" h="1270635">
                  <a:moveTo>
                    <a:pt x="44145" y="0"/>
                  </a:moveTo>
                  <a:lnTo>
                    <a:pt x="0" y="0"/>
                  </a:lnTo>
                  <a:lnTo>
                    <a:pt x="0" y="19799"/>
                  </a:lnTo>
                  <a:lnTo>
                    <a:pt x="12179" y="19799"/>
                  </a:lnTo>
                  <a:lnTo>
                    <a:pt x="12179" y="13715"/>
                  </a:lnTo>
                  <a:lnTo>
                    <a:pt x="6083" y="13715"/>
                  </a:lnTo>
                  <a:lnTo>
                    <a:pt x="12179" y="6095"/>
                  </a:lnTo>
                  <a:lnTo>
                    <a:pt x="44145" y="6095"/>
                  </a:lnTo>
                  <a:lnTo>
                    <a:pt x="44145" y="0"/>
                  </a:lnTo>
                  <a:close/>
                </a:path>
                <a:path w="3204845" h="1270635">
                  <a:moveTo>
                    <a:pt x="12179" y="6095"/>
                  </a:moveTo>
                  <a:lnTo>
                    <a:pt x="6083" y="13715"/>
                  </a:lnTo>
                  <a:lnTo>
                    <a:pt x="12179" y="13715"/>
                  </a:lnTo>
                  <a:lnTo>
                    <a:pt x="12179" y="6095"/>
                  </a:lnTo>
                  <a:close/>
                </a:path>
                <a:path w="3204845" h="1270635">
                  <a:moveTo>
                    <a:pt x="44145" y="6095"/>
                  </a:moveTo>
                  <a:lnTo>
                    <a:pt x="12179" y="6095"/>
                  </a:lnTo>
                  <a:lnTo>
                    <a:pt x="12179" y="13715"/>
                  </a:lnTo>
                  <a:lnTo>
                    <a:pt x="44145" y="13715"/>
                  </a:lnTo>
                  <a:lnTo>
                    <a:pt x="44145" y="6095"/>
                  </a:lnTo>
                  <a:close/>
                </a:path>
                <a:path w="3204845" h="1270635">
                  <a:moveTo>
                    <a:pt x="132435" y="0"/>
                  </a:moveTo>
                  <a:lnTo>
                    <a:pt x="82207" y="0"/>
                  </a:lnTo>
                  <a:lnTo>
                    <a:pt x="82207" y="13715"/>
                  </a:lnTo>
                  <a:lnTo>
                    <a:pt x="132435" y="13715"/>
                  </a:lnTo>
                  <a:lnTo>
                    <a:pt x="132435" y="0"/>
                  </a:lnTo>
                  <a:close/>
                </a:path>
                <a:path w="3204845" h="1270635">
                  <a:moveTo>
                    <a:pt x="220738" y="0"/>
                  </a:moveTo>
                  <a:lnTo>
                    <a:pt x="170497" y="0"/>
                  </a:lnTo>
                  <a:lnTo>
                    <a:pt x="170497" y="13715"/>
                  </a:lnTo>
                  <a:lnTo>
                    <a:pt x="220738" y="13715"/>
                  </a:lnTo>
                  <a:lnTo>
                    <a:pt x="220738" y="0"/>
                  </a:lnTo>
                  <a:close/>
                </a:path>
                <a:path w="3204845" h="1270635">
                  <a:moveTo>
                    <a:pt x="310553" y="0"/>
                  </a:moveTo>
                  <a:lnTo>
                    <a:pt x="258800" y="0"/>
                  </a:lnTo>
                  <a:lnTo>
                    <a:pt x="258800" y="13715"/>
                  </a:lnTo>
                  <a:lnTo>
                    <a:pt x="310553" y="13715"/>
                  </a:lnTo>
                  <a:lnTo>
                    <a:pt x="310553" y="0"/>
                  </a:lnTo>
                  <a:close/>
                </a:path>
                <a:path w="3204845" h="1270635">
                  <a:moveTo>
                    <a:pt x="398843" y="0"/>
                  </a:moveTo>
                  <a:lnTo>
                    <a:pt x="348614" y="0"/>
                  </a:lnTo>
                  <a:lnTo>
                    <a:pt x="348614" y="13715"/>
                  </a:lnTo>
                  <a:lnTo>
                    <a:pt x="398843" y="13715"/>
                  </a:lnTo>
                  <a:lnTo>
                    <a:pt x="398843" y="0"/>
                  </a:lnTo>
                  <a:close/>
                </a:path>
                <a:path w="3204845" h="1270635">
                  <a:moveTo>
                    <a:pt x="487146" y="0"/>
                  </a:moveTo>
                  <a:lnTo>
                    <a:pt x="436905" y="0"/>
                  </a:lnTo>
                  <a:lnTo>
                    <a:pt x="436905" y="13715"/>
                  </a:lnTo>
                  <a:lnTo>
                    <a:pt x="487146" y="13715"/>
                  </a:lnTo>
                  <a:lnTo>
                    <a:pt x="487146" y="0"/>
                  </a:lnTo>
                  <a:close/>
                </a:path>
                <a:path w="3204845" h="1270635">
                  <a:moveTo>
                    <a:pt x="576961" y="0"/>
                  </a:moveTo>
                  <a:lnTo>
                    <a:pt x="525208" y="0"/>
                  </a:lnTo>
                  <a:lnTo>
                    <a:pt x="525208" y="13715"/>
                  </a:lnTo>
                  <a:lnTo>
                    <a:pt x="576961" y="13715"/>
                  </a:lnTo>
                  <a:lnTo>
                    <a:pt x="576961" y="0"/>
                  </a:lnTo>
                  <a:close/>
                </a:path>
                <a:path w="3204845" h="1270635">
                  <a:moveTo>
                    <a:pt x="665264" y="0"/>
                  </a:moveTo>
                  <a:lnTo>
                    <a:pt x="615022" y="0"/>
                  </a:lnTo>
                  <a:lnTo>
                    <a:pt x="615022" y="13715"/>
                  </a:lnTo>
                  <a:lnTo>
                    <a:pt x="665264" y="13715"/>
                  </a:lnTo>
                  <a:lnTo>
                    <a:pt x="665264" y="0"/>
                  </a:lnTo>
                  <a:close/>
                </a:path>
                <a:path w="3204845" h="1270635">
                  <a:moveTo>
                    <a:pt x="753554" y="0"/>
                  </a:moveTo>
                  <a:lnTo>
                    <a:pt x="703313" y="0"/>
                  </a:lnTo>
                  <a:lnTo>
                    <a:pt x="703313" y="13715"/>
                  </a:lnTo>
                  <a:lnTo>
                    <a:pt x="753554" y="13715"/>
                  </a:lnTo>
                  <a:lnTo>
                    <a:pt x="753554" y="0"/>
                  </a:lnTo>
                  <a:close/>
                </a:path>
                <a:path w="3204845" h="1270635">
                  <a:moveTo>
                    <a:pt x="843368" y="0"/>
                  </a:moveTo>
                  <a:lnTo>
                    <a:pt x="791616" y="0"/>
                  </a:lnTo>
                  <a:lnTo>
                    <a:pt x="791616" y="13715"/>
                  </a:lnTo>
                  <a:lnTo>
                    <a:pt x="843368" y="13715"/>
                  </a:lnTo>
                  <a:lnTo>
                    <a:pt x="843368" y="0"/>
                  </a:lnTo>
                  <a:close/>
                </a:path>
                <a:path w="3204845" h="1270635">
                  <a:moveTo>
                    <a:pt x="931671" y="0"/>
                  </a:moveTo>
                  <a:lnTo>
                    <a:pt x="881430" y="0"/>
                  </a:lnTo>
                  <a:lnTo>
                    <a:pt x="881430" y="13715"/>
                  </a:lnTo>
                  <a:lnTo>
                    <a:pt x="931671" y="13715"/>
                  </a:lnTo>
                  <a:lnTo>
                    <a:pt x="931671" y="0"/>
                  </a:lnTo>
                  <a:close/>
                </a:path>
                <a:path w="3204845" h="1270635">
                  <a:moveTo>
                    <a:pt x="1019962" y="0"/>
                  </a:moveTo>
                  <a:lnTo>
                    <a:pt x="969721" y="0"/>
                  </a:lnTo>
                  <a:lnTo>
                    <a:pt x="969721" y="13715"/>
                  </a:lnTo>
                  <a:lnTo>
                    <a:pt x="1019962" y="13715"/>
                  </a:lnTo>
                  <a:lnTo>
                    <a:pt x="1019962" y="0"/>
                  </a:lnTo>
                  <a:close/>
                </a:path>
                <a:path w="3204845" h="1270635">
                  <a:moveTo>
                    <a:pt x="1109776" y="0"/>
                  </a:moveTo>
                  <a:lnTo>
                    <a:pt x="1058024" y="0"/>
                  </a:lnTo>
                  <a:lnTo>
                    <a:pt x="1058024" y="13715"/>
                  </a:lnTo>
                  <a:lnTo>
                    <a:pt x="1109776" y="13715"/>
                  </a:lnTo>
                  <a:lnTo>
                    <a:pt x="1109776" y="0"/>
                  </a:lnTo>
                  <a:close/>
                </a:path>
                <a:path w="3204845" h="1270635">
                  <a:moveTo>
                    <a:pt x="1198079" y="0"/>
                  </a:moveTo>
                  <a:lnTo>
                    <a:pt x="1147838" y="0"/>
                  </a:lnTo>
                  <a:lnTo>
                    <a:pt x="1147838" y="13715"/>
                  </a:lnTo>
                  <a:lnTo>
                    <a:pt x="1198079" y="13715"/>
                  </a:lnTo>
                  <a:lnTo>
                    <a:pt x="1198079" y="0"/>
                  </a:lnTo>
                  <a:close/>
                </a:path>
                <a:path w="3204845" h="1270635">
                  <a:moveTo>
                    <a:pt x="1286370" y="0"/>
                  </a:moveTo>
                  <a:lnTo>
                    <a:pt x="1236129" y="0"/>
                  </a:lnTo>
                  <a:lnTo>
                    <a:pt x="1236129" y="13715"/>
                  </a:lnTo>
                  <a:lnTo>
                    <a:pt x="1286370" y="13715"/>
                  </a:lnTo>
                  <a:lnTo>
                    <a:pt x="1286370" y="0"/>
                  </a:lnTo>
                  <a:close/>
                </a:path>
                <a:path w="3204845" h="1270635">
                  <a:moveTo>
                    <a:pt x="1376184" y="0"/>
                  </a:moveTo>
                  <a:lnTo>
                    <a:pt x="1324432" y="0"/>
                  </a:lnTo>
                  <a:lnTo>
                    <a:pt x="1324432" y="13715"/>
                  </a:lnTo>
                  <a:lnTo>
                    <a:pt x="1376184" y="13715"/>
                  </a:lnTo>
                  <a:lnTo>
                    <a:pt x="1376184" y="0"/>
                  </a:lnTo>
                  <a:close/>
                </a:path>
                <a:path w="3204845" h="1270635">
                  <a:moveTo>
                    <a:pt x="1464487" y="0"/>
                  </a:moveTo>
                  <a:lnTo>
                    <a:pt x="1414246" y="0"/>
                  </a:lnTo>
                  <a:lnTo>
                    <a:pt x="1414246" y="13715"/>
                  </a:lnTo>
                  <a:lnTo>
                    <a:pt x="1464487" y="13715"/>
                  </a:lnTo>
                  <a:lnTo>
                    <a:pt x="1464487" y="0"/>
                  </a:lnTo>
                  <a:close/>
                </a:path>
                <a:path w="3204845" h="1270635">
                  <a:moveTo>
                    <a:pt x="1552778" y="0"/>
                  </a:moveTo>
                  <a:lnTo>
                    <a:pt x="1502537" y="0"/>
                  </a:lnTo>
                  <a:lnTo>
                    <a:pt x="1502537" y="13715"/>
                  </a:lnTo>
                  <a:lnTo>
                    <a:pt x="1552778" y="13715"/>
                  </a:lnTo>
                  <a:lnTo>
                    <a:pt x="1552778" y="0"/>
                  </a:lnTo>
                  <a:close/>
                </a:path>
                <a:path w="3204845" h="1270635">
                  <a:moveTo>
                    <a:pt x="1642592" y="0"/>
                  </a:moveTo>
                  <a:lnTo>
                    <a:pt x="1590840" y="0"/>
                  </a:lnTo>
                  <a:lnTo>
                    <a:pt x="1590840" y="13715"/>
                  </a:lnTo>
                  <a:lnTo>
                    <a:pt x="1642592" y="13715"/>
                  </a:lnTo>
                  <a:lnTo>
                    <a:pt x="1642592" y="0"/>
                  </a:lnTo>
                  <a:close/>
                </a:path>
                <a:path w="3204845" h="1270635">
                  <a:moveTo>
                    <a:pt x="1730895" y="0"/>
                  </a:moveTo>
                  <a:lnTo>
                    <a:pt x="1680654" y="0"/>
                  </a:lnTo>
                  <a:lnTo>
                    <a:pt x="1680654" y="13715"/>
                  </a:lnTo>
                  <a:lnTo>
                    <a:pt x="1730895" y="13715"/>
                  </a:lnTo>
                  <a:lnTo>
                    <a:pt x="1730895" y="0"/>
                  </a:lnTo>
                  <a:close/>
                </a:path>
                <a:path w="3204845" h="1270635">
                  <a:moveTo>
                    <a:pt x="1819186" y="0"/>
                  </a:moveTo>
                  <a:lnTo>
                    <a:pt x="1768944" y="0"/>
                  </a:lnTo>
                  <a:lnTo>
                    <a:pt x="1768944" y="13715"/>
                  </a:lnTo>
                  <a:lnTo>
                    <a:pt x="1819186" y="13715"/>
                  </a:lnTo>
                  <a:lnTo>
                    <a:pt x="1819186" y="0"/>
                  </a:lnTo>
                  <a:close/>
                </a:path>
                <a:path w="3204845" h="1270635">
                  <a:moveTo>
                    <a:pt x="1909000" y="0"/>
                  </a:moveTo>
                  <a:lnTo>
                    <a:pt x="1857247" y="0"/>
                  </a:lnTo>
                  <a:lnTo>
                    <a:pt x="1857247" y="13715"/>
                  </a:lnTo>
                  <a:lnTo>
                    <a:pt x="1909000" y="13715"/>
                  </a:lnTo>
                  <a:lnTo>
                    <a:pt x="1909000" y="0"/>
                  </a:lnTo>
                  <a:close/>
                </a:path>
                <a:path w="3204845" h="1270635">
                  <a:moveTo>
                    <a:pt x="1997303" y="0"/>
                  </a:moveTo>
                  <a:lnTo>
                    <a:pt x="1947062" y="0"/>
                  </a:lnTo>
                  <a:lnTo>
                    <a:pt x="1947062" y="13715"/>
                  </a:lnTo>
                  <a:lnTo>
                    <a:pt x="1997303" y="13715"/>
                  </a:lnTo>
                  <a:lnTo>
                    <a:pt x="1997303" y="0"/>
                  </a:lnTo>
                  <a:close/>
                </a:path>
                <a:path w="3204845" h="1270635">
                  <a:moveTo>
                    <a:pt x="2085593" y="0"/>
                  </a:moveTo>
                  <a:lnTo>
                    <a:pt x="2035352" y="0"/>
                  </a:lnTo>
                  <a:lnTo>
                    <a:pt x="2035352" y="13715"/>
                  </a:lnTo>
                  <a:lnTo>
                    <a:pt x="2085593" y="13715"/>
                  </a:lnTo>
                  <a:lnTo>
                    <a:pt x="2085593" y="0"/>
                  </a:lnTo>
                  <a:close/>
                </a:path>
                <a:path w="3204845" h="1270635">
                  <a:moveTo>
                    <a:pt x="2175408" y="0"/>
                  </a:moveTo>
                  <a:lnTo>
                    <a:pt x="2123655" y="0"/>
                  </a:lnTo>
                  <a:lnTo>
                    <a:pt x="2123655" y="13715"/>
                  </a:lnTo>
                  <a:lnTo>
                    <a:pt x="2175408" y="13715"/>
                  </a:lnTo>
                  <a:lnTo>
                    <a:pt x="2175408" y="0"/>
                  </a:lnTo>
                  <a:close/>
                </a:path>
                <a:path w="3204845" h="1270635">
                  <a:moveTo>
                    <a:pt x="2263711" y="0"/>
                  </a:moveTo>
                  <a:lnTo>
                    <a:pt x="2213470" y="0"/>
                  </a:lnTo>
                  <a:lnTo>
                    <a:pt x="2213470" y="13715"/>
                  </a:lnTo>
                  <a:lnTo>
                    <a:pt x="2263711" y="13715"/>
                  </a:lnTo>
                  <a:lnTo>
                    <a:pt x="2263711" y="0"/>
                  </a:lnTo>
                  <a:close/>
                </a:path>
                <a:path w="3204845" h="1270635">
                  <a:moveTo>
                    <a:pt x="2352001" y="0"/>
                  </a:moveTo>
                  <a:lnTo>
                    <a:pt x="2301773" y="0"/>
                  </a:lnTo>
                  <a:lnTo>
                    <a:pt x="2301773" y="13715"/>
                  </a:lnTo>
                  <a:lnTo>
                    <a:pt x="2352001" y="13715"/>
                  </a:lnTo>
                  <a:lnTo>
                    <a:pt x="2352001" y="0"/>
                  </a:lnTo>
                  <a:close/>
                </a:path>
                <a:path w="3204845" h="1270635">
                  <a:moveTo>
                    <a:pt x="2441816" y="0"/>
                  </a:moveTo>
                  <a:lnTo>
                    <a:pt x="2390063" y="0"/>
                  </a:lnTo>
                  <a:lnTo>
                    <a:pt x="2390063" y="13715"/>
                  </a:lnTo>
                  <a:lnTo>
                    <a:pt x="2441816" y="13715"/>
                  </a:lnTo>
                  <a:lnTo>
                    <a:pt x="2441816" y="0"/>
                  </a:lnTo>
                  <a:close/>
                </a:path>
                <a:path w="3204845" h="1270635">
                  <a:moveTo>
                    <a:pt x="2530119" y="0"/>
                  </a:moveTo>
                  <a:lnTo>
                    <a:pt x="2479878" y="0"/>
                  </a:lnTo>
                  <a:lnTo>
                    <a:pt x="2479878" y="13715"/>
                  </a:lnTo>
                  <a:lnTo>
                    <a:pt x="2530119" y="13715"/>
                  </a:lnTo>
                  <a:lnTo>
                    <a:pt x="2530119" y="0"/>
                  </a:lnTo>
                  <a:close/>
                </a:path>
                <a:path w="3204845" h="1270635">
                  <a:moveTo>
                    <a:pt x="2618409" y="0"/>
                  </a:moveTo>
                  <a:lnTo>
                    <a:pt x="2568181" y="0"/>
                  </a:lnTo>
                  <a:lnTo>
                    <a:pt x="2568181" y="13715"/>
                  </a:lnTo>
                  <a:lnTo>
                    <a:pt x="2618409" y="13715"/>
                  </a:lnTo>
                  <a:lnTo>
                    <a:pt x="2618409" y="0"/>
                  </a:lnTo>
                  <a:close/>
                </a:path>
                <a:path w="3204845" h="1270635">
                  <a:moveTo>
                    <a:pt x="2708236" y="0"/>
                  </a:moveTo>
                  <a:lnTo>
                    <a:pt x="2656471" y="0"/>
                  </a:lnTo>
                  <a:lnTo>
                    <a:pt x="2656471" y="13715"/>
                  </a:lnTo>
                  <a:lnTo>
                    <a:pt x="2708236" y="13715"/>
                  </a:lnTo>
                  <a:lnTo>
                    <a:pt x="2708236" y="0"/>
                  </a:lnTo>
                  <a:close/>
                </a:path>
                <a:path w="3204845" h="1270635">
                  <a:moveTo>
                    <a:pt x="2796527" y="0"/>
                  </a:moveTo>
                  <a:lnTo>
                    <a:pt x="2746286" y="0"/>
                  </a:lnTo>
                  <a:lnTo>
                    <a:pt x="2746286" y="13715"/>
                  </a:lnTo>
                  <a:lnTo>
                    <a:pt x="2796527" y="13715"/>
                  </a:lnTo>
                  <a:lnTo>
                    <a:pt x="2796527" y="0"/>
                  </a:lnTo>
                  <a:close/>
                </a:path>
                <a:path w="3204845" h="1270635">
                  <a:moveTo>
                    <a:pt x="2884817" y="0"/>
                  </a:moveTo>
                  <a:lnTo>
                    <a:pt x="2834589" y="0"/>
                  </a:lnTo>
                  <a:lnTo>
                    <a:pt x="2834589" y="13715"/>
                  </a:lnTo>
                  <a:lnTo>
                    <a:pt x="2884817" y="13715"/>
                  </a:lnTo>
                  <a:lnTo>
                    <a:pt x="2884817" y="0"/>
                  </a:lnTo>
                  <a:close/>
                </a:path>
                <a:path w="3204845" h="1270635">
                  <a:moveTo>
                    <a:pt x="2974644" y="0"/>
                  </a:moveTo>
                  <a:lnTo>
                    <a:pt x="2922879" y="0"/>
                  </a:lnTo>
                  <a:lnTo>
                    <a:pt x="2922879" y="13715"/>
                  </a:lnTo>
                  <a:lnTo>
                    <a:pt x="2974644" y="13715"/>
                  </a:lnTo>
                  <a:lnTo>
                    <a:pt x="2974644" y="0"/>
                  </a:lnTo>
                  <a:close/>
                </a:path>
                <a:path w="3204845" h="1270635">
                  <a:moveTo>
                    <a:pt x="3062935" y="0"/>
                  </a:moveTo>
                  <a:lnTo>
                    <a:pt x="3012693" y="0"/>
                  </a:lnTo>
                  <a:lnTo>
                    <a:pt x="3012693" y="13715"/>
                  </a:lnTo>
                  <a:lnTo>
                    <a:pt x="3062935" y="13715"/>
                  </a:lnTo>
                  <a:lnTo>
                    <a:pt x="3062935" y="0"/>
                  </a:lnTo>
                  <a:close/>
                </a:path>
                <a:path w="3204845" h="1270635">
                  <a:moveTo>
                    <a:pt x="3151225" y="0"/>
                  </a:moveTo>
                  <a:lnTo>
                    <a:pt x="3100997" y="0"/>
                  </a:lnTo>
                  <a:lnTo>
                    <a:pt x="3100997" y="13715"/>
                  </a:lnTo>
                  <a:lnTo>
                    <a:pt x="3151225" y="13715"/>
                  </a:lnTo>
                  <a:lnTo>
                    <a:pt x="3151225" y="0"/>
                  </a:lnTo>
                  <a:close/>
                </a:path>
                <a:path w="3204845" h="1270635">
                  <a:moveTo>
                    <a:pt x="3190811" y="6095"/>
                  </a:moveTo>
                  <a:lnTo>
                    <a:pt x="3190811" y="50266"/>
                  </a:lnTo>
                  <a:lnTo>
                    <a:pt x="3204514" y="50266"/>
                  </a:lnTo>
                  <a:lnTo>
                    <a:pt x="3204514" y="13715"/>
                  </a:lnTo>
                  <a:lnTo>
                    <a:pt x="3198418" y="13715"/>
                  </a:lnTo>
                  <a:lnTo>
                    <a:pt x="3190811" y="6095"/>
                  </a:lnTo>
                  <a:close/>
                </a:path>
                <a:path w="3204845" h="1270635">
                  <a:moveTo>
                    <a:pt x="3204514" y="0"/>
                  </a:moveTo>
                  <a:lnTo>
                    <a:pt x="3189287" y="0"/>
                  </a:lnTo>
                  <a:lnTo>
                    <a:pt x="3189287" y="13715"/>
                  </a:lnTo>
                  <a:lnTo>
                    <a:pt x="3190811" y="13715"/>
                  </a:lnTo>
                  <a:lnTo>
                    <a:pt x="3190811" y="6095"/>
                  </a:lnTo>
                  <a:lnTo>
                    <a:pt x="3204514" y="6095"/>
                  </a:lnTo>
                  <a:lnTo>
                    <a:pt x="3204514" y="0"/>
                  </a:lnTo>
                  <a:close/>
                </a:path>
                <a:path w="3204845" h="1270635">
                  <a:moveTo>
                    <a:pt x="3204514" y="6095"/>
                  </a:moveTo>
                  <a:lnTo>
                    <a:pt x="3190811" y="6095"/>
                  </a:lnTo>
                  <a:lnTo>
                    <a:pt x="3198418" y="13715"/>
                  </a:lnTo>
                  <a:lnTo>
                    <a:pt x="3204514" y="13715"/>
                  </a:lnTo>
                  <a:lnTo>
                    <a:pt x="3204514" y="6095"/>
                  </a:lnTo>
                  <a:close/>
                </a:path>
                <a:path w="3204845" h="1270635">
                  <a:moveTo>
                    <a:pt x="3204514" y="88341"/>
                  </a:moveTo>
                  <a:lnTo>
                    <a:pt x="3190811" y="88341"/>
                  </a:lnTo>
                  <a:lnTo>
                    <a:pt x="3190811" y="138607"/>
                  </a:lnTo>
                  <a:lnTo>
                    <a:pt x="3204514" y="138607"/>
                  </a:lnTo>
                  <a:lnTo>
                    <a:pt x="3204514" y="88341"/>
                  </a:lnTo>
                  <a:close/>
                </a:path>
                <a:path w="3204845" h="1270635">
                  <a:moveTo>
                    <a:pt x="3204514" y="176695"/>
                  </a:moveTo>
                  <a:lnTo>
                    <a:pt x="3190811" y="176695"/>
                  </a:lnTo>
                  <a:lnTo>
                    <a:pt x="3190811" y="226949"/>
                  </a:lnTo>
                  <a:lnTo>
                    <a:pt x="3204514" y="226949"/>
                  </a:lnTo>
                  <a:lnTo>
                    <a:pt x="3204514" y="176695"/>
                  </a:lnTo>
                  <a:close/>
                </a:path>
                <a:path w="3204845" h="1270635">
                  <a:moveTo>
                    <a:pt x="3204514" y="265036"/>
                  </a:moveTo>
                  <a:lnTo>
                    <a:pt x="3190811" y="265036"/>
                  </a:lnTo>
                  <a:lnTo>
                    <a:pt x="3190811" y="316826"/>
                  </a:lnTo>
                  <a:lnTo>
                    <a:pt x="3204514" y="316826"/>
                  </a:lnTo>
                  <a:lnTo>
                    <a:pt x="3204514" y="265036"/>
                  </a:lnTo>
                  <a:close/>
                </a:path>
                <a:path w="3204845" h="1270635">
                  <a:moveTo>
                    <a:pt x="3204514" y="354901"/>
                  </a:moveTo>
                  <a:lnTo>
                    <a:pt x="3190811" y="354901"/>
                  </a:lnTo>
                  <a:lnTo>
                    <a:pt x="3190811" y="405168"/>
                  </a:lnTo>
                  <a:lnTo>
                    <a:pt x="3204514" y="405168"/>
                  </a:lnTo>
                  <a:lnTo>
                    <a:pt x="3204514" y="354901"/>
                  </a:lnTo>
                  <a:close/>
                </a:path>
                <a:path w="3204845" h="1270635">
                  <a:moveTo>
                    <a:pt x="3204514" y="443242"/>
                  </a:moveTo>
                  <a:lnTo>
                    <a:pt x="3190811" y="443242"/>
                  </a:lnTo>
                  <a:lnTo>
                    <a:pt x="3190811" y="493509"/>
                  </a:lnTo>
                  <a:lnTo>
                    <a:pt x="3204514" y="493509"/>
                  </a:lnTo>
                  <a:lnTo>
                    <a:pt x="3204514" y="443242"/>
                  </a:lnTo>
                  <a:close/>
                </a:path>
                <a:path w="3204845" h="1270635">
                  <a:moveTo>
                    <a:pt x="3204514" y="531596"/>
                  </a:moveTo>
                  <a:lnTo>
                    <a:pt x="3190811" y="531596"/>
                  </a:lnTo>
                  <a:lnTo>
                    <a:pt x="3190811" y="583374"/>
                  </a:lnTo>
                  <a:lnTo>
                    <a:pt x="3204514" y="583374"/>
                  </a:lnTo>
                  <a:lnTo>
                    <a:pt x="3204514" y="531596"/>
                  </a:lnTo>
                  <a:close/>
                </a:path>
                <a:path w="3204845" h="1270635">
                  <a:moveTo>
                    <a:pt x="3204514" y="621461"/>
                  </a:moveTo>
                  <a:lnTo>
                    <a:pt x="3190811" y="621461"/>
                  </a:lnTo>
                  <a:lnTo>
                    <a:pt x="3190811" y="671728"/>
                  </a:lnTo>
                  <a:lnTo>
                    <a:pt x="3204514" y="671728"/>
                  </a:lnTo>
                  <a:lnTo>
                    <a:pt x="3204514" y="621461"/>
                  </a:lnTo>
                  <a:close/>
                </a:path>
                <a:path w="3204845" h="1270635">
                  <a:moveTo>
                    <a:pt x="3204514" y="709802"/>
                  </a:moveTo>
                  <a:lnTo>
                    <a:pt x="3190811" y="709802"/>
                  </a:lnTo>
                  <a:lnTo>
                    <a:pt x="3190811" y="760069"/>
                  </a:lnTo>
                  <a:lnTo>
                    <a:pt x="3204514" y="760069"/>
                  </a:lnTo>
                  <a:lnTo>
                    <a:pt x="3204514" y="709802"/>
                  </a:lnTo>
                  <a:close/>
                </a:path>
                <a:path w="3204845" h="1270635">
                  <a:moveTo>
                    <a:pt x="3204514" y="798144"/>
                  </a:moveTo>
                  <a:lnTo>
                    <a:pt x="3190811" y="798144"/>
                  </a:lnTo>
                  <a:lnTo>
                    <a:pt x="3190811" y="849934"/>
                  </a:lnTo>
                  <a:lnTo>
                    <a:pt x="3204514" y="849934"/>
                  </a:lnTo>
                  <a:lnTo>
                    <a:pt x="3204514" y="798144"/>
                  </a:lnTo>
                  <a:close/>
                </a:path>
                <a:path w="3204845" h="1270635">
                  <a:moveTo>
                    <a:pt x="3204514" y="888009"/>
                  </a:moveTo>
                  <a:lnTo>
                    <a:pt x="3190811" y="888009"/>
                  </a:lnTo>
                  <a:lnTo>
                    <a:pt x="3190811" y="938276"/>
                  </a:lnTo>
                  <a:lnTo>
                    <a:pt x="3204514" y="938276"/>
                  </a:lnTo>
                  <a:lnTo>
                    <a:pt x="3204514" y="888009"/>
                  </a:lnTo>
                  <a:close/>
                </a:path>
                <a:path w="3204845" h="1270635">
                  <a:moveTo>
                    <a:pt x="3204514" y="976363"/>
                  </a:moveTo>
                  <a:lnTo>
                    <a:pt x="3190811" y="976363"/>
                  </a:lnTo>
                  <a:lnTo>
                    <a:pt x="3190811" y="1026629"/>
                  </a:lnTo>
                  <a:lnTo>
                    <a:pt x="3204514" y="1026629"/>
                  </a:lnTo>
                  <a:lnTo>
                    <a:pt x="3204514" y="976363"/>
                  </a:lnTo>
                  <a:close/>
                </a:path>
                <a:path w="3204845" h="1270635">
                  <a:moveTo>
                    <a:pt x="3204514" y="1064704"/>
                  </a:moveTo>
                  <a:lnTo>
                    <a:pt x="3190811" y="1064704"/>
                  </a:lnTo>
                  <a:lnTo>
                    <a:pt x="3190811" y="1116495"/>
                  </a:lnTo>
                  <a:lnTo>
                    <a:pt x="3204514" y="1116495"/>
                  </a:lnTo>
                  <a:lnTo>
                    <a:pt x="3204514" y="1064704"/>
                  </a:lnTo>
                  <a:close/>
                </a:path>
                <a:path w="3204845" h="1270635">
                  <a:moveTo>
                    <a:pt x="3204514" y="1154569"/>
                  </a:moveTo>
                  <a:lnTo>
                    <a:pt x="3190811" y="1154569"/>
                  </a:lnTo>
                  <a:lnTo>
                    <a:pt x="3190811" y="1204836"/>
                  </a:lnTo>
                  <a:lnTo>
                    <a:pt x="3204514" y="1204836"/>
                  </a:lnTo>
                  <a:lnTo>
                    <a:pt x="3204514" y="1154569"/>
                  </a:lnTo>
                  <a:close/>
                </a:path>
                <a:path w="3204845" h="1270635">
                  <a:moveTo>
                    <a:pt x="3190811" y="1256626"/>
                  </a:moveTo>
                  <a:lnTo>
                    <a:pt x="3167976" y="1256626"/>
                  </a:lnTo>
                  <a:lnTo>
                    <a:pt x="3167976" y="1270330"/>
                  </a:lnTo>
                  <a:lnTo>
                    <a:pt x="3204514" y="1270330"/>
                  </a:lnTo>
                  <a:lnTo>
                    <a:pt x="3204514" y="1262722"/>
                  </a:lnTo>
                  <a:lnTo>
                    <a:pt x="3190811" y="1262722"/>
                  </a:lnTo>
                  <a:lnTo>
                    <a:pt x="3190811" y="1256626"/>
                  </a:lnTo>
                  <a:close/>
                </a:path>
                <a:path w="3204845" h="1270635">
                  <a:moveTo>
                    <a:pt x="3204514" y="1242910"/>
                  </a:moveTo>
                  <a:lnTo>
                    <a:pt x="3190811" y="1242910"/>
                  </a:lnTo>
                  <a:lnTo>
                    <a:pt x="3190811" y="1262722"/>
                  </a:lnTo>
                  <a:lnTo>
                    <a:pt x="3198418" y="1256626"/>
                  </a:lnTo>
                  <a:lnTo>
                    <a:pt x="3204514" y="1256626"/>
                  </a:lnTo>
                  <a:lnTo>
                    <a:pt x="3204514" y="1242910"/>
                  </a:lnTo>
                  <a:close/>
                </a:path>
                <a:path w="3204845" h="1270635">
                  <a:moveTo>
                    <a:pt x="3204514" y="1256626"/>
                  </a:moveTo>
                  <a:lnTo>
                    <a:pt x="3198418" y="1256626"/>
                  </a:lnTo>
                  <a:lnTo>
                    <a:pt x="3190811" y="1262722"/>
                  </a:lnTo>
                  <a:lnTo>
                    <a:pt x="3204514" y="1262722"/>
                  </a:lnTo>
                  <a:lnTo>
                    <a:pt x="3204514" y="1256626"/>
                  </a:lnTo>
                  <a:close/>
                </a:path>
                <a:path w="3204845" h="1270635">
                  <a:moveTo>
                    <a:pt x="3129915" y="1256626"/>
                  </a:moveTo>
                  <a:lnTo>
                    <a:pt x="3079686" y="1256626"/>
                  </a:lnTo>
                  <a:lnTo>
                    <a:pt x="3079686" y="1270330"/>
                  </a:lnTo>
                  <a:lnTo>
                    <a:pt x="3129915" y="1270330"/>
                  </a:lnTo>
                  <a:lnTo>
                    <a:pt x="3129915" y="1256626"/>
                  </a:lnTo>
                  <a:close/>
                </a:path>
                <a:path w="3204845" h="1270635">
                  <a:moveTo>
                    <a:pt x="3041624" y="1256626"/>
                  </a:moveTo>
                  <a:lnTo>
                    <a:pt x="2989859" y="1256626"/>
                  </a:lnTo>
                  <a:lnTo>
                    <a:pt x="2989859" y="1270330"/>
                  </a:lnTo>
                  <a:lnTo>
                    <a:pt x="3041624" y="1270330"/>
                  </a:lnTo>
                  <a:lnTo>
                    <a:pt x="3041624" y="1256626"/>
                  </a:lnTo>
                  <a:close/>
                </a:path>
                <a:path w="3204845" h="1270635">
                  <a:moveTo>
                    <a:pt x="2951810" y="1256626"/>
                  </a:moveTo>
                  <a:lnTo>
                    <a:pt x="2901568" y="1256626"/>
                  </a:lnTo>
                  <a:lnTo>
                    <a:pt x="2901568" y="1270330"/>
                  </a:lnTo>
                  <a:lnTo>
                    <a:pt x="2951810" y="1270330"/>
                  </a:lnTo>
                  <a:lnTo>
                    <a:pt x="2951810" y="1256626"/>
                  </a:lnTo>
                  <a:close/>
                </a:path>
                <a:path w="3204845" h="1270635">
                  <a:moveTo>
                    <a:pt x="2863507" y="1256626"/>
                  </a:moveTo>
                  <a:lnTo>
                    <a:pt x="2813265" y="1256626"/>
                  </a:lnTo>
                  <a:lnTo>
                    <a:pt x="2813265" y="1270330"/>
                  </a:lnTo>
                  <a:lnTo>
                    <a:pt x="2863507" y="1270330"/>
                  </a:lnTo>
                  <a:lnTo>
                    <a:pt x="2863507" y="1256626"/>
                  </a:lnTo>
                  <a:close/>
                </a:path>
                <a:path w="3204845" h="1270635">
                  <a:moveTo>
                    <a:pt x="2775216" y="1256626"/>
                  </a:moveTo>
                  <a:lnTo>
                    <a:pt x="2723451" y="1256626"/>
                  </a:lnTo>
                  <a:lnTo>
                    <a:pt x="2723451" y="1270330"/>
                  </a:lnTo>
                  <a:lnTo>
                    <a:pt x="2775216" y="1270330"/>
                  </a:lnTo>
                  <a:lnTo>
                    <a:pt x="2775216" y="1256626"/>
                  </a:lnTo>
                  <a:close/>
                </a:path>
                <a:path w="3204845" h="1270635">
                  <a:moveTo>
                    <a:pt x="2685402" y="1256626"/>
                  </a:moveTo>
                  <a:lnTo>
                    <a:pt x="2635161" y="1256626"/>
                  </a:lnTo>
                  <a:lnTo>
                    <a:pt x="2635161" y="1270330"/>
                  </a:lnTo>
                  <a:lnTo>
                    <a:pt x="2685402" y="1270330"/>
                  </a:lnTo>
                  <a:lnTo>
                    <a:pt x="2685402" y="1256626"/>
                  </a:lnTo>
                  <a:close/>
                </a:path>
                <a:path w="3204845" h="1270635">
                  <a:moveTo>
                    <a:pt x="2597099" y="1256626"/>
                  </a:moveTo>
                  <a:lnTo>
                    <a:pt x="2546858" y="1256626"/>
                  </a:lnTo>
                  <a:lnTo>
                    <a:pt x="2546858" y="1270330"/>
                  </a:lnTo>
                  <a:lnTo>
                    <a:pt x="2597099" y="1270330"/>
                  </a:lnTo>
                  <a:lnTo>
                    <a:pt x="2597099" y="1256626"/>
                  </a:lnTo>
                  <a:close/>
                </a:path>
                <a:path w="3204845" h="1270635">
                  <a:moveTo>
                    <a:pt x="2508808" y="1256626"/>
                  </a:moveTo>
                  <a:lnTo>
                    <a:pt x="2457043" y="1256626"/>
                  </a:lnTo>
                  <a:lnTo>
                    <a:pt x="2457043" y="1270330"/>
                  </a:lnTo>
                  <a:lnTo>
                    <a:pt x="2508808" y="1270330"/>
                  </a:lnTo>
                  <a:lnTo>
                    <a:pt x="2508808" y="1256626"/>
                  </a:lnTo>
                  <a:close/>
                </a:path>
                <a:path w="3204845" h="1270635">
                  <a:moveTo>
                    <a:pt x="2418981" y="1256626"/>
                  </a:moveTo>
                  <a:lnTo>
                    <a:pt x="2368753" y="1256626"/>
                  </a:lnTo>
                  <a:lnTo>
                    <a:pt x="2368753" y="1270330"/>
                  </a:lnTo>
                  <a:lnTo>
                    <a:pt x="2418981" y="1270330"/>
                  </a:lnTo>
                  <a:lnTo>
                    <a:pt x="2418981" y="1256626"/>
                  </a:lnTo>
                  <a:close/>
                </a:path>
                <a:path w="3204845" h="1270635">
                  <a:moveTo>
                    <a:pt x="2330691" y="1256626"/>
                  </a:moveTo>
                  <a:lnTo>
                    <a:pt x="2280450" y="1256626"/>
                  </a:lnTo>
                  <a:lnTo>
                    <a:pt x="2280450" y="1270330"/>
                  </a:lnTo>
                  <a:lnTo>
                    <a:pt x="2330691" y="1270330"/>
                  </a:lnTo>
                  <a:lnTo>
                    <a:pt x="2330691" y="1256626"/>
                  </a:lnTo>
                  <a:close/>
                </a:path>
                <a:path w="3204845" h="1270635">
                  <a:moveTo>
                    <a:pt x="2242400" y="1256626"/>
                  </a:moveTo>
                  <a:lnTo>
                    <a:pt x="2190635" y="1256626"/>
                  </a:lnTo>
                  <a:lnTo>
                    <a:pt x="2190635" y="1270330"/>
                  </a:lnTo>
                  <a:lnTo>
                    <a:pt x="2242400" y="1270330"/>
                  </a:lnTo>
                  <a:lnTo>
                    <a:pt x="2242400" y="1256626"/>
                  </a:lnTo>
                  <a:close/>
                </a:path>
                <a:path w="3204845" h="1270635">
                  <a:moveTo>
                    <a:pt x="2152573" y="1256626"/>
                  </a:moveTo>
                  <a:lnTo>
                    <a:pt x="2102345" y="1256626"/>
                  </a:lnTo>
                  <a:lnTo>
                    <a:pt x="2102345" y="1270330"/>
                  </a:lnTo>
                  <a:lnTo>
                    <a:pt x="2152573" y="1270330"/>
                  </a:lnTo>
                  <a:lnTo>
                    <a:pt x="2152573" y="1256626"/>
                  </a:lnTo>
                  <a:close/>
                </a:path>
                <a:path w="3204845" h="1270635">
                  <a:moveTo>
                    <a:pt x="2064283" y="1256626"/>
                  </a:moveTo>
                  <a:lnTo>
                    <a:pt x="2014042" y="1256626"/>
                  </a:lnTo>
                  <a:lnTo>
                    <a:pt x="2014042" y="1270330"/>
                  </a:lnTo>
                  <a:lnTo>
                    <a:pt x="2064283" y="1270330"/>
                  </a:lnTo>
                  <a:lnTo>
                    <a:pt x="2064283" y="1256626"/>
                  </a:lnTo>
                  <a:close/>
                </a:path>
                <a:path w="3204845" h="1270635">
                  <a:moveTo>
                    <a:pt x="1975992" y="1256626"/>
                  </a:moveTo>
                  <a:lnTo>
                    <a:pt x="1924227" y="1256626"/>
                  </a:lnTo>
                  <a:lnTo>
                    <a:pt x="1924227" y="1270330"/>
                  </a:lnTo>
                  <a:lnTo>
                    <a:pt x="1975992" y="1270330"/>
                  </a:lnTo>
                  <a:lnTo>
                    <a:pt x="1975992" y="1256626"/>
                  </a:lnTo>
                  <a:close/>
                </a:path>
                <a:path w="3204845" h="1270635">
                  <a:moveTo>
                    <a:pt x="1886165" y="1256626"/>
                  </a:moveTo>
                  <a:lnTo>
                    <a:pt x="1835937" y="1256626"/>
                  </a:lnTo>
                  <a:lnTo>
                    <a:pt x="1835937" y="1270330"/>
                  </a:lnTo>
                  <a:lnTo>
                    <a:pt x="1886165" y="1270330"/>
                  </a:lnTo>
                  <a:lnTo>
                    <a:pt x="1886165" y="1256626"/>
                  </a:lnTo>
                  <a:close/>
                </a:path>
                <a:path w="3204845" h="1270635">
                  <a:moveTo>
                    <a:pt x="1797875" y="1256626"/>
                  </a:moveTo>
                  <a:lnTo>
                    <a:pt x="1747634" y="1256626"/>
                  </a:lnTo>
                  <a:lnTo>
                    <a:pt x="1747634" y="1270330"/>
                  </a:lnTo>
                  <a:lnTo>
                    <a:pt x="1797875" y="1270330"/>
                  </a:lnTo>
                  <a:lnTo>
                    <a:pt x="1797875" y="1256626"/>
                  </a:lnTo>
                  <a:close/>
                </a:path>
                <a:path w="3204845" h="1270635">
                  <a:moveTo>
                    <a:pt x="1709585" y="1256626"/>
                  </a:moveTo>
                  <a:lnTo>
                    <a:pt x="1657819" y="1256626"/>
                  </a:lnTo>
                  <a:lnTo>
                    <a:pt x="1657819" y="1270330"/>
                  </a:lnTo>
                  <a:lnTo>
                    <a:pt x="1709585" y="1270330"/>
                  </a:lnTo>
                  <a:lnTo>
                    <a:pt x="1709585" y="1256626"/>
                  </a:lnTo>
                  <a:close/>
                </a:path>
                <a:path w="3204845" h="1270635">
                  <a:moveTo>
                    <a:pt x="1619758" y="1256626"/>
                  </a:moveTo>
                  <a:lnTo>
                    <a:pt x="1569529" y="1256626"/>
                  </a:lnTo>
                  <a:lnTo>
                    <a:pt x="1569529" y="1270330"/>
                  </a:lnTo>
                  <a:lnTo>
                    <a:pt x="1619758" y="1270330"/>
                  </a:lnTo>
                  <a:lnTo>
                    <a:pt x="1619758" y="1256626"/>
                  </a:lnTo>
                  <a:close/>
                </a:path>
                <a:path w="3204845" h="1270635">
                  <a:moveTo>
                    <a:pt x="1531467" y="1256626"/>
                  </a:moveTo>
                  <a:lnTo>
                    <a:pt x="1481226" y="1256626"/>
                  </a:lnTo>
                  <a:lnTo>
                    <a:pt x="1481226" y="1270330"/>
                  </a:lnTo>
                  <a:lnTo>
                    <a:pt x="1531467" y="1270330"/>
                  </a:lnTo>
                  <a:lnTo>
                    <a:pt x="1531467" y="1256626"/>
                  </a:lnTo>
                  <a:close/>
                </a:path>
                <a:path w="3204845" h="1270635">
                  <a:moveTo>
                    <a:pt x="1443177" y="1256626"/>
                  </a:moveTo>
                  <a:lnTo>
                    <a:pt x="1391412" y="1256626"/>
                  </a:lnTo>
                  <a:lnTo>
                    <a:pt x="1391412" y="1270330"/>
                  </a:lnTo>
                  <a:lnTo>
                    <a:pt x="1443177" y="1270330"/>
                  </a:lnTo>
                  <a:lnTo>
                    <a:pt x="1443177" y="1256626"/>
                  </a:lnTo>
                  <a:close/>
                </a:path>
                <a:path w="3204845" h="1270635">
                  <a:moveTo>
                    <a:pt x="1353350" y="1256626"/>
                  </a:moveTo>
                  <a:lnTo>
                    <a:pt x="1303121" y="1256626"/>
                  </a:lnTo>
                  <a:lnTo>
                    <a:pt x="1303121" y="1270330"/>
                  </a:lnTo>
                  <a:lnTo>
                    <a:pt x="1353350" y="1270330"/>
                  </a:lnTo>
                  <a:lnTo>
                    <a:pt x="1353350" y="1256626"/>
                  </a:lnTo>
                  <a:close/>
                </a:path>
                <a:path w="3204845" h="1270635">
                  <a:moveTo>
                    <a:pt x="1265059" y="1256626"/>
                  </a:moveTo>
                  <a:lnTo>
                    <a:pt x="1214818" y="1256626"/>
                  </a:lnTo>
                  <a:lnTo>
                    <a:pt x="1214818" y="1270330"/>
                  </a:lnTo>
                  <a:lnTo>
                    <a:pt x="1265059" y="1270330"/>
                  </a:lnTo>
                  <a:lnTo>
                    <a:pt x="1265059" y="1256626"/>
                  </a:lnTo>
                  <a:close/>
                </a:path>
                <a:path w="3204845" h="1270635">
                  <a:moveTo>
                    <a:pt x="1176756" y="1256626"/>
                  </a:moveTo>
                  <a:lnTo>
                    <a:pt x="1125004" y="1256626"/>
                  </a:lnTo>
                  <a:lnTo>
                    <a:pt x="1125004" y="1270330"/>
                  </a:lnTo>
                  <a:lnTo>
                    <a:pt x="1176756" y="1270330"/>
                  </a:lnTo>
                  <a:lnTo>
                    <a:pt x="1176756" y="1256626"/>
                  </a:lnTo>
                  <a:close/>
                </a:path>
                <a:path w="3204845" h="1270635">
                  <a:moveTo>
                    <a:pt x="1086942" y="1256626"/>
                  </a:moveTo>
                  <a:lnTo>
                    <a:pt x="1036713" y="1256626"/>
                  </a:lnTo>
                  <a:lnTo>
                    <a:pt x="1036713" y="1270330"/>
                  </a:lnTo>
                  <a:lnTo>
                    <a:pt x="1086942" y="1270330"/>
                  </a:lnTo>
                  <a:lnTo>
                    <a:pt x="1086942" y="1256626"/>
                  </a:lnTo>
                  <a:close/>
                </a:path>
                <a:path w="3204845" h="1270635">
                  <a:moveTo>
                    <a:pt x="998651" y="1256626"/>
                  </a:moveTo>
                  <a:lnTo>
                    <a:pt x="948410" y="1256626"/>
                  </a:lnTo>
                  <a:lnTo>
                    <a:pt x="948410" y="1270330"/>
                  </a:lnTo>
                  <a:lnTo>
                    <a:pt x="998651" y="1270330"/>
                  </a:lnTo>
                  <a:lnTo>
                    <a:pt x="998651" y="1256626"/>
                  </a:lnTo>
                  <a:close/>
                </a:path>
                <a:path w="3204845" h="1270635">
                  <a:moveTo>
                    <a:pt x="910348" y="1256626"/>
                  </a:moveTo>
                  <a:lnTo>
                    <a:pt x="858596" y="1256626"/>
                  </a:lnTo>
                  <a:lnTo>
                    <a:pt x="858596" y="1270330"/>
                  </a:lnTo>
                  <a:lnTo>
                    <a:pt x="910348" y="1270330"/>
                  </a:lnTo>
                  <a:lnTo>
                    <a:pt x="910348" y="1256626"/>
                  </a:lnTo>
                  <a:close/>
                </a:path>
                <a:path w="3204845" h="1270635">
                  <a:moveTo>
                    <a:pt x="820534" y="1256626"/>
                  </a:moveTo>
                  <a:lnTo>
                    <a:pt x="770293" y="1256626"/>
                  </a:lnTo>
                  <a:lnTo>
                    <a:pt x="770293" y="1270330"/>
                  </a:lnTo>
                  <a:lnTo>
                    <a:pt x="820534" y="1270330"/>
                  </a:lnTo>
                  <a:lnTo>
                    <a:pt x="820534" y="1256626"/>
                  </a:lnTo>
                  <a:close/>
                </a:path>
                <a:path w="3204845" h="1270635">
                  <a:moveTo>
                    <a:pt x="732243" y="1256626"/>
                  </a:moveTo>
                  <a:lnTo>
                    <a:pt x="682002" y="1256626"/>
                  </a:lnTo>
                  <a:lnTo>
                    <a:pt x="682002" y="1270330"/>
                  </a:lnTo>
                  <a:lnTo>
                    <a:pt x="732243" y="1270330"/>
                  </a:lnTo>
                  <a:lnTo>
                    <a:pt x="732243" y="1256626"/>
                  </a:lnTo>
                  <a:close/>
                </a:path>
                <a:path w="3204845" h="1270635">
                  <a:moveTo>
                    <a:pt x="643940" y="1256626"/>
                  </a:moveTo>
                  <a:lnTo>
                    <a:pt x="592188" y="1256626"/>
                  </a:lnTo>
                  <a:lnTo>
                    <a:pt x="592188" y="1270330"/>
                  </a:lnTo>
                  <a:lnTo>
                    <a:pt x="643940" y="1270330"/>
                  </a:lnTo>
                  <a:lnTo>
                    <a:pt x="643940" y="1256626"/>
                  </a:lnTo>
                  <a:close/>
                </a:path>
                <a:path w="3204845" h="1270635">
                  <a:moveTo>
                    <a:pt x="554126" y="1256626"/>
                  </a:moveTo>
                  <a:lnTo>
                    <a:pt x="503885" y="1256626"/>
                  </a:lnTo>
                  <a:lnTo>
                    <a:pt x="503885" y="1270330"/>
                  </a:lnTo>
                  <a:lnTo>
                    <a:pt x="554126" y="1270330"/>
                  </a:lnTo>
                  <a:lnTo>
                    <a:pt x="554126" y="1256626"/>
                  </a:lnTo>
                  <a:close/>
                </a:path>
                <a:path w="3204845" h="1270635">
                  <a:moveTo>
                    <a:pt x="465836" y="1256626"/>
                  </a:moveTo>
                  <a:lnTo>
                    <a:pt x="415594" y="1256626"/>
                  </a:lnTo>
                  <a:lnTo>
                    <a:pt x="415594" y="1270330"/>
                  </a:lnTo>
                  <a:lnTo>
                    <a:pt x="465836" y="1270330"/>
                  </a:lnTo>
                  <a:lnTo>
                    <a:pt x="465836" y="1256626"/>
                  </a:lnTo>
                  <a:close/>
                </a:path>
                <a:path w="3204845" h="1270635">
                  <a:moveTo>
                    <a:pt x="377532" y="1256626"/>
                  </a:moveTo>
                  <a:lnTo>
                    <a:pt x="325780" y="1256626"/>
                  </a:lnTo>
                  <a:lnTo>
                    <a:pt x="325780" y="1270330"/>
                  </a:lnTo>
                  <a:lnTo>
                    <a:pt x="377532" y="1270330"/>
                  </a:lnTo>
                  <a:lnTo>
                    <a:pt x="377532" y="1256626"/>
                  </a:lnTo>
                  <a:close/>
                </a:path>
                <a:path w="3204845" h="1270635">
                  <a:moveTo>
                    <a:pt x="287718" y="1256626"/>
                  </a:moveTo>
                  <a:lnTo>
                    <a:pt x="237477" y="1256626"/>
                  </a:lnTo>
                  <a:lnTo>
                    <a:pt x="237477" y="1270330"/>
                  </a:lnTo>
                  <a:lnTo>
                    <a:pt x="287718" y="1270330"/>
                  </a:lnTo>
                  <a:lnTo>
                    <a:pt x="287718" y="1256626"/>
                  </a:lnTo>
                  <a:close/>
                </a:path>
                <a:path w="3204845" h="1270635">
                  <a:moveTo>
                    <a:pt x="199428" y="1256626"/>
                  </a:moveTo>
                  <a:lnTo>
                    <a:pt x="149186" y="1256626"/>
                  </a:lnTo>
                  <a:lnTo>
                    <a:pt x="149186" y="1270330"/>
                  </a:lnTo>
                  <a:lnTo>
                    <a:pt x="199428" y="1270330"/>
                  </a:lnTo>
                  <a:lnTo>
                    <a:pt x="199428" y="1256626"/>
                  </a:lnTo>
                  <a:close/>
                </a:path>
                <a:path w="3204845" h="1270635">
                  <a:moveTo>
                    <a:pt x="111125" y="1256626"/>
                  </a:moveTo>
                  <a:lnTo>
                    <a:pt x="59372" y="1256626"/>
                  </a:lnTo>
                  <a:lnTo>
                    <a:pt x="59372" y="1270330"/>
                  </a:lnTo>
                  <a:lnTo>
                    <a:pt x="111125" y="1270330"/>
                  </a:lnTo>
                  <a:lnTo>
                    <a:pt x="111125" y="1256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33691" y="703197"/>
            <a:ext cx="72955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8915" algn="l"/>
              </a:tabLst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70"/>
              <a:t> </a:t>
            </a:r>
            <a:r>
              <a:rPr dirty="0" spc="-2150"/>
              <a:t>후위순회의</a:t>
            </a:r>
            <a:r>
              <a:rPr dirty="0" spc="-265"/>
              <a:t> </a:t>
            </a:r>
            <a:r>
              <a:rPr dirty="0" spc="-2095"/>
              <a:t>순환호출순서확인</a:t>
            </a:r>
            <a:r>
              <a:rPr dirty="0"/>
              <a:t>	</a:t>
            </a:r>
            <a:r>
              <a:rPr dirty="0">
                <a:latin typeface="Tw Cen MT"/>
                <a:cs typeface="Tw Cen MT"/>
              </a:rPr>
              <a:t>(tree2.c</a:t>
            </a:r>
            <a:r>
              <a:rPr dirty="0" spc="-110">
                <a:latin typeface="Tw Cen MT"/>
                <a:cs typeface="Tw Cen MT"/>
              </a:rPr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1797" y="1654456"/>
            <a:ext cx="4032250" cy="967105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45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2</a:t>
            </a:r>
            <a:r>
              <a:rPr dirty="0" sz="2400">
                <a:latin typeface="Gulim"/>
                <a:cs typeface="Gulim"/>
              </a:rPr>
              <a:t>장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순환에서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순환호출순서</a:t>
            </a:r>
            <a:endParaRPr sz="2400">
              <a:latin typeface="Gulim"/>
              <a:cs typeface="Gulim"/>
            </a:endParaRPr>
          </a:p>
          <a:p>
            <a:pPr marL="281940">
              <a:lnSpc>
                <a:spcPct val="100000"/>
              </a:lnSpc>
              <a:spcBef>
                <a:spcPts val="1015"/>
              </a:spcBef>
              <a:tabLst>
                <a:tab pos="601980" algn="l"/>
              </a:tabLst>
            </a:pPr>
            <a:r>
              <a:rPr dirty="0" sz="1050" spc="265">
                <a:solidFill>
                  <a:srgbClr val="DD8046"/>
                </a:solidFill>
                <a:latin typeface="Arial"/>
                <a:cs typeface="Arial"/>
              </a:rPr>
              <a:t>□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Gulim"/>
                <a:cs typeface="Gulim"/>
              </a:rPr>
              <a:t>팩토리얼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함수의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호출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순서</a:t>
            </a:r>
            <a:endParaRPr sz="18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1532" y="2958236"/>
            <a:ext cx="3581400" cy="220218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800">
                <a:latin typeface="Arial"/>
                <a:cs typeface="Arial"/>
              </a:rPr>
              <a:t>factorial(5)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factorial(4)</a:t>
            </a:r>
            <a:endParaRPr sz="1800">
              <a:latin typeface="Arial"/>
              <a:cs typeface="Arial"/>
            </a:endParaRPr>
          </a:p>
          <a:p>
            <a:pPr marL="96393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factorial(3)</a:t>
            </a:r>
            <a:endParaRPr sz="1800">
              <a:latin typeface="Arial"/>
              <a:cs typeface="Arial"/>
            </a:endParaRPr>
          </a:p>
          <a:p>
            <a:pPr marL="925830">
              <a:lnSpc>
                <a:spcPct val="100000"/>
              </a:lnSpc>
              <a:spcBef>
                <a:spcPts val="690"/>
              </a:spcBef>
            </a:pP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factorial(2)</a:t>
            </a:r>
            <a:endParaRPr sz="1800">
              <a:latin typeface="Arial"/>
              <a:cs typeface="Arial"/>
            </a:endParaRPr>
          </a:p>
          <a:p>
            <a:pPr marL="925830">
              <a:lnSpc>
                <a:spcPct val="100000"/>
              </a:lnSpc>
              <a:spcBef>
                <a:spcPts val="710"/>
              </a:spcBef>
            </a:pP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factorial(1)</a:t>
            </a:r>
            <a:endParaRPr sz="1800">
              <a:latin typeface="Arial"/>
              <a:cs typeface="Arial"/>
            </a:endParaRPr>
          </a:p>
          <a:p>
            <a:pPr marL="92583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925830">
              <a:lnSpc>
                <a:spcPct val="100000"/>
              </a:lnSpc>
              <a:spcBef>
                <a:spcPts val="690"/>
              </a:spcBef>
            </a:pP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120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0885" y="3709822"/>
            <a:ext cx="2549525" cy="124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14629">
              <a:lnSpc>
                <a:spcPts val="1920"/>
              </a:lnSpc>
              <a:spcBef>
                <a:spcPts val="95"/>
              </a:spcBef>
            </a:pPr>
            <a:r>
              <a:rPr dirty="0" sz="1600" spc="-10">
                <a:latin typeface="Tw Cen MT"/>
                <a:cs typeface="Tw Cen MT"/>
              </a:rPr>
              <a:t>factorial(2)</a:t>
            </a:r>
            <a:endParaRPr sz="1600">
              <a:latin typeface="Tw Cen MT"/>
              <a:cs typeface="Tw Cen MT"/>
            </a:endParaRPr>
          </a:p>
          <a:p>
            <a:pPr algn="ctr" marR="213995">
              <a:lnSpc>
                <a:spcPts val="1920"/>
              </a:lnSpc>
            </a:pPr>
            <a:r>
              <a:rPr dirty="0" sz="1600" spc="-50">
                <a:latin typeface="Tw Cen MT"/>
                <a:cs typeface="Tw Cen MT"/>
              </a:rPr>
              <a:t>{</a:t>
            </a:r>
            <a:endParaRPr sz="1600">
              <a:latin typeface="Tw Cen MT"/>
              <a:cs typeface="Tw Cen MT"/>
            </a:endParaRPr>
          </a:p>
          <a:p>
            <a:pPr algn="ctr" marR="50165">
              <a:lnSpc>
                <a:spcPts val="1920"/>
              </a:lnSpc>
            </a:pPr>
            <a:r>
              <a:rPr dirty="0" sz="1600">
                <a:latin typeface="Tw Cen MT"/>
                <a:cs typeface="Tw Cen MT"/>
              </a:rPr>
              <a:t>if(</a:t>
            </a:r>
            <a:r>
              <a:rPr dirty="0" sz="1600" spc="-1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2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&lt;=</a:t>
            </a:r>
            <a:r>
              <a:rPr dirty="0" sz="1600" spc="-2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1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)</a:t>
            </a:r>
            <a:r>
              <a:rPr dirty="0" sz="1600" spc="-1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return</a:t>
            </a:r>
            <a:r>
              <a:rPr dirty="0" sz="1600" spc="5">
                <a:latin typeface="Tw Cen MT"/>
                <a:cs typeface="Tw Cen MT"/>
              </a:rPr>
              <a:t> </a:t>
            </a:r>
            <a:r>
              <a:rPr dirty="0" sz="1600" spc="-25">
                <a:latin typeface="Tw Cen MT"/>
                <a:cs typeface="Tw Cen MT"/>
              </a:rPr>
              <a:t>1;</a:t>
            </a:r>
            <a:endParaRPr sz="1600">
              <a:latin typeface="Tw Cen MT"/>
              <a:cs typeface="Tw Cen MT"/>
            </a:endParaRPr>
          </a:p>
          <a:p>
            <a:pPr algn="ctr">
              <a:lnSpc>
                <a:spcPts val="1920"/>
              </a:lnSpc>
            </a:pP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else return</a:t>
            </a:r>
            <a:r>
              <a:rPr dirty="0" sz="1600" spc="1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(2</a:t>
            </a:r>
            <a:r>
              <a:rPr dirty="0" sz="1600" spc="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*</a:t>
            </a:r>
            <a:r>
              <a:rPr dirty="0" sz="1600" spc="-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Tw Cen MT"/>
                <a:cs typeface="Tw Cen MT"/>
              </a:rPr>
              <a:t>factorial(2-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1)</a:t>
            </a:r>
            <a:r>
              <a:rPr dirty="0" sz="1600" spc="6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Tw Cen MT"/>
                <a:cs typeface="Tw Cen MT"/>
              </a:rPr>
              <a:t>);</a:t>
            </a:r>
            <a:endParaRPr sz="1600">
              <a:latin typeface="Tw Cen MT"/>
              <a:cs typeface="Tw Cen MT"/>
            </a:endParaRPr>
          </a:p>
          <a:p>
            <a:pPr algn="ctr" marR="213995">
              <a:lnSpc>
                <a:spcPct val="100000"/>
              </a:lnSpc>
            </a:pPr>
            <a:r>
              <a:rPr dirty="0" sz="1600" spc="-50">
                <a:latin typeface="Tw Cen MT"/>
                <a:cs typeface="Tw Cen MT"/>
              </a:rPr>
              <a:t>}</a:t>
            </a:r>
            <a:endParaRPr sz="1600">
              <a:latin typeface="Tw Cen MT"/>
              <a:cs typeface="Tw Cen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83351" y="5075237"/>
            <a:ext cx="3204845" cy="1317625"/>
            <a:chOff x="5783351" y="5075237"/>
            <a:chExt cx="3204845" cy="1317625"/>
          </a:xfrm>
        </p:grpSpPr>
        <p:sp>
          <p:nvSpPr>
            <p:cNvPr id="11" name="object 11"/>
            <p:cNvSpPr/>
            <p:nvPr/>
          </p:nvSpPr>
          <p:spPr>
            <a:xfrm>
              <a:off x="5789434" y="5081333"/>
              <a:ext cx="3192780" cy="1305560"/>
            </a:xfrm>
            <a:custGeom>
              <a:avLst/>
              <a:gdLst/>
              <a:ahLst/>
              <a:cxnLst/>
              <a:rect l="l" t="t" r="r" b="b"/>
              <a:pathLst>
                <a:path w="3192779" h="1305560">
                  <a:moveTo>
                    <a:pt x="3192335" y="0"/>
                  </a:moveTo>
                  <a:lnTo>
                    <a:pt x="0" y="0"/>
                  </a:lnTo>
                  <a:lnTo>
                    <a:pt x="0" y="1305369"/>
                  </a:lnTo>
                  <a:lnTo>
                    <a:pt x="3192335" y="1305369"/>
                  </a:lnTo>
                  <a:lnTo>
                    <a:pt x="319233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83351" y="5075237"/>
              <a:ext cx="3204845" cy="1317625"/>
            </a:xfrm>
            <a:custGeom>
              <a:avLst/>
              <a:gdLst/>
              <a:ahLst/>
              <a:cxnLst/>
              <a:rect l="l" t="t" r="r" b="b"/>
              <a:pathLst>
                <a:path w="3204845" h="1317625">
                  <a:moveTo>
                    <a:pt x="12179" y="1305369"/>
                  </a:moveTo>
                  <a:lnTo>
                    <a:pt x="6083" y="1305369"/>
                  </a:lnTo>
                  <a:lnTo>
                    <a:pt x="6083" y="1317548"/>
                  </a:lnTo>
                  <a:lnTo>
                    <a:pt x="30441" y="1317548"/>
                  </a:lnTo>
                  <a:lnTo>
                    <a:pt x="30441" y="1311465"/>
                  </a:lnTo>
                  <a:lnTo>
                    <a:pt x="12179" y="1311465"/>
                  </a:lnTo>
                  <a:lnTo>
                    <a:pt x="12179" y="1305369"/>
                  </a:lnTo>
                  <a:close/>
                </a:path>
                <a:path w="3204845" h="1317625">
                  <a:moveTo>
                    <a:pt x="12179" y="1261198"/>
                  </a:moveTo>
                  <a:lnTo>
                    <a:pt x="0" y="1261198"/>
                  </a:lnTo>
                  <a:lnTo>
                    <a:pt x="0" y="1311465"/>
                  </a:lnTo>
                  <a:lnTo>
                    <a:pt x="6083" y="1311465"/>
                  </a:lnTo>
                  <a:lnTo>
                    <a:pt x="6083" y="1305369"/>
                  </a:lnTo>
                  <a:lnTo>
                    <a:pt x="12179" y="1305369"/>
                  </a:lnTo>
                  <a:lnTo>
                    <a:pt x="12179" y="1261198"/>
                  </a:lnTo>
                  <a:close/>
                </a:path>
                <a:path w="3204845" h="1317625">
                  <a:moveTo>
                    <a:pt x="30441" y="1305369"/>
                  </a:moveTo>
                  <a:lnTo>
                    <a:pt x="12179" y="1305369"/>
                  </a:lnTo>
                  <a:lnTo>
                    <a:pt x="12179" y="1311465"/>
                  </a:lnTo>
                  <a:lnTo>
                    <a:pt x="30441" y="1311465"/>
                  </a:lnTo>
                  <a:lnTo>
                    <a:pt x="30441" y="1305369"/>
                  </a:lnTo>
                  <a:close/>
                </a:path>
                <a:path w="3204845" h="1317625">
                  <a:moveTo>
                    <a:pt x="12179" y="1172845"/>
                  </a:moveTo>
                  <a:lnTo>
                    <a:pt x="0" y="1172845"/>
                  </a:lnTo>
                  <a:lnTo>
                    <a:pt x="0" y="1223111"/>
                  </a:lnTo>
                  <a:lnTo>
                    <a:pt x="12179" y="1223111"/>
                  </a:lnTo>
                  <a:lnTo>
                    <a:pt x="12179" y="1172845"/>
                  </a:lnTo>
                  <a:close/>
                </a:path>
                <a:path w="3204845" h="1317625">
                  <a:moveTo>
                    <a:pt x="12179" y="1082979"/>
                  </a:moveTo>
                  <a:lnTo>
                    <a:pt x="0" y="1082979"/>
                  </a:lnTo>
                  <a:lnTo>
                    <a:pt x="0" y="1134770"/>
                  </a:lnTo>
                  <a:lnTo>
                    <a:pt x="12179" y="1134770"/>
                  </a:lnTo>
                  <a:lnTo>
                    <a:pt x="12179" y="1082979"/>
                  </a:lnTo>
                  <a:close/>
                </a:path>
                <a:path w="3204845" h="1317625">
                  <a:moveTo>
                    <a:pt x="12179" y="994638"/>
                  </a:moveTo>
                  <a:lnTo>
                    <a:pt x="0" y="994638"/>
                  </a:lnTo>
                  <a:lnTo>
                    <a:pt x="0" y="1044905"/>
                  </a:lnTo>
                  <a:lnTo>
                    <a:pt x="12179" y="1044905"/>
                  </a:lnTo>
                  <a:lnTo>
                    <a:pt x="12179" y="994638"/>
                  </a:lnTo>
                  <a:close/>
                </a:path>
                <a:path w="3204845" h="1317625">
                  <a:moveTo>
                    <a:pt x="12179" y="906297"/>
                  </a:moveTo>
                  <a:lnTo>
                    <a:pt x="0" y="906297"/>
                  </a:lnTo>
                  <a:lnTo>
                    <a:pt x="0" y="956563"/>
                  </a:lnTo>
                  <a:lnTo>
                    <a:pt x="12179" y="956563"/>
                  </a:lnTo>
                  <a:lnTo>
                    <a:pt x="12179" y="906297"/>
                  </a:lnTo>
                  <a:close/>
                </a:path>
                <a:path w="3204845" h="1317625">
                  <a:moveTo>
                    <a:pt x="12179" y="816419"/>
                  </a:moveTo>
                  <a:lnTo>
                    <a:pt x="0" y="816419"/>
                  </a:lnTo>
                  <a:lnTo>
                    <a:pt x="0" y="868210"/>
                  </a:lnTo>
                  <a:lnTo>
                    <a:pt x="12179" y="868210"/>
                  </a:lnTo>
                  <a:lnTo>
                    <a:pt x="12179" y="816419"/>
                  </a:lnTo>
                  <a:close/>
                </a:path>
                <a:path w="3204845" h="1317625">
                  <a:moveTo>
                    <a:pt x="12179" y="728078"/>
                  </a:moveTo>
                  <a:lnTo>
                    <a:pt x="0" y="728078"/>
                  </a:lnTo>
                  <a:lnTo>
                    <a:pt x="0" y="778344"/>
                  </a:lnTo>
                  <a:lnTo>
                    <a:pt x="12179" y="778344"/>
                  </a:lnTo>
                  <a:lnTo>
                    <a:pt x="12179" y="728078"/>
                  </a:lnTo>
                  <a:close/>
                </a:path>
                <a:path w="3204845" h="1317625">
                  <a:moveTo>
                    <a:pt x="12179" y="639737"/>
                  </a:moveTo>
                  <a:lnTo>
                    <a:pt x="0" y="639737"/>
                  </a:lnTo>
                  <a:lnTo>
                    <a:pt x="0" y="690003"/>
                  </a:lnTo>
                  <a:lnTo>
                    <a:pt x="12179" y="690003"/>
                  </a:lnTo>
                  <a:lnTo>
                    <a:pt x="12179" y="639737"/>
                  </a:lnTo>
                  <a:close/>
                </a:path>
                <a:path w="3204845" h="1317625">
                  <a:moveTo>
                    <a:pt x="12179" y="549871"/>
                  </a:moveTo>
                  <a:lnTo>
                    <a:pt x="0" y="549871"/>
                  </a:lnTo>
                  <a:lnTo>
                    <a:pt x="0" y="601662"/>
                  </a:lnTo>
                  <a:lnTo>
                    <a:pt x="12179" y="601662"/>
                  </a:lnTo>
                  <a:lnTo>
                    <a:pt x="12179" y="549871"/>
                  </a:lnTo>
                  <a:close/>
                </a:path>
                <a:path w="3204845" h="1317625">
                  <a:moveTo>
                    <a:pt x="12179" y="461530"/>
                  </a:moveTo>
                  <a:lnTo>
                    <a:pt x="0" y="461530"/>
                  </a:lnTo>
                  <a:lnTo>
                    <a:pt x="0" y="511784"/>
                  </a:lnTo>
                  <a:lnTo>
                    <a:pt x="12179" y="511784"/>
                  </a:lnTo>
                  <a:lnTo>
                    <a:pt x="12179" y="461530"/>
                  </a:lnTo>
                  <a:close/>
                </a:path>
                <a:path w="3204845" h="1317625">
                  <a:moveTo>
                    <a:pt x="12179" y="373176"/>
                  </a:moveTo>
                  <a:lnTo>
                    <a:pt x="0" y="373176"/>
                  </a:lnTo>
                  <a:lnTo>
                    <a:pt x="0" y="423443"/>
                  </a:lnTo>
                  <a:lnTo>
                    <a:pt x="12179" y="423443"/>
                  </a:lnTo>
                  <a:lnTo>
                    <a:pt x="12179" y="373176"/>
                  </a:lnTo>
                  <a:close/>
                </a:path>
                <a:path w="3204845" h="1317625">
                  <a:moveTo>
                    <a:pt x="12179" y="283311"/>
                  </a:moveTo>
                  <a:lnTo>
                    <a:pt x="0" y="283311"/>
                  </a:lnTo>
                  <a:lnTo>
                    <a:pt x="0" y="335102"/>
                  </a:lnTo>
                  <a:lnTo>
                    <a:pt x="12179" y="335102"/>
                  </a:lnTo>
                  <a:lnTo>
                    <a:pt x="12179" y="283311"/>
                  </a:lnTo>
                  <a:close/>
                </a:path>
                <a:path w="3204845" h="1317625">
                  <a:moveTo>
                    <a:pt x="12179" y="194970"/>
                  </a:moveTo>
                  <a:lnTo>
                    <a:pt x="0" y="194970"/>
                  </a:lnTo>
                  <a:lnTo>
                    <a:pt x="0" y="245237"/>
                  </a:lnTo>
                  <a:lnTo>
                    <a:pt x="12179" y="245237"/>
                  </a:lnTo>
                  <a:lnTo>
                    <a:pt x="12179" y="194970"/>
                  </a:lnTo>
                  <a:close/>
                </a:path>
                <a:path w="3204845" h="1317625">
                  <a:moveTo>
                    <a:pt x="12179" y="106629"/>
                  </a:moveTo>
                  <a:lnTo>
                    <a:pt x="0" y="106629"/>
                  </a:lnTo>
                  <a:lnTo>
                    <a:pt x="0" y="156883"/>
                  </a:lnTo>
                  <a:lnTo>
                    <a:pt x="12179" y="156883"/>
                  </a:lnTo>
                  <a:lnTo>
                    <a:pt x="12179" y="106629"/>
                  </a:lnTo>
                  <a:close/>
                </a:path>
                <a:path w="3204845" h="1317625">
                  <a:moveTo>
                    <a:pt x="12179" y="16751"/>
                  </a:moveTo>
                  <a:lnTo>
                    <a:pt x="0" y="16751"/>
                  </a:lnTo>
                  <a:lnTo>
                    <a:pt x="0" y="68541"/>
                  </a:lnTo>
                  <a:lnTo>
                    <a:pt x="12179" y="68541"/>
                  </a:lnTo>
                  <a:lnTo>
                    <a:pt x="12179" y="16751"/>
                  </a:lnTo>
                  <a:close/>
                </a:path>
                <a:path w="3204845" h="1317625">
                  <a:moveTo>
                    <a:pt x="83731" y="0"/>
                  </a:moveTo>
                  <a:lnTo>
                    <a:pt x="31965" y="0"/>
                  </a:lnTo>
                  <a:lnTo>
                    <a:pt x="31965" y="12192"/>
                  </a:lnTo>
                  <a:lnTo>
                    <a:pt x="83731" y="12192"/>
                  </a:lnTo>
                  <a:lnTo>
                    <a:pt x="83731" y="0"/>
                  </a:lnTo>
                  <a:close/>
                </a:path>
                <a:path w="3204845" h="1317625">
                  <a:moveTo>
                    <a:pt x="172021" y="0"/>
                  </a:moveTo>
                  <a:lnTo>
                    <a:pt x="121780" y="0"/>
                  </a:lnTo>
                  <a:lnTo>
                    <a:pt x="121780" y="12192"/>
                  </a:lnTo>
                  <a:lnTo>
                    <a:pt x="172021" y="12192"/>
                  </a:lnTo>
                  <a:lnTo>
                    <a:pt x="172021" y="0"/>
                  </a:lnTo>
                  <a:close/>
                </a:path>
                <a:path w="3204845" h="1317625">
                  <a:moveTo>
                    <a:pt x="260311" y="0"/>
                  </a:moveTo>
                  <a:lnTo>
                    <a:pt x="210083" y="0"/>
                  </a:lnTo>
                  <a:lnTo>
                    <a:pt x="210083" y="12192"/>
                  </a:lnTo>
                  <a:lnTo>
                    <a:pt x="260311" y="12192"/>
                  </a:lnTo>
                  <a:lnTo>
                    <a:pt x="260311" y="0"/>
                  </a:lnTo>
                  <a:close/>
                </a:path>
                <a:path w="3204845" h="1317625">
                  <a:moveTo>
                    <a:pt x="350138" y="0"/>
                  </a:moveTo>
                  <a:lnTo>
                    <a:pt x="298373" y="0"/>
                  </a:lnTo>
                  <a:lnTo>
                    <a:pt x="298373" y="12192"/>
                  </a:lnTo>
                  <a:lnTo>
                    <a:pt x="350138" y="12192"/>
                  </a:lnTo>
                  <a:lnTo>
                    <a:pt x="350138" y="0"/>
                  </a:lnTo>
                  <a:close/>
                </a:path>
                <a:path w="3204845" h="1317625">
                  <a:moveTo>
                    <a:pt x="438429" y="0"/>
                  </a:moveTo>
                  <a:lnTo>
                    <a:pt x="388188" y="0"/>
                  </a:lnTo>
                  <a:lnTo>
                    <a:pt x="388188" y="12192"/>
                  </a:lnTo>
                  <a:lnTo>
                    <a:pt x="438429" y="12192"/>
                  </a:lnTo>
                  <a:lnTo>
                    <a:pt x="438429" y="0"/>
                  </a:lnTo>
                  <a:close/>
                </a:path>
                <a:path w="3204845" h="1317625">
                  <a:moveTo>
                    <a:pt x="526719" y="0"/>
                  </a:moveTo>
                  <a:lnTo>
                    <a:pt x="476491" y="0"/>
                  </a:lnTo>
                  <a:lnTo>
                    <a:pt x="476491" y="12192"/>
                  </a:lnTo>
                  <a:lnTo>
                    <a:pt x="526719" y="12192"/>
                  </a:lnTo>
                  <a:lnTo>
                    <a:pt x="526719" y="0"/>
                  </a:lnTo>
                  <a:close/>
                </a:path>
                <a:path w="3204845" h="1317625">
                  <a:moveTo>
                    <a:pt x="616546" y="0"/>
                  </a:moveTo>
                  <a:lnTo>
                    <a:pt x="564781" y="0"/>
                  </a:lnTo>
                  <a:lnTo>
                    <a:pt x="564781" y="12192"/>
                  </a:lnTo>
                  <a:lnTo>
                    <a:pt x="616546" y="12192"/>
                  </a:lnTo>
                  <a:lnTo>
                    <a:pt x="616546" y="0"/>
                  </a:lnTo>
                  <a:close/>
                </a:path>
                <a:path w="3204845" h="1317625">
                  <a:moveTo>
                    <a:pt x="704837" y="0"/>
                  </a:moveTo>
                  <a:lnTo>
                    <a:pt x="654596" y="0"/>
                  </a:lnTo>
                  <a:lnTo>
                    <a:pt x="654596" y="12192"/>
                  </a:lnTo>
                  <a:lnTo>
                    <a:pt x="704837" y="12192"/>
                  </a:lnTo>
                  <a:lnTo>
                    <a:pt x="704837" y="0"/>
                  </a:lnTo>
                  <a:close/>
                </a:path>
                <a:path w="3204845" h="1317625">
                  <a:moveTo>
                    <a:pt x="793127" y="0"/>
                  </a:moveTo>
                  <a:lnTo>
                    <a:pt x="742899" y="0"/>
                  </a:lnTo>
                  <a:lnTo>
                    <a:pt x="742899" y="12192"/>
                  </a:lnTo>
                  <a:lnTo>
                    <a:pt x="793127" y="12192"/>
                  </a:lnTo>
                  <a:lnTo>
                    <a:pt x="793127" y="0"/>
                  </a:lnTo>
                  <a:close/>
                </a:path>
                <a:path w="3204845" h="1317625">
                  <a:moveTo>
                    <a:pt x="882954" y="0"/>
                  </a:moveTo>
                  <a:lnTo>
                    <a:pt x="831189" y="0"/>
                  </a:lnTo>
                  <a:lnTo>
                    <a:pt x="831189" y="12192"/>
                  </a:lnTo>
                  <a:lnTo>
                    <a:pt x="882954" y="12192"/>
                  </a:lnTo>
                  <a:lnTo>
                    <a:pt x="882954" y="0"/>
                  </a:lnTo>
                  <a:close/>
                </a:path>
                <a:path w="3204845" h="1317625">
                  <a:moveTo>
                    <a:pt x="971245" y="0"/>
                  </a:moveTo>
                  <a:lnTo>
                    <a:pt x="921004" y="0"/>
                  </a:lnTo>
                  <a:lnTo>
                    <a:pt x="921004" y="12192"/>
                  </a:lnTo>
                  <a:lnTo>
                    <a:pt x="971245" y="12192"/>
                  </a:lnTo>
                  <a:lnTo>
                    <a:pt x="971245" y="0"/>
                  </a:lnTo>
                  <a:close/>
                </a:path>
                <a:path w="3204845" h="1317625">
                  <a:moveTo>
                    <a:pt x="1059548" y="0"/>
                  </a:moveTo>
                  <a:lnTo>
                    <a:pt x="1009307" y="0"/>
                  </a:lnTo>
                  <a:lnTo>
                    <a:pt x="1009307" y="12192"/>
                  </a:lnTo>
                  <a:lnTo>
                    <a:pt x="1059548" y="12192"/>
                  </a:lnTo>
                  <a:lnTo>
                    <a:pt x="1059548" y="0"/>
                  </a:lnTo>
                  <a:close/>
                </a:path>
                <a:path w="3204845" h="1317625">
                  <a:moveTo>
                    <a:pt x="1149362" y="0"/>
                  </a:moveTo>
                  <a:lnTo>
                    <a:pt x="1097597" y="0"/>
                  </a:lnTo>
                  <a:lnTo>
                    <a:pt x="1097597" y="12192"/>
                  </a:lnTo>
                  <a:lnTo>
                    <a:pt x="1149362" y="12192"/>
                  </a:lnTo>
                  <a:lnTo>
                    <a:pt x="1149362" y="0"/>
                  </a:lnTo>
                  <a:close/>
                </a:path>
                <a:path w="3204845" h="1317625">
                  <a:moveTo>
                    <a:pt x="1237653" y="0"/>
                  </a:moveTo>
                  <a:lnTo>
                    <a:pt x="1187424" y="0"/>
                  </a:lnTo>
                  <a:lnTo>
                    <a:pt x="1187424" y="12192"/>
                  </a:lnTo>
                  <a:lnTo>
                    <a:pt x="1237653" y="12192"/>
                  </a:lnTo>
                  <a:lnTo>
                    <a:pt x="1237653" y="0"/>
                  </a:lnTo>
                  <a:close/>
                </a:path>
                <a:path w="3204845" h="1317625">
                  <a:moveTo>
                    <a:pt x="1325956" y="0"/>
                  </a:moveTo>
                  <a:lnTo>
                    <a:pt x="1275714" y="0"/>
                  </a:lnTo>
                  <a:lnTo>
                    <a:pt x="1275714" y="12192"/>
                  </a:lnTo>
                  <a:lnTo>
                    <a:pt x="1325956" y="12192"/>
                  </a:lnTo>
                  <a:lnTo>
                    <a:pt x="1325956" y="0"/>
                  </a:lnTo>
                  <a:close/>
                </a:path>
                <a:path w="3204845" h="1317625">
                  <a:moveTo>
                    <a:pt x="1415770" y="0"/>
                  </a:moveTo>
                  <a:lnTo>
                    <a:pt x="1364005" y="0"/>
                  </a:lnTo>
                  <a:lnTo>
                    <a:pt x="1364005" y="12192"/>
                  </a:lnTo>
                  <a:lnTo>
                    <a:pt x="1415770" y="12192"/>
                  </a:lnTo>
                  <a:lnTo>
                    <a:pt x="1415770" y="0"/>
                  </a:lnTo>
                  <a:close/>
                </a:path>
                <a:path w="3204845" h="1317625">
                  <a:moveTo>
                    <a:pt x="1504061" y="0"/>
                  </a:moveTo>
                  <a:lnTo>
                    <a:pt x="1453832" y="0"/>
                  </a:lnTo>
                  <a:lnTo>
                    <a:pt x="1453832" y="12192"/>
                  </a:lnTo>
                  <a:lnTo>
                    <a:pt x="1504061" y="12192"/>
                  </a:lnTo>
                  <a:lnTo>
                    <a:pt x="1504061" y="0"/>
                  </a:lnTo>
                  <a:close/>
                </a:path>
                <a:path w="3204845" h="1317625">
                  <a:moveTo>
                    <a:pt x="1592364" y="0"/>
                  </a:moveTo>
                  <a:lnTo>
                    <a:pt x="1542122" y="0"/>
                  </a:lnTo>
                  <a:lnTo>
                    <a:pt x="1542122" y="12192"/>
                  </a:lnTo>
                  <a:lnTo>
                    <a:pt x="1592364" y="12192"/>
                  </a:lnTo>
                  <a:lnTo>
                    <a:pt x="1592364" y="0"/>
                  </a:lnTo>
                  <a:close/>
                </a:path>
                <a:path w="3204845" h="1317625">
                  <a:moveTo>
                    <a:pt x="1682178" y="0"/>
                  </a:moveTo>
                  <a:lnTo>
                    <a:pt x="1630413" y="0"/>
                  </a:lnTo>
                  <a:lnTo>
                    <a:pt x="1630413" y="12192"/>
                  </a:lnTo>
                  <a:lnTo>
                    <a:pt x="1682178" y="12192"/>
                  </a:lnTo>
                  <a:lnTo>
                    <a:pt x="1682178" y="0"/>
                  </a:lnTo>
                  <a:close/>
                </a:path>
                <a:path w="3204845" h="1317625">
                  <a:moveTo>
                    <a:pt x="1770468" y="0"/>
                  </a:moveTo>
                  <a:lnTo>
                    <a:pt x="1720240" y="0"/>
                  </a:lnTo>
                  <a:lnTo>
                    <a:pt x="1720240" y="12192"/>
                  </a:lnTo>
                  <a:lnTo>
                    <a:pt x="1770468" y="12192"/>
                  </a:lnTo>
                  <a:lnTo>
                    <a:pt x="1770468" y="0"/>
                  </a:lnTo>
                  <a:close/>
                </a:path>
                <a:path w="3204845" h="1317625">
                  <a:moveTo>
                    <a:pt x="1858771" y="0"/>
                  </a:moveTo>
                  <a:lnTo>
                    <a:pt x="1808530" y="0"/>
                  </a:lnTo>
                  <a:lnTo>
                    <a:pt x="1808530" y="12192"/>
                  </a:lnTo>
                  <a:lnTo>
                    <a:pt x="1858771" y="12192"/>
                  </a:lnTo>
                  <a:lnTo>
                    <a:pt x="1858771" y="0"/>
                  </a:lnTo>
                  <a:close/>
                </a:path>
                <a:path w="3204845" h="1317625">
                  <a:moveTo>
                    <a:pt x="1948586" y="0"/>
                  </a:moveTo>
                  <a:lnTo>
                    <a:pt x="1896821" y="0"/>
                  </a:lnTo>
                  <a:lnTo>
                    <a:pt x="1896821" y="12192"/>
                  </a:lnTo>
                  <a:lnTo>
                    <a:pt x="1948586" y="12192"/>
                  </a:lnTo>
                  <a:lnTo>
                    <a:pt x="1948586" y="0"/>
                  </a:lnTo>
                  <a:close/>
                </a:path>
                <a:path w="3204845" h="1317625">
                  <a:moveTo>
                    <a:pt x="2036876" y="0"/>
                  </a:moveTo>
                  <a:lnTo>
                    <a:pt x="1986648" y="0"/>
                  </a:lnTo>
                  <a:lnTo>
                    <a:pt x="1986648" y="12192"/>
                  </a:lnTo>
                  <a:lnTo>
                    <a:pt x="2036876" y="12192"/>
                  </a:lnTo>
                  <a:lnTo>
                    <a:pt x="2036876" y="0"/>
                  </a:lnTo>
                  <a:close/>
                </a:path>
                <a:path w="3204845" h="1317625">
                  <a:moveTo>
                    <a:pt x="2125179" y="0"/>
                  </a:moveTo>
                  <a:lnTo>
                    <a:pt x="2074938" y="0"/>
                  </a:lnTo>
                  <a:lnTo>
                    <a:pt x="2074938" y="12192"/>
                  </a:lnTo>
                  <a:lnTo>
                    <a:pt x="2125179" y="12192"/>
                  </a:lnTo>
                  <a:lnTo>
                    <a:pt x="2125179" y="0"/>
                  </a:lnTo>
                  <a:close/>
                </a:path>
                <a:path w="3204845" h="1317625">
                  <a:moveTo>
                    <a:pt x="2214994" y="0"/>
                  </a:moveTo>
                  <a:lnTo>
                    <a:pt x="2163241" y="0"/>
                  </a:lnTo>
                  <a:lnTo>
                    <a:pt x="2163241" y="12192"/>
                  </a:lnTo>
                  <a:lnTo>
                    <a:pt x="2214994" y="12192"/>
                  </a:lnTo>
                  <a:lnTo>
                    <a:pt x="2214994" y="0"/>
                  </a:lnTo>
                  <a:close/>
                </a:path>
                <a:path w="3204845" h="1317625">
                  <a:moveTo>
                    <a:pt x="2303284" y="0"/>
                  </a:moveTo>
                  <a:lnTo>
                    <a:pt x="2253056" y="0"/>
                  </a:lnTo>
                  <a:lnTo>
                    <a:pt x="2253056" y="12192"/>
                  </a:lnTo>
                  <a:lnTo>
                    <a:pt x="2303284" y="12192"/>
                  </a:lnTo>
                  <a:lnTo>
                    <a:pt x="2303284" y="0"/>
                  </a:lnTo>
                  <a:close/>
                </a:path>
                <a:path w="3204845" h="1317625">
                  <a:moveTo>
                    <a:pt x="2391587" y="0"/>
                  </a:moveTo>
                  <a:lnTo>
                    <a:pt x="2341346" y="0"/>
                  </a:lnTo>
                  <a:lnTo>
                    <a:pt x="2341346" y="12192"/>
                  </a:lnTo>
                  <a:lnTo>
                    <a:pt x="2391587" y="12192"/>
                  </a:lnTo>
                  <a:lnTo>
                    <a:pt x="2391587" y="0"/>
                  </a:lnTo>
                  <a:close/>
                </a:path>
                <a:path w="3204845" h="1317625">
                  <a:moveTo>
                    <a:pt x="2481402" y="0"/>
                  </a:moveTo>
                  <a:lnTo>
                    <a:pt x="2429649" y="0"/>
                  </a:lnTo>
                  <a:lnTo>
                    <a:pt x="2429649" y="12192"/>
                  </a:lnTo>
                  <a:lnTo>
                    <a:pt x="2481402" y="12192"/>
                  </a:lnTo>
                  <a:lnTo>
                    <a:pt x="2481402" y="0"/>
                  </a:lnTo>
                  <a:close/>
                </a:path>
                <a:path w="3204845" h="1317625">
                  <a:moveTo>
                    <a:pt x="2569692" y="0"/>
                  </a:moveTo>
                  <a:lnTo>
                    <a:pt x="2519464" y="0"/>
                  </a:lnTo>
                  <a:lnTo>
                    <a:pt x="2519464" y="12192"/>
                  </a:lnTo>
                  <a:lnTo>
                    <a:pt x="2569692" y="12192"/>
                  </a:lnTo>
                  <a:lnTo>
                    <a:pt x="2569692" y="0"/>
                  </a:lnTo>
                  <a:close/>
                </a:path>
                <a:path w="3204845" h="1317625">
                  <a:moveTo>
                    <a:pt x="2657995" y="0"/>
                  </a:moveTo>
                  <a:lnTo>
                    <a:pt x="2607754" y="0"/>
                  </a:lnTo>
                  <a:lnTo>
                    <a:pt x="2607754" y="12192"/>
                  </a:lnTo>
                  <a:lnTo>
                    <a:pt x="2657995" y="12192"/>
                  </a:lnTo>
                  <a:lnTo>
                    <a:pt x="2657995" y="0"/>
                  </a:lnTo>
                  <a:close/>
                </a:path>
                <a:path w="3204845" h="1317625">
                  <a:moveTo>
                    <a:pt x="2747810" y="0"/>
                  </a:moveTo>
                  <a:lnTo>
                    <a:pt x="2696057" y="0"/>
                  </a:lnTo>
                  <a:lnTo>
                    <a:pt x="2696057" y="12192"/>
                  </a:lnTo>
                  <a:lnTo>
                    <a:pt x="2747810" y="12192"/>
                  </a:lnTo>
                  <a:lnTo>
                    <a:pt x="2747810" y="0"/>
                  </a:lnTo>
                  <a:close/>
                </a:path>
                <a:path w="3204845" h="1317625">
                  <a:moveTo>
                    <a:pt x="2836113" y="0"/>
                  </a:moveTo>
                  <a:lnTo>
                    <a:pt x="2785871" y="0"/>
                  </a:lnTo>
                  <a:lnTo>
                    <a:pt x="2785871" y="12192"/>
                  </a:lnTo>
                  <a:lnTo>
                    <a:pt x="2836113" y="12192"/>
                  </a:lnTo>
                  <a:lnTo>
                    <a:pt x="2836113" y="0"/>
                  </a:lnTo>
                  <a:close/>
                </a:path>
                <a:path w="3204845" h="1317625">
                  <a:moveTo>
                    <a:pt x="2924403" y="0"/>
                  </a:moveTo>
                  <a:lnTo>
                    <a:pt x="2874162" y="0"/>
                  </a:lnTo>
                  <a:lnTo>
                    <a:pt x="2874162" y="12192"/>
                  </a:lnTo>
                  <a:lnTo>
                    <a:pt x="2924403" y="12192"/>
                  </a:lnTo>
                  <a:lnTo>
                    <a:pt x="2924403" y="0"/>
                  </a:lnTo>
                  <a:close/>
                </a:path>
                <a:path w="3204845" h="1317625">
                  <a:moveTo>
                    <a:pt x="3014217" y="0"/>
                  </a:moveTo>
                  <a:lnTo>
                    <a:pt x="2962465" y="0"/>
                  </a:lnTo>
                  <a:lnTo>
                    <a:pt x="2962465" y="12192"/>
                  </a:lnTo>
                  <a:lnTo>
                    <a:pt x="3014217" y="12192"/>
                  </a:lnTo>
                  <a:lnTo>
                    <a:pt x="3014217" y="0"/>
                  </a:lnTo>
                  <a:close/>
                </a:path>
                <a:path w="3204845" h="1317625">
                  <a:moveTo>
                    <a:pt x="3102521" y="0"/>
                  </a:moveTo>
                  <a:lnTo>
                    <a:pt x="3052279" y="0"/>
                  </a:lnTo>
                  <a:lnTo>
                    <a:pt x="3052279" y="12192"/>
                  </a:lnTo>
                  <a:lnTo>
                    <a:pt x="3102521" y="12192"/>
                  </a:lnTo>
                  <a:lnTo>
                    <a:pt x="3102521" y="0"/>
                  </a:lnTo>
                  <a:close/>
                </a:path>
                <a:path w="3204845" h="1317625">
                  <a:moveTo>
                    <a:pt x="3190811" y="0"/>
                  </a:moveTo>
                  <a:lnTo>
                    <a:pt x="3140570" y="0"/>
                  </a:lnTo>
                  <a:lnTo>
                    <a:pt x="3140570" y="12192"/>
                  </a:lnTo>
                  <a:lnTo>
                    <a:pt x="3190811" y="12192"/>
                  </a:lnTo>
                  <a:lnTo>
                    <a:pt x="3190811" y="0"/>
                  </a:lnTo>
                  <a:close/>
                </a:path>
                <a:path w="3204845" h="1317625">
                  <a:moveTo>
                    <a:pt x="3204514" y="38074"/>
                  </a:moveTo>
                  <a:lnTo>
                    <a:pt x="3190811" y="38074"/>
                  </a:lnTo>
                  <a:lnTo>
                    <a:pt x="3190811" y="88341"/>
                  </a:lnTo>
                  <a:lnTo>
                    <a:pt x="3204514" y="88341"/>
                  </a:lnTo>
                  <a:lnTo>
                    <a:pt x="3204514" y="38074"/>
                  </a:lnTo>
                  <a:close/>
                </a:path>
                <a:path w="3204845" h="1317625">
                  <a:moveTo>
                    <a:pt x="3204514" y="126428"/>
                  </a:moveTo>
                  <a:lnTo>
                    <a:pt x="3190811" y="126428"/>
                  </a:lnTo>
                  <a:lnTo>
                    <a:pt x="3190811" y="176695"/>
                  </a:lnTo>
                  <a:lnTo>
                    <a:pt x="3204514" y="176695"/>
                  </a:lnTo>
                  <a:lnTo>
                    <a:pt x="3204514" y="126428"/>
                  </a:lnTo>
                  <a:close/>
                </a:path>
                <a:path w="3204845" h="1317625">
                  <a:moveTo>
                    <a:pt x="3204514" y="214769"/>
                  </a:moveTo>
                  <a:lnTo>
                    <a:pt x="3190811" y="214769"/>
                  </a:lnTo>
                  <a:lnTo>
                    <a:pt x="3190811" y="266560"/>
                  </a:lnTo>
                  <a:lnTo>
                    <a:pt x="3204514" y="266560"/>
                  </a:lnTo>
                  <a:lnTo>
                    <a:pt x="3204514" y="214769"/>
                  </a:lnTo>
                  <a:close/>
                </a:path>
                <a:path w="3204845" h="1317625">
                  <a:moveTo>
                    <a:pt x="3204514" y="304634"/>
                  </a:moveTo>
                  <a:lnTo>
                    <a:pt x="3190811" y="304634"/>
                  </a:lnTo>
                  <a:lnTo>
                    <a:pt x="3190811" y="354901"/>
                  </a:lnTo>
                  <a:lnTo>
                    <a:pt x="3204514" y="354901"/>
                  </a:lnTo>
                  <a:lnTo>
                    <a:pt x="3204514" y="304634"/>
                  </a:lnTo>
                  <a:close/>
                </a:path>
                <a:path w="3204845" h="1317625">
                  <a:moveTo>
                    <a:pt x="3204514" y="392976"/>
                  </a:moveTo>
                  <a:lnTo>
                    <a:pt x="3190811" y="392976"/>
                  </a:lnTo>
                  <a:lnTo>
                    <a:pt x="3190811" y="443242"/>
                  </a:lnTo>
                  <a:lnTo>
                    <a:pt x="3204514" y="443242"/>
                  </a:lnTo>
                  <a:lnTo>
                    <a:pt x="3204514" y="392976"/>
                  </a:lnTo>
                  <a:close/>
                </a:path>
                <a:path w="3204845" h="1317625">
                  <a:moveTo>
                    <a:pt x="3204514" y="481330"/>
                  </a:moveTo>
                  <a:lnTo>
                    <a:pt x="3190811" y="481330"/>
                  </a:lnTo>
                  <a:lnTo>
                    <a:pt x="3190811" y="533120"/>
                  </a:lnTo>
                  <a:lnTo>
                    <a:pt x="3204514" y="533120"/>
                  </a:lnTo>
                  <a:lnTo>
                    <a:pt x="3204514" y="481330"/>
                  </a:lnTo>
                  <a:close/>
                </a:path>
                <a:path w="3204845" h="1317625">
                  <a:moveTo>
                    <a:pt x="3204514" y="571195"/>
                  </a:moveTo>
                  <a:lnTo>
                    <a:pt x="3190811" y="571195"/>
                  </a:lnTo>
                  <a:lnTo>
                    <a:pt x="3190811" y="621461"/>
                  </a:lnTo>
                  <a:lnTo>
                    <a:pt x="3204514" y="621461"/>
                  </a:lnTo>
                  <a:lnTo>
                    <a:pt x="3204514" y="571195"/>
                  </a:lnTo>
                  <a:close/>
                </a:path>
                <a:path w="3204845" h="1317625">
                  <a:moveTo>
                    <a:pt x="3204514" y="659536"/>
                  </a:moveTo>
                  <a:lnTo>
                    <a:pt x="3190811" y="659536"/>
                  </a:lnTo>
                  <a:lnTo>
                    <a:pt x="3190811" y="709802"/>
                  </a:lnTo>
                  <a:lnTo>
                    <a:pt x="3204514" y="709802"/>
                  </a:lnTo>
                  <a:lnTo>
                    <a:pt x="3204514" y="659536"/>
                  </a:lnTo>
                  <a:close/>
                </a:path>
                <a:path w="3204845" h="1317625">
                  <a:moveTo>
                    <a:pt x="3204514" y="747877"/>
                  </a:moveTo>
                  <a:lnTo>
                    <a:pt x="3190811" y="747877"/>
                  </a:lnTo>
                  <a:lnTo>
                    <a:pt x="3190811" y="799668"/>
                  </a:lnTo>
                  <a:lnTo>
                    <a:pt x="3204514" y="799668"/>
                  </a:lnTo>
                  <a:lnTo>
                    <a:pt x="3204514" y="747877"/>
                  </a:lnTo>
                  <a:close/>
                </a:path>
                <a:path w="3204845" h="1317625">
                  <a:moveTo>
                    <a:pt x="3204514" y="837755"/>
                  </a:moveTo>
                  <a:lnTo>
                    <a:pt x="3190811" y="837755"/>
                  </a:lnTo>
                  <a:lnTo>
                    <a:pt x="3190811" y="888009"/>
                  </a:lnTo>
                  <a:lnTo>
                    <a:pt x="3204514" y="888009"/>
                  </a:lnTo>
                  <a:lnTo>
                    <a:pt x="3204514" y="837755"/>
                  </a:lnTo>
                  <a:close/>
                </a:path>
                <a:path w="3204845" h="1317625">
                  <a:moveTo>
                    <a:pt x="3204514" y="926096"/>
                  </a:moveTo>
                  <a:lnTo>
                    <a:pt x="3190811" y="926096"/>
                  </a:lnTo>
                  <a:lnTo>
                    <a:pt x="3190811" y="976363"/>
                  </a:lnTo>
                  <a:lnTo>
                    <a:pt x="3204514" y="976363"/>
                  </a:lnTo>
                  <a:lnTo>
                    <a:pt x="3204514" y="926096"/>
                  </a:lnTo>
                  <a:close/>
                </a:path>
                <a:path w="3204845" h="1317625">
                  <a:moveTo>
                    <a:pt x="3204514" y="1014437"/>
                  </a:moveTo>
                  <a:lnTo>
                    <a:pt x="3190811" y="1014437"/>
                  </a:lnTo>
                  <a:lnTo>
                    <a:pt x="3190811" y="1066228"/>
                  </a:lnTo>
                  <a:lnTo>
                    <a:pt x="3204514" y="1066228"/>
                  </a:lnTo>
                  <a:lnTo>
                    <a:pt x="3204514" y="1014437"/>
                  </a:lnTo>
                  <a:close/>
                </a:path>
                <a:path w="3204845" h="1317625">
                  <a:moveTo>
                    <a:pt x="3204514" y="1104303"/>
                  </a:moveTo>
                  <a:lnTo>
                    <a:pt x="3190811" y="1104303"/>
                  </a:lnTo>
                  <a:lnTo>
                    <a:pt x="3190811" y="1154569"/>
                  </a:lnTo>
                  <a:lnTo>
                    <a:pt x="3204514" y="1154569"/>
                  </a:lnTo>
                  <a:lnTo>
                    <a:pt x="3204514" y="1104303"/>
                  </a:lnTo>
                  <a:close/>
                </a:path>
                <a:path w="3204845" h="1317625">
                  <a:moveTo>
                    <a:pt x="3204514" y="1192657"/>
                  </a:moveTo>
                  <a:lnTo>
                    <a:pt x="3190811" y="1192657"/>
                  </a:lnTo>
                  <a:lnTo>
                    <a:pt x="3190811" y="1242910"/>
                  </a:lnTo>
                  <a:lnTo>
                    <a:pt x="3204514" y="1242910"/>
                  </a:lnTo>
                  <a:lnTo>
                    <a:pt x="3204514" y="1192657"/>
                  </a:lnTo>
                  <a:close/>
                </a:path>
                <a:path w="3204845" h="1317625">
                  <a:moveTo>
                    <a:pt x="3190811" y="1305369"/>
                  </a:moveTo>
                  <a:lnTo>
                    <a:pt x="3177108" y="1305369"/>
                  </a:lnTo>
                  <a:lnTo>
                    <a:pt x="3177108" y="1317548"/>
                  </a:lnTo>
                  <a:lnTo>
                    <a:pt x="3204514" y="1317548"/>
                  </a:lnTo>
                  <a:lnTo>
                    <a:pt x="3204514" y="1311465"/>
                  </a:lnTo>
                  <a:lnTo>
                    <a:pt x="3190811" y="1311465"/>
                  </a:lnTo>
                  <a:lnTo>
                    <a:pt x="3190811" y="1305369"/>
                  </a:lnTo>
                  <a:close/>
                </a:path>
                <a:path w="3204845" h="1317625">
                  <a:moveTo>
                    <a:pt x="3204514" y="1280998"/>
                  </a:moveTo>
                  <a:lnTo>
                    <a:pt x="3190811" y="1280998"/>
                  </a:lnTo>
                  <a:lnTo>
                    <a:pt x="3190811" y="1311465"/>
                  </a:lnTo>
                  <a:lnTo>
                    <a:pt x="3198418" y="1305369"/>
                  </a:lnTo>
                  <a:lnTo>
                    <a:pt x="3204514" y="1305369"/>
                  </a:lnTo>
                  <a:lnTo>
                    <a:pt x="3204514" y="1280998"/>
                  </a:lnTo>
                  <a:close/>
                </a:path>
                <a:path w="3204845" h="1317625">
                  <a:moveTo>
                    <a:pt x="3204514" y="1305369"/>
                  </a:moveTo>
                  <a:lnTo>
                    <a:pt x="3198418" y="1305369"/>
                  </a:lnTo>
                  <a:lnTo>
                    <a:pt x="3190811" y="1311465"/>
                  </a:lnTo>
                  <a:lnTo>
                    <a:pt x="3204514" y="1311465"/>
                  </a:lnTo>
                  <a:lnTo>
                    <a:pt x="3204514" y="1305369"/>
                  </a:lnTo>
                  <a:close/>
                </a:path>
                <a:path w="3204845" h="1317625">
                  <a:moveTo>
                    <a:pt x="3139046" y="1305369"/>
                  </a:moveTo>
                  <a:lnTo>
                    <a:pt x="3088817" y="1305369"/>
                  </a:lnTo>
                  <a:lnTo>
                    <a:pt x="3088817" y="1317548"/>
                  </a:lnTo>
                  <a:lnTo>
                    <a:pt x="3139046" y="1317548"/>
                  </a:lnTo>
                  <a:lnTo>
                    <a:pt x="3139046" y="1305369"/>
                  </a:lnTo>
                  <a:close/>
                </a:path>
                <a:path w="3204845" h="1317625">
                  <a:moveTo>
                    <a:pt x="3050755" y="1305369"/>
                  </a:moveTo>
                  <a:lnTo>
                    <a:pt x="2998990" y="1305369"/>
                  </a:lnTo>
                  <a:lnTo>
                    <a:pt x="2998990" y="1317548"/>
                  </a:lnTo>
                  <a:lnTo>
                    <a:pt x="3050755" y="1317548"/>
                  </a:lnTo>
                  <a:lnTo>
                    <a:pt x="3050755" y="1305369"/>
                  </a:lnTo>
                  <a:close/>
                </a:path>
                <a:path w="3204845" h="1317625">
                  <a:moveTo>
                    <a:pt x="2960941" y="1305369"/>
                  </a:moveTo>
                  <a:lnTo>
                    <a:pt x="2910700" y="1305369"/>
                  </a:lnTo>
                  <a:lnTo>
                    <a:pt x="2910700" y="1317548"/>
                  </a:lnTo>
                  <a:lnTo>
                    <a:pt x="2960941" y="1317548"/>
                  </a:lnTo>
                  <a:lnTo>
                    <a:pt x="2960941" y="1305369"/>
                  </a:lnTo>
                  <a:close/>
                </a:path>
                <a:path w="3204845" h="1317625">
                  <a:moveTo>
                    <a:pt x="2872638" y="1305369"/>
                  </a:moveTo>
                  <a:lnTo>
                    <a:pt x="2822409" y="1305369"/>
                  </a:lnTo>
                  <a:lnTo>
                    <a:pt x="2822409" y="1317548"/>
                  </a:lnTo>
                  <a:lnTo>
                    <a:pt x="2872638" y="1317548"/>
                  </a:lnTo>
                  <a:lnTo>
                    <a:pt x="2872638" y="1305369"/>
                  </a:lnTo>
                  <a:close/>
                </a:path>
                <a:path w="3204845" h="1317625">
                  <a:moveTo>
                    <a:pt x="2784347" y="1305369"/>
                  </a:moveTo>
                  <a:lnTo>
                    <a:pt x="2732582" y="1305369"/>
                  </a:lnTo>
                  <a:lnTo>
                    <a:pt x="2732582" y="1317548"/>
                  </a:lnTo>
                  <a:lnTo>
                    <a:pt x="2784347" y="1317548"/>
                  </a:lnTo>
                  <a:lnTo>
                    <a:pt x="2784347" y="1305369"/>
                  </a:lnTo>
                  <a:close/>
                </a:path>
                <a:path w="3204845" h="1317625">
                  <a:moveTo>
                    <a:pt x="2694533" y="1305369"/>
                  </a:moveTo>
                  <a:lnTo>
                    <a:pt x="2644292" y="1305369"/>
                  </a:lnTo>
                  <a:lnTo>
                    <a:pt x="2644292" y="1317548"/>
                  </a:lnTo>
                  <a:lnTo>
                    <a:pt x="2694533" y="1317548"/>
                  </a:lnTo>
                  <a:lnTo>
                    <a:pt x="2694533" y="1305369"/>
                  </a:lnTo>
                  <a:close/>
                </a:path>
                <a:path w="3204845" h="1317625">
                  <a:moveTo>
                    <a:pt x="2606230" y="1305369"/>
                  </a:moveTo>
                  <a:lnTo>
                    <a:pt x="2556002" y="1305369"/>
                  </a:lnTo>
                  <a:lnTo>
                    <a:pt x="2556002" y="1317548"/>
                  </a:lnTo>
                  <a:lnTo>
                    <a:pt x="2606230" y="1317548"/>
                  </a:lnTo>
                  <a:lnTo>
                    <a:pt x="2606230" y="1305369"/>
                  </a:lnTo>
                  <a:close/>
                </a:path>
                <a:path w="3204845" h="1317625">
                  <a:moveTo>
                    <a:pt x="2517940" y="1305369"/>
                  </a:moveTo>
                  <a:lnTo>
                    <a:pt x="2466174" y="1305369"/>
                  </a:lnTo>
                  <a:lnTo>
                    <a:pt x="2466174" y="1317548"/>
                  </a:lnTo>
                  <a:lnTo>
                    <a:pt x="2517940" y="1317548"/>
                  </a:lnTo>
                  <a:lnTo>
                    <a:pt x="2517940" y="1305369"/>
                  </a:lnTo>
                  <a:close/>
                </a:path>
                <a:path w="3204845" h="1317625">
                  <a:moveTo>
                    <a:pt x="2428125" y="1305369"/>
                  </a:moveTo>
                  <a:lnTo>
                    <a:pt x="2377884" y="1305369"/>
                  </a:lnTo>
                  <a:lnTo>
                    <a:pt x="2377884" y="1317548"/>
                  </a:lnTo>
                  <a:lnTo>
                    <a:pt x="2428125" y="1317548"/>
                  </a:lnTo>
                  <a:lnTo>
                    <a:pt x="2428125" y="1305369"/>
                  </a:lnTo>
                  <a:close/>
                </a:path>
                <a:path w="3204845" h="1317625">
                  <a:moveTo>
                    <a:pt x="2339822" y="1305369"/>
                  </a:moveTo>
                  <a:lnTo>
                    <a:pt x="2289594" y="1305369"/>
                  </a:lnTo>
                  <a:lnTo>
                    <a:pt x="2289594" y="1317548"/>
                  </a:lnTo>
                  <a:lnTo>
                    <a:pt x="2339822" y="1317548"/>
                  </a:lnTo>
                  <a:lnTo>
                    <a:pt x="2339822" y="1305369"/>
                  </a:lnTo>
                  <a:close/>
                </a:path>
                <a:path w="3204845" h="1317625">
                  <a:moveTo>
                    <a:pt x="2251532" y="1305369"/>
                  </a:moveTo>
                  <a:lnTo>
                    <a:pt x="2199766" y="1305369"/>
                  </a:lnTo>
                  <a:lnTo>
                    <a:pt x="2199766" y="1317548"/>
                  </a:lnTo>
                  <a:lnTo>
                    <a:pt x="2251532" y="1317548"/>
                  </a:lnTo>
                  <a:lnTo>
                    <a:pt x="2251532" y="1305369"/>
                  </a:lnTo>
                  <a:close/>
                </a:path>
                <a:path w="3204845" h="1317625">
                  <a:moveTo>
                    <a:pt x="2161717" y="1305369"/>
                  </a:moveTo>
                  <a:lnTo>
                    <a:pt x="2111476" y="1305369"/>
                  </a:lnTo>
                  <a:lnTo>
                    <a:pt x="2111476" y="1317548"/>
                  </a:lnTo>
                  <a:lnTo>
                    <a:pt x="2161717" y="1317548"/>
                  </a:lnTo>
                  <a:lnTo>
                    <a:pt x="2161717" y="1305369"/>
                  </a:lnTo>
                  <a:close/>
                </a:path>
                <a:path w="3204845" h="1317625">
                  <a:moveTo>
                    <a:pt x="2073414" y="1305369"/>
                  </a:moveTo>
                  <a:lnTo>
                    <a:pt x="2023186" y="1305369"/>
                  </a:lnTo>
                  <a:lnTo>
                    <a:pt x="2023186" y="1317548"/>
                  </a:lnTo>
                  <a:lnTo>
                    <a:pt x="2073414" y="1317548"/>
                  </a:lnTo>
                  <a:lnTo>
                    <a:pt x="2073414" y="1305369"/>
                  </a:lnTo>
                  <a:close/>
                </a:path>
                <a:path w="3204845" h="1317625">
                  <a:moveTo>
                    <a:pt x="1985124" y="1305369"/>
                  </a:moveTo>
                  <a:lnTo>
                    <a:pt x="1933359" y="1305369"/>
                  </a:lnTo>
                  <a:lnTo>
                    <a:pt x="1933359" y="1317548"/>
                  </a:lnTo>
                  <a:lnTo>
                    <a:pt x="1985124" y="1317548"/>
                  </a:lnTo>
                  <a:lnTo>
                    <a:pt x="1985124" y="1305369"/>
                  </a:lnTo>
                  <a:close/>
                </a:path>
                <a:path w="3204845" h="1317625">
                  <a:moveTo>
                    <a:pt x="1895309" y="1305369"/>
                  </a:moveTo>
                  <a:lnTo>
                    <a:pt x="1845068" y="1305369"/>
                  </a:lnTo>
                  <a:lnTo>
                    <a:pt x="1845068" y="1317548"/>
                  </a:lnTo>
                  <a:lnTo>
                    <a:pt x="1895309" y="1317548"/>
                  </a:lnTo>
                  <a:lnTo>
                    <a:pt x="1895309" y="1305369"/>
                  </a:lnTo>
                  <a:close/>
                </a:path>
                <a:path w="3204845" h="1317625">
                  <a:moveTo>
                    <a:pt x="1807006" y="1305369"/>
                  </a:moveTo>
                  <a:lnTo>
                    <a:pt x="1756778" y="1305369"/>
                  </a:lnTo>
                  <a:lnTo>
                    <a:pt x="1756778" y="1317548"/>
                  </a:lnTo>
                  <a:lnTo>
                    <a:pt x="1807006" y="1317548"/>
                  </a:lnTo>
                  <a:lnTo>
                    <a:pt x="1807006" y="1305369"/>
                  </a:lnTo>
                  <a:close/>
                </a:path>
                <a:path w="3204845" h="1317625">
                  <a:moveTo>
                    <a:pt x="1718716" y="1305369"/>
                  </a:moveTo>
                  <a:lnTo>
                    <a:pt x="1666951" y="1305369"/>
                  </a:lnTo>
                  <a:lnTo>
                    <a:pt x="1666951" y="1317548"/>
                  </a:lnTo>
                  <a:lnTo>
                    <a:pt x="1718716" y="1317548"/>
                  </a:lnTo>
                  <a:lnTo>
                    <a:pt x="1718716" y="1305369"/>
                  </a:lnTo>
                  <a:close/>
                </a:path>
                <a:path w="3204845" h="1317625">
                  <a:moveTo>
                    <a:pt x="1628902" y="1305369"/>
                  </a:moveTo>
                  <a:lnTo>
                    <a:pt x="1578660" y="1305369"/>
                  </a:lnTo>
                  <a:lnTo>
                    <a:pt x="1578660" y="1317548"/>
                  </a:lnTo>
                  <a:lnTo>
                    <a:pt x="1628902" y="1317548"/>
                  </a:lnTo>
                  <a:lnTo>
                    <a:pt x="1628902" y="1305369"/>
                  </a:lnTo>
                  <a:close/>
                </a:path>
                <a:path w="3204845" h="1317625">
                  <a:moveTo>
                    <a:pt x="1540598" y="1305369"/>
                  </a:moveTo>
                  <a:lnTo>
                    <a:pt x="1490357" y="1305369"/>
                  </a:lnTo>
                  <a:lnTo>
                    <a:pt x="1490357" y="1317548"/>
                  </a:lnTo>
                  <a:lnTo>
                    <a:pt x="1540598" y="1317548"/>
                  </a:lnTo>
                  <a:lnTo>
                    <a:pt x="1540598" y="1305369"/>
                  </a:lnTo>
                  <a:close/>
                </a:path>
                <a:path w="3204845" h="1317625">
                  <a:moveTo>
                    <a:pt x="1452308" y="1305369"/>
                  </a:moveTo>
                  <a:lnTo>
                    <a:pt x="1400543" y="1305369"/>
                  </a:lnTo>
                  <a:lnTo>
                    <a:pt x="1400543" y="1317548"/>
                  </a:lnTo>
                  <a:lnTo>
                    <a:pt x="1452308" y="1317548"/>
                  </a:lnTo>
                  <a:lnTo>
                    <a:pt x="1452308" y="1305369"/>
                  </a:lnTo>
                  <a:close/>
                </a:path>
                <a:path w="3204845" h="1317625">
                  <a:moveTo>
                    <a:pt x="1362481" y="1305369"/>
                  </a:moveTo>
                  <a:lnTo>
                    <a:pt x="1312252" y="1305369"/>
                  </a:lnTo>
                  <a:lnTo>
                    <a:pt x="1312252" y="1317548"/>
                  </a:lnTo>
                  <a:lnTo>
                    <a:pt x="1362481" y="1317548"/>
                  </a:lnTo>
                  <a:lnTo>
                    <a:pt x="1362481" y="1305369"/>
                  </a:lnTo>
                  <a:close/>
                </a:path>
                <a:path w="3204845" h="1317625">
                  <a:moveTo>
                    <a:pt x="1274190" y="1305369"/>
                  </a:moveTo>
                  <a:lnTo>
                    <a:pt x="1223949" y="1305369"/>
                  </a:lnTo>
                  <a:lnTo>
                    <a:pt x="1223949" y="1317548"/>
                  </a:lnTo>
                  <a:lnTo>
                    <a:pt x="1274190" y="1317548"/>
                  </a:lnTo>
                  <a:lnTo>
                    <a:pt x="1274190" y="1305369"/>
                  </a:lnTo>
                  <a:close/>
                </a:path>
                <a:path w="3204845" h="1317625">
                  <a:moveTo>
                    <a:pt x="1185900" y="1305369"/>
                  </a:moveTo>
                  <a:lnTo>
                    <a:pt x="1134135" y="1305369"/>
                  </a:lnTo>
                  <a:lnTo>
                    <a:pt x="1134135" y="1317548"/>
                  </a:lnTo>
                  <a:lnTo>
                    <a:pt x="1185900" y="1317548"/>
                  </a:lnTo>
                  <a:lnTo>
                    <a:pt x="1185900" y="1305369"/>
                  </a:lnTo>
                  <a:close/>
                </a:path>
                <a:path w="3204845" h="1317625">
                  <a:moveTo>
                    <a:pt x="1096073" y="1305369"/>
                  </a:moveTo>
                  <a:lnTo>
                    <a:pt x="1045844" y="1305369"/>
                  </a:lnTo>
                  <a:lnTo>
                    <a:pt x="1045844" y="1317548"/>
                  </a:lnTo>
                  <a:lnTo>
                    <a:pt x="1096073" y="1317548"/>
                  </a:lnTo>
                  <a:lnTo>
                    <a:pt x="1096073" y="1305369"/>
                  </a:lnTo>
                  <a:close/>
                </a:path>
                <a:path w="3204845" h="1317625">
                  <a:moveTo>
                    <a:pt x="1007783" y="1305369"/>
                  </a:moveTo>
                  <a:lnTo>
                    <a:pt x="957541" y="1305369"/>
                  </a:lnTo>
                  <a:lnTo>
                    <a:pt x="957541" y="1317548"/>
                  </a:lnTo>
                  <a:lnTo>
                    <a:pt x="1007783" y="1317548"/>
                  </a:lnTo>
                  <a:lnTo>
                    <a:pt x="1007783" y="1305369"/>
                  </a:lnTo>
                  <a:close/>
                </a:path>
                <a:path w="3204845" h="1317625">
                  <a:moveTo>
                    <a:pt x="919492" y="1305369"/>
                  </a:moveTo>
                  <a:lnTo>
                    <a:pt x="867727" y="1305369"/>
                  </a:lnTo>
                  <a:lnTo>
                    <a:pt x="867727" y="1317548"/>
                  </a:lnTo>
                  <a:lnTo>
                    <a:pt x="919492" y="1317548"/>
                  </a:lnTo>
                  <a:lnTo>
                    <a:pt x="919492" y="1305369"/>
                  </a:lnTo>
                  <a:close/>
                </a:path>
                <a:path w="3204845" h="1317625">
                  <a:moveTo>
                    <a:pt x="829665" y="1305369"/>
                  </a:moveTo>
                  <a:lnTo>
                    <a:pt x="779437" y="1305369"/>
                  </a:lnTo>
                  <a:lnTo>
                    <a:pt x="779437" y="1317548"/>
                  </a:lnTo>
                  <a:lnTo>
                    <a:pt x="829665" y="1317548"/>
                  </a:lnTo>
                  <a:lnTo>
                    <a:pt x="829665" y="1305369"/>
                  </a:lnTo>
                  <a:close/>
                </a:path>
                <a:path w="3204845" h="1317625">
                  <a:moveTo>
                    <a:pt x="741375" y="1305369"/>
                  </a:moveTo>
                  <a:lnTo>
                    <a:pt x="691134" y="1305369"/>
                  </a:lnTo>
                  <a:lnTo>
                    <a:pt x="691134" y="1317548"/>
                  </a:lnTo>
                  <a:lnTo>
                    <a:pt x="741375" y="1317548"/>
                  </a:lnTo>
                  <a:lnTo>
                    <a:pt x="741375" y="1305369"/>
                  </a:lnTo>
                  <a:close/>
                </a:path>
                <a:path w="3204845" h="1317625">
                  <a:moveTo>
                    <a:pt x="653084" y="1305369"/>
                  </a:moveTo>
                  <a:lnTo>
                    <a:pt x="601319" y="1305369"/>
                  </a:lnTo>
                  <a:lnTo>
                    <a:pt x="601319" y="1317548"/>
                  </a:lnTo>
                  <a:lnTo>
                    <a:pt x="653084" y="1317548"/>
                  </a:lnTo>
                  <a:lnTo>
                    <a:pt x="653084" y="1305369"/>
                  </a:lnTo>
                  <a:close/>
                </a:path>
                <a:path w="3204845" h="1317625">
                  <a:moveTo>
                    <a:pt x="563257" y="1305369"/>
                  </a:moveTo>
                  <a:lnTo>
                    <a:pt x="513029" y="1305369"/>
                  </a:lnTo>
                  <a:lnTo>
                    <a:pt x="513029" y="1317548"/>
                  </a:lnTo>
                  <a:lnTo>
                    <a:pt x="563257" y="1317548"/>
                  </a:lnTo>
                  <a:lnTo>
                    <a:pt x="563257" y="1305369"/>
                  </a:lnTo>
                  <a:close/>
                </a:path>
                <a:path w="3204845" h="1317625">
                  <a:moveTo>
                    <a:pt x="474967" y="1305369"/>
                  </a:moveTo>
                  <a:lnTo>
                    <a:pt x="424726" y="1305369"/>
                  </a:lnTo>
                  <a:lnTo>
                    <a:pt x="424726" y="1317548"/>
                  </a:lnTo>
                  <a:lnTo>
                    <a:pt x="474967" y="1317548"/>
                  </a:lnTo>
                  <a:lnTo>
                    <a:pt x="474967" y="1305369"/>
                  </a:lnTo>
                  <a:close/>
                </a:path>
                <a:path w="3204845" h="1317625">
                  <a:moveTo>
                    <a:pt x="386676" y="1305369"/>
                  </a:moveTo>
                  <a:lnTo>
                    <a:pt x="334911" y="1305369"/>
                  </a:lnTo>
                  <a:lnTo>
                    <a:pt x="334911" y="1317548"/>
                  </a:lnTo>
                  <a:lnTo>
                    <a:pt x="386676" y="1317548"/>
                  </a:lnTo>
                  <a:lnTo>
                    <a:pt x="386676" y="1305369"/>
                  </a:lnTo>
                  <a:close/>
                </a:path>
                <a:path w="3204845" h="1317625">
                  <a:moveTo>
                    <a:pt x="296849" y="1305369"/>
                  </a:moveTo>
                  <a:lnTo>
                    <a:pt x="246621" y="1305369"/>
                  </a:lnTo>
                  <a:lnTo>
                    <a:pt x="246621" y="1317548"/>
                  </a:lnTo>
                  <a:lnTo>
                    <a:pt x="296849" y="1317548"/>
                  </a:lnTo>
                  <a:lnTo>
                    <a:pt x="296849" y="1305369"/>
                  </a:lnTo>
                  <a:close/>
                </a:path>
                <a:path w="3204845" h="1317625">
                  <a:moveTo>
                    <a:pt x="208559" y="1305369"/>
                  </a:moveTo>
                  <a:lnTo>
                    <a:pt x="158318" y="1305369"/>
                  </a:lnTo>
                  <a:lnTo>
                    <a:pt x="158318" y="1317548"/>
                  </a:lnTo>
                  <a:lnTo>
                    <a:pt x="208559" y="1317548"/>
                  </a:lnTo>
                  <a:lnTo>
                    <a:pt x="208559" y="1305369"/>
                  </a:lnTo>
                  <a:close/>
                </a:path>
                <a:path w="3204845" h="1317625">
                  <a:moveTo>
                    <a:pt x="120256" y="1305369"/>
                  </a:moveTo>
                  <a:lnTo>
                    <a:pt x="68503" y="1305369"/>
                  </a:lnTo>
                  <a:lnTo>
                    <a:pt x="68503" y="1317548"/>
                  </a:lnTo>
                  <a:lnTo>
                    <a:pt x="120256" y="1317548"/>
                  </a:lnTo>
                  <a:lnTo>
                    <a:pt x="120256" y="130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607526" y="5102898"/>
            <a:ext cx="1718945" cy="124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56210">
              <a:lnSpc>
                <a:spcPts val="1920"/>
              </a:lnSpc>
              <a:spcBef>
                <a:spcPts val="95"/>
              </a:spcBef>
            </a:pPr>
            <a:r>
              <a:rPr dirty="0" sz="1600" spc="-10">
                <a:latin typeface="Tw Cen MT"/>
                <a:cs typeface="Tw Cen MT"/>
              </a:rPr>
              <a:t>factorial(1)</a:t>
            </a:r>
            <a:endParaRPr sz="1600">
              <a:latin typeface="Tw Cen MT"/>
              <a:cs typeface="Tw Cen MT"/>
            </a:endParaRPr>
          </a:p>
          <a:p>
            <a:pPr algn="ctr" marR="156210">
              <a:lnSpc>
                <a:spcPts val="1920"/>
              </a:lnSpc>
            </a:pPr>
            <a:r>
              <a:rPr dirty="0" sz="1600" spc="-50">
                <a:latin typeface="Tw Cen MT"/>
                <a:cs typeface="Tw Cen MT"/>
              </a:rPr>
              <a:t>{</a:t>
            </a:r>
            <a:endParaRPr sz="1600">
              <a:latin typeface="Tw Cen MT"/>
              <a:cs typeface="Tw Cen MT"/>
            </a:endParaRPr>
          </a:p>
          <a:p>
            <a:pPr algn="ctr">
              <a:lnSpc>
                <a:spcPts val="1920"/>
              </a:lnSpc>
            </a:pP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if(</a:t>
            </a:r>
            <a:r>
              <a:rPr dirty="0" sz="1600" spc="-1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1</a:t>
            </a:r>
            <a:r>
              <a:rPr dirty="0" sz="1600" spc="-2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&lt;=</a:t>
            </a:r>
            <a:r>
              <a:rPr dirty="0" sz="1600" spc="-2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1</a:t>
            </a:r>
            <a:r>
              <a:rPr dirty="0" sz="1600" spc="-2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)</a:t>
            </a:r>
            <a:r>
              <a:rPr dirty="0" sz="1600" spc="-1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return</a:t>
            </a:r>
            <a:r>
              <a:rPr dirty="0" sz="1600" spc="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Tw Cen MT"/>
                <a:cs typeface="Tw Cen MT"/>
              </a:rPr>
              <a:t>1;</a:t>
            </a:r>
            <a:endParaRPr sz="1600">
              <a:latin typeface="Tw Cen MT"/>
              <a:cs typeface="Tw Cen MT"/>
            </a:endParaRPr>
          </a:p>
          <a:p>
            <a:pPr algn="ctr" marL="747395">
              <a:lnSpc>
                <a:spcPts val="1920"/>
              </a:lnSpc>
            </a:pPr>
            <a:r>
              <a:rPr dirty="0" sz="1600" spc="-10">
                <a:latin typeface="Tw Cen MT"/>
                <a:cs typeface="Tw Cen MT"/>
              </a:rPr>
              <a:t>.....</a:t>
            </a:r>
            <a:endParaRPr sz="1600">
              <a:latin typeface="Tw Cen MT"/>
              <a:cs typeface="Tw Cen MT"/>
            </a:endParaRPr>
          </a:p>
          <a:p>
            <a:pPr algn="ctr" marR="156210">
              <a:lnSpc>
                <a:spcPct val="100000"/>
              </a:lnSpc>
            </a:pPr>
            <a:r>
              <a:rPr dirty="0" sz="1600" spc="-50">
                <a:latin typeface="Tw Cen MT"/>
                <a:cs typeface="Tw Cen MT"/>
              </a:rPr>
              <a:t>}</a:t>
            </a:r>
            <a:endParaRPr sz="16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94606" y="3095156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①</a:t>
            </a:r>
            <a:endParaRPr sz="12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8620" y="4443805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②</a:t>
            </a:r>
            <a:endParaRPr sz="12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68543" y="466910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③</a:t>
            </a:r>
            <a:endParaRPr sz="12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8543" y="3274446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④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83351" y="2240597"/>
            <a:ext cx="3212465" cy="1319530"/>
            <a:chOff x="5783351" y="2240597"/>
            <a:chExt cx="3212465" cy="1319530"/>
          </a:xfrm>
        </p:grpSpPr>
        <p:sp>
          <p:nvSpPr>
            <p:cNvPr id="19" name="object 19"/>
            <p:cNvSpPr/>
            <p:nvPr/>
          </p:nvSpPr>
          <p:spPr>
            <a:xfrm>
              <a:off x="5789434" y="2248217"/>
              <a:ext cx="3200400" cy="1305560"/>
            </a:xfrm>
            <a:custGeom>
              <a:avLst/>
              <a:gdLst/>
              <a:ahLst/>
              <a:cxnLst/>
              <a:rect l="l" t="t" r="r" b="b"/>
              <a:pathLst>
                <a:path w="3200400" h="1305560">
                  <a:moveTo>
                    <a:pt x="3199942" y="0"/>
                  </a:moveTo>
                  <a:lnTo>
                    <a:pt x="0" y="0"/>
                  </a:lnTo>
                  <a:lnTo>
                    <a:pt x="0" y="1305369"/>
                  </a:lnTo>
                  <a:lnTo>
                    <a:pt x="3199942" y="1305369"/>
                  </a:lnTo>
                  <a:lnTo>
                    <a:pt x="319994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83351" y="2240597"/>
              <a:ext cx="3212465" cy="1319530"/>
            </a:xfrm>
            <a:custGeom>
              <a:avLst/>
              <a:gdLst/>
              <a:ahLst/>
              <a:cxnLst/>
              <a:rect l="l" t="t" r="r" b="b"/>
              <a:pathLst>
                <a:path w="3212465" h="1319529">
                  <a:moveTo>
                    <a:pt x="12179" y="1306893"/>
                  </a:moveTo>
                  <a:lnTo>
                    <a:pt x="6083" y="1306893"/>
                  </a:lnTo>
                  <a:lnTo>
                    <a:pt x="6083" y="1319072"/>
                  </a:lnTo>
                  <a:lnTo>
                    <a:pt x="47193" y="1319072"/>
                  </a:lnTo>
                  <a:lnTo>
                    <a:pt x="47193" y="1312989"/>
                  </a:lnTo>
                  <a:lnTo>
                    <a:pt x="12179" y="1312989"/>
                  </a:lnTo>
                  <a:lnTo>
                    <a:pt x="12179" y="1306893"/>
                  </a:lnTo>
                  <a:close/>
                </a:path>
                <a:path w="3212465" h="1319529">
                  <a:moveTo>
                    <a:pt x="12179" y="1262722"/>
                  </a:moveTo>
                  <a:lnTo>
                    <a:pt x="0" y="1262722"/>
                  </a:lnTo>
                  <a:lnTo>
                    <a:pt x="0" y="1312989"/>
                  </a:lnTo>
                  <a:lnTo>
                    <a:pt x="6083" y="1312989"/>
                  </a:lnTo>
                  <a:lnTo>
                    <a:pt x="6083" y="1306893"/>
                  </a:lnTo>
                  <a:lnTo>
                    <a:pt x="12179" y="1306893"/>
                  </a:lnTo>
                  <a:lnTo>
                    <a:pt x="12179" y="1262722"/>
                  </a:lnTo>
                  <a:close/>
                </a:path>
                <a:path w="3212465" h="1319529">
                  <a:moveTo>
                    <a:pt x="47193" y="1306893"/>
                  </a:moveTo>
                  <a:lnTo>
                    <a:pt x="12179" y="1306893"/>
                  </a:lnTo>
                  <a:lnTo>
                    <a:pt x="12179" y="1312989"/>
                  </a:lnTo>
                  <a:lnTo>
                    <a:pt x="47193" y="1312989"/>
                  </a:lnTo>
                  <a:lnTo>
                    <a:pt x="47193" y="1306893"/>
                  </a:lnTo>
                  <a:close/>
                </a:path>
                <a:path w="3212465" h="1319529">
                  <a:moveTo>
                    <a:pt x="12179" y="1172844"/>
                  </a:moveTo>
                  <a:lnTo>
                    <a:pt x="0" y="1172844"/>
                  </a:lnTo>
                  <a:lnTo>
                    <a:pt x="0" y="1224635"/>
                  </a:lnTo>
                  <a:lnTo>
                    <a:pt x="12179" y="1224635"/>
                  </a:lnTo>
                  <a:lnTo>
                    <a:pt x="12179" y="1172844"/>
                  </a:lnTo>
                  <a:close/>
                </a:path>
                <a:path w="3212465" h="1319529">
                  <a:moveTo>
                    <a:pt x="12179" y="1084503"/>
                  </a:moveTo>
                  <a:lnTo>
                    <a:pt x="0" y="1084503"/>
                  </a:lnTo>
                  <a:lnTo>
                    <a:pt x="0" y="1134770"/>
                  </a:lnTo>
                  <a:lnTo>
                    <a:pt x="12179" y="1134770"/>
                  </a:lnTo>
                  <a:lnTo>
                    <a:pt x="12179" y="1084503"/>
                  </a:lnTo>
                  <a:close/>
                </a:path>
                <a:path w="3212465" h="1319529">
                  <a:moveTo>
                    <a:pt x="12179" y="996162"/>
                  </a:moveTo>
                  <a:lnTo>
                    <a:pt x="0" y="996162"/>
                  </a:lnTo>
                  <a:lnTo>
                    <a:pt x="0" y="1046429"/>
                  </a:lnTo>
                  <a:lnTo>
                    <a:pt x="12179" y="1046429"/>
                  </a:lnTo>
                  <a:lnTo>
                    <a:pt x="12179" y="996162"/>
                  </a:lnTo>
                  <a:close/>
                </a:path>
                <a:path w="3212465" h="1319529">
                  <a:moveTo>
                    <a:pt x="12179" y="906297"/>
                  </a:moveTo>
                  <a:lnTo>
                    <a:pt x="0" y="906297"/>
                  </a:lnTo>
                  <a:lnTo>
                    <a:pt x="0" y="958088"/>
                  </a:lnTo>
                  <a:lnTo>
                    <a:pt x="12179" y="958088"/>
                  </a:lnTo>
                  <a:lnTo>
                    <a:pt x="12179" y="906297"/>
                  </a:lnTo>
                  <a:close/>
                </a:path>
                <a:path w="3212465" h="1319529">
                  <a:moveTo>
                    <a:pt x="12179" y="817943"/>
                  </a:moveTo>
                  <a:lnTo>
                    <a:pt x="0" y="817943"/>
                  </a:lnTo>
                  <a:lnTo>
                    <a:pt x="0" y="868210"/>
                  </a:lnTo>
                  <a:lnTo>
                    <a:pt x="12179" y="868210"/>
                  </a:lnTo>
                  <a:lnTo>
                    <a:pt x="12179" y="817943"/>
                  </a:lnTo>
                  <a:close/>
                </a:path>
                <a:path w="3212465" h="1319529">
                  <a:moveTo>
                    <a:pt x="12179" y="729602"/>
                  </a:moveTo>
                  <a:lnTo>
                    <a:pt x="0" y="729602"/>
                  </a:lnTo>
                  <a:lnTo>
                    <a:pt x="0" y="779868"/>
                  </a:lnTo>
                  <a:lnTo>
                    <a:pt x="12179" y="779868"/>
                  </a:lnTo>
                  <a:lnTo>
                    <a:pt x="12179" y="729602"/>
                  </a:lnTo>
                  <a:close/>
                </a:path>
                <a:path w="3212465" h="1319529">
                  <a:moveTo>
                    <a:pt x="12179" y="639737"/>
                  </a:moveTo>
                  <a:lnTo>
                    <a:pt x="0" y="639737"/>
                  </a:lnTo>
                  <a:lnTo>
                    <a:pt x="0" y="691527"/>
                  </a:lnTo>
                  <a:lnTo>
                    <a:pt x="12179" y="691527"/>
                  </a:lnTo>
                  <a:lnTo>
                    <a:pt x="12179" y="639737"/>
                  </a:lnTo>
                  <a:close/>
                </a:path>
                <a:path w="3212465" h="1319529">
                  <a:moveTo>
                    <a:pt x="12179" y="551395"/>
                  </a:moveTo>
                  <a:lnTo>
                    <a:pt x="0" y="551395"/>
                  </a:lnTo>
                  <a:lnTo>
                    <a:pt x="0" y="601662"/>
                  </a:lnTo>
                  <a:lnTo>
                    <a:pt x="12179" y="601662"/>
                  </a:lnTo>
                  <a:lnTo>
                    <a:pt x="12179" y="551395"/>
                  </a:lnTo>
                  <a:close/>
                </a:path>
                <a:path w="3212465" h="1319529">
                  <a:moveTo>
                    <a:pt x="12179" y="463041"/>
                  </a:moveTo>
                  <a:lnTo>
                    <a:pt x="0" y="463041"/>
                  </a:lnTo>
                  <a:lnTo>
                    <a:pt x="0" y="513308"/>
                  </a:lnTo>
                  <a:lnTo>
                    <a:pt x="12179" y="513308"/>
                  </a:lnTo>
                  <a:lnTo>
                    <a:pt x="12179" y="463041"/>
                  </a:lnTo>
                  <a:close/>
                </a:path>
                <a:path w="3212465" h="1319529">
                  <a:moveTo>
                    <a:pt x="12179" y="373176"/>
                  </a:moveTo>
                  <a:lnTo>
                    <a:pt x="0" y="373176"/>
                  </a:lnTo>
                  <a:lnTo>
                    <a:pt x="0" y="424967"/>
                  </a:lnTo>
                  <a:lnTo>
                    <a:pt x="12179" y="424967"/>
                  </a:lnTo>
                  <a:lnTo>
                    <a:pt x="12179" y="373176"/>
                  </a:lnTo>
                  <a:close/>
                </a:path>
                <a:path w="3212465" h="1319529">
                  <a:moveTo>
                    <a:pt x="12179" y="284835"/>
                  </a:moveTo>
                  <a:lnTo>
                    <a:pt x="0" y="284835"/>
                  </a:lnTo>
                  <a:lnTo>
                    <a:pt x="0" y="335102"/>
                  </a:lnTo>
                  <a:lnTo>
                    <a:pt x="12179" y="335102"/>
                  </a:lnTo>
                  <a:lnTo>
                    <a:pt x="12179" y="284835"/>
                  </a:lnTo>
                  <a:close/>
                </a:path>
                <a:path w="3212465" h="1319529">
                  <a:moveTo>
                    <a:pt x="12179" y="196494"/>
                  </a:moveTo>
                  <a:lnTo>
                    <a:pt x="0" y="196494"/>
                  </a:lnTo>
                  <a:lnTo>
                    <a:pt x="0" y="246761"/>
                  </a:lnTo>
                  <a:lnTo>
                    <a:pt x="12179" y="246761"/>
                  </a:lnTo>
                  <a:lnTo>
                    <a:pt x="12179" y="196494"/>
                  </a:lnTo>
                  <a:close/>
                </a:path>
                <a:path w="3212465" h="1319529">
                  <a:moveTo>
                    <a:pt x="12179" y="106629"/>
                  </a:moveTo>
                  <a:lnTo>
                    <a:pt x="0" y="106629"/>
                  </a:lnTo>
                  <a:lnTo>
                    <a:pt x="0" y="158407"/>
                  </a:lnTo>
                  <a:lnTo>
                    <a:pt x="12179" y="158407"/>
                  </a:lnTo>
                  <a:lnTo>
                    <a:pt x="12179" y="106629"/>
                  </a:lnTo>
                  <a:close/>
                </a:path>
                <a:path w="3212465" h="1319529">
                  <a:moveTo>
                    <a:pt x="12179" y="18275"/>
                  </a:moveTo>
                  <a:lnTo>
                    <a:pt x="0" y="18275"/>
                  </a:lnTo>
                  <a:lnTo>
                    <a:pt x="0" y="68541"/>
                  </a:lnTo>
                  <a:lnTo>
                    <a:pt x="12179" y="68541"/>
                  </a:lnTo>
                  <a:lnTo>
                    <a:pt x="12179" y="18275"/>
                  </a:lnTo>
                  <a:close/>
                </a:path>
                <a:path w="3212465" h="1319529">
                  <a:moveTo>
                    <a:pt x="83731" y="0"/>
                  </a:moveTo>
                  <a:lnTo>
                    <a:pt x="31965" y="0"/>
                  </a:lnTo>
                  <a:lnTo>
                    <a:pt x="31965" y="13715"/>
                  </a:lnTo>
                  <a:lnTo>
                    <a:pt x="83731" y="13715"/>
                  </a:lnTo>
                  <a:lnTo>
                    <a:pt x="83731" y="0"/>
                  </a:lnTo>
                  <a:close/>
                </a:path>
                <a:path w="3212465" h="1319529">
                  <a:moveTo>
                    <a:pt x="172021" y="0"/>
                  </a:moveTo>
                  <a:lnTo>
                    <a:pt x="121780" y="0"/>
                  </a:lnTo>
                  <a:lnTo>
                    <a:pt x="121780" y="13715"/>
                  </a:lnTo>
                  <a:lnTo>
                    <a:pt x="172021" y="13715"/>
                  </a:lnTo>
                  <a:lnTo>
                    <a:pt x="172021" y="0"/>
                  </a:lnTo>
                  <a:close/>
                </a:path>
                <a:path w="3212465" h="1319529">
                  <a:moveTo>
                    <a:pt x="260311" y="0"/>
                  </a:moveTo>
                  <a:lnTo>
                    <a:pt x="210083" y="0"/>
                  </a:lnTo>
                  <a:lnTo>
                    <a:pt x="210083" y="13715"/>
                  </a:lnTo>
                  <a:lnTo>
                    <a:pt x="260311" y="13715"/>
                  </a:lnTo>
                  <a:lnTo>
                    <a:pt x="260311" y="0"/>
                  </a:lnTo>
                  <a:close/>
                </a:path>
                <a:path w="3212465" h="1319529">
                  <a:moveTo>
                    <a:pt x="350138" y="0"/>
                  </a:moveTo>
                  <a:lnTo>
                    <a:pt x="298373" y="0"/>
                  </a:lnTo>
                  <a:lnTo>
                    <a:pt x="298373" y="13715"/>
                  </a:lnTo>
                  <a:lnTo>
                    <a:pt x="350138" y="13715"/>
                  </a:lnTo>
                  <a:lnTo>
                    <a:pt x="350138" y="0"/>
                  </a:lnTo>
                  <a:close/>
                </a:path>
                <a:path w="3212465" h="1319529">
                  <a:moveTo>
                    <a:pt x="438429" y="0"/>
                  </a:moveTo>
                  <a:lnTo>
                    <a:pt x="388188" y="0"/>
                  </a:lnTo>
                  <a:lnTo>
                    <a:pt x="388188" y="13715"/>
                  </a:lnTo>
                  <a:lnTo>
                    <a:pt x="438429" y="13715"/>
                  </a:lnTo>
                  <a:lnTo>
                    <a:pt x="438429" y="0"/>
                  </a:lnTo>
                  <a:close/>
                </a:path>
                <a:path w="3212465" h="1319529">
                  <a:moveTo>
                    <a:pt x="526719" y="0"/>
                  </a:moveTo>
                  <a:lnTo>
                    <a:pt x="476491" y="0"/>
                  </a:lnTo>
                  <a:lnTo>
                    <a:pt x="476491" y="13715"/>
                  </a:lnTo>
                  <a:lnTo>
                    <a:pt x="526719" y="13715"/>
                  </a:lnTo>
                  <a:lnTo>
                    <a:pt x="526719" y="0"/>
                  </a:lnTo>
                  <a:close/>
                </a:path>
                <a:path w="3212465" h="1319529">
                  <a:moveTo>
                    <a:pt x="616546" y="0"/>
                  </a:moveTo>
                  <a:lnTo>
                    <a:pt x="564781" y="0"/>
                  </a:lnTo>
                  <a:lnTo>
                    <a:pt x="564781" y="13715"/>
                  </a:lnTo>
                  <a:lnTo>
                    <a:pt x="616546" y="13715"/>
                  </a:lnTo>
                  <a:lnTo>
                    <a:pt x="616546" y="0"/>
                  </a:lnTo>
                  <a:close/>
                </a:path>
                <a:path w="3212465" h="1319529">
                  <a:moveTo>
                    <a:pt x="704837" y="0"/>
                  </a:moveTo>
                  <a:lnTo>
                    <a:pt x="654596" y="0"/>
                  </a:lnTo>
                  <a:lnTo>
                    <a:pt x="654596" y="13715"/>
                  </a:lnTo>
                  <a:lnTo>
                    <a:pt x="704837" y="13715"/>
                  </a:lnTo>
                  <a:lnTo>
                    <a:pt x="704837" y="0"/>
                  </a:lnTo>
                  <a:close/>
                </a:path>
                <a:path w="3212465" h="1319529">
                  <a:moveTo>
                    <a:pt x="793127" y="0"/>
                  </a:moveTo>
                  <a:lnTo>
                    <a:pt x="742899" y="0"/>
                  </a:lnTo>
                  <a:lnTo>
                    <a:pt x="742899" y="13715"/>
                  </a:lnTo>
                  <a:lnTo>
                    <a:pt x="793127" y="13715"/>
                  </a:lnTo>
                  <a:lnTo>
                    <a:pt x="793127" y="0"/>
                  </a:lnTo>
                  <a:close/>
                </a:path>
                <a:path w="3212465" h="1319529">
                  <a:moveTo>
                    <a:pt x="882954" y="0"/>
                  </a:moveTo>
                  <a:lnTo>
                    <a:pt x="831189" y="0"/>
                  </a:lnTo>
                  <a:lnTo>
                    <a:pt x="831189" y="13715"/>
                  </a:lnTo>
                  <a:lnTo>
                    <a:pt x="882954" y="13715"/>
                  </a:lnTo>
                  <a:lnTo>
                    <a:pt x="882954" y="0"/>
                  </a:lnTo>
                  <a:close/>
                </a:path>
                <a:path w="3212465" h="1319529">
                  <a:moveTo>
                    <a:pt x="971245" y="0"/>
                  </a:moveTo>
                  <a:lnTo>
                    <a:pt x="921004" y="0"/>
                  </a:lnTo>
                  <a:lnTo>
                    <a:pt x="921004" y="13715"/>
                  </a:lnTo>
                  <a:lnTo>
                    <a:pt x="971245" y="13715"/>
                  </a:lnTo>
                  <a:lnTo>
                    <a:pt x="971245" y="0"/>
                  </a:lnTo>
                  <a:close/>
                </a:path>
                <a:path w="3212465" h="1319529">
                  <a:moveTo>
                    <a:pt x="1059548" y="0"/>
                  </a:moveTo>
                  <a:lnTo>
                    <a:pt x="1009307" y="0"/>
                  </a:lnTo>
                  <a:lnTo>
                    <a:pt x="1009307" y="13715"/>
                  </a:lnTo>
                  <a:lnTo>
                    <a:pt x="1059548" y="13715"/>
                  </a:lnTo>
                  <a:lnTo>
                    <a:pt x="1059548" y="0"/>
                  </a:lnTo>
                  <a:close/>
                </a:path>
                <a:path w="3212465" h="1319529">
                  <a:moveTo>
                    <a:pt x="1149362" y="0"/>
                  </a:moveTo>
                  <a:lnTo>
                    <a:pt x="1097597" y="0"/>
                  </a:lnTo>
                  <a:lnTo>
                    <a:pt x="1097597" y="13715"/>
                  </a:lnTo>
                  <a:lnTo>
                    <a:pt x="1149362" y="13715"/>
                  </a:lnTo>
                  <a:lnTo>
                    <a:pt x="1149362" y="0"/>
                  </a:lnTo>
                  <a:close/>
                </a:path>
                <a:path w="3212465" h="1319529">
                  <a:moveTo>
                    <a:pt x="1237653" y="0"/>
                  </a:moveTo>
                  <a:lnTo>
                    <a:pt x="1187424" y="0"/>
                  </a:lnTo>
                  <a:lnTo>
                    <a:pt x="1187424" y="13715"/>
                  </a:lnTo>
                  <a:lnTo>
                    <a:pt x="1237653" y="13715"/>
                  </a:lnTo>
                  <a:lnTo>
                    <a:pt x="1237653" y="0"/>
                  </a:lnTo>
                  <a:close/>
                </a:path>
                <a:path w="3212465" h="1319529">
                  <a:moveTo>
                    <a:pt x="1325956" y="0"/>
                  </a:moveTo>
                  <a:lnTo>
                    <a:pt x="1275714" y="0"/>
                  </a:lnTo>
                  <a:lnTo>
                    <a:pt x="1275714" y="13715"/>
                  </a:lnTo>
                  <a:lnTo>
                    <a:pt x="1325956" y="13715"/>
                  </a:lnTo>
                  <a:lnTo>
                    <a:pt x="1325956" y="0"/>
                  </a:lnTo>
                  <a:close/>
                </a:path>
                <a:path w="3212465" h="1319529">
                  <a:moveTo>
                    <a:pt x="1415770" y="0"/>
                  </a:moveTo>
                  <a:lnTo>
                    <a:pt x="1364005" y="0"/>
                  </a:lnTo>
                  <a:lnTo>
                    <a:pt x="1364005" y="13715"/>
                  </a:lnTo>
                  <a:lnTo>
                    <a:pt x="1415770" y="13715"/>
                  </a:lnTo>
                  <a:lnTo>
                    <a:pt x="1415770" y="0"/>
                  </a:lnTo>
                  <a:close/>
                </a:path>
                <a:path w="3212465" h="1319529">
                  <a:moveTo>
                    <a:pt x="1504061" y="0"/>
                  </a:moveTo>
                  <a:lnTo>
                    <a:pt x="1453832" y="0"/>
                  </a:lnTo>
                  <a:lnTo>
                    <a:pt x="1453832" y="13715"/>
                  </a:lnTo>
                  <a:lnTo>
                    <a:pt x="1504061" y="13715"/>
                  </a:lnTo>
                  <a:lnTo>
                    <a:pt x="1504061" y="0"/>
                  </a:lnTo>
                  <a:close/>
                </a:path>
                <a:path w="3212465" h="1319529">
                  <a:moveTo>
                    <a:pt x="1592364" y="0"/>
                  </a:moveTo>
                  <a:lnTo>
                    <a:pt x="1542122" y="0"/>
                  </a:lnTo>
                  <a:lnTo>
                    <a:pt x="1542122" y="13715"/>
                  </a:lnTo>
                  <a:lnTo>
                    <a:pt x="1592364" y="13715"/>
                  </a:lnTo>
                  <a:lnTo>
                    <a:pt x="1592364" y="0"/>
                  </a:lnTo>
                  <a:close/>
                </a:path>
                <a:path w="3212465" h="1319529">
                  <a:moveTo>
                    <a:pt x="1682178" y="0"/>
                  </a:moveTo>
                  <a:lnTo>
                    <a:pt x="1630413" y="0"/>
                  </a:lnTo>
                  <a:lnTo>
                    <a:pt x="1630413" y="13715"/>
                  </a:lnTo>
                  <a:lnTo>
                    <a:pt x="1682178" y="13715"/>
                  </a:lnTo>
                  <a:lnTo>
                    <a:pt x="1682178" y="0"/>
                  </a:lnTo>
                  <a:close/>
                </a:path>
                <a:path w="3212465" h="1319529">
                  <a:moveTo>
                    <a:pt x="1770468" y="0"/>
                  </a:moveTo>
                  <a:lnTo>
                    <a:pt x="1720240" y="0"/>
                  </a:lnTo>
                  <a:lnTo>
                    <a:pt x="1720240" y="13715"/>
                  </a:lnTo>
                  <a:lnTo>
                    <a:pt x="1770468" y="13715"/>
                  </a:lnTo>
                  <a:lnTo>
                    <a:pt x="1770468" y="0"/>
                  </a:lnTo>
                  <a:close/>
                </a:path>
                <a:path w="3212465" h="1319529">
                  <a:moveTo>
                    <a:pt x="1858771" y="0"/>
                  </a:moveTo>
                  <a:lnTo>
                    <a:pt x="1808530" y="0"/>
                  </a:lnTo>
                  <a:lnTo>
                    <a:pt x="1808530" y="13715"/>
                  </a:lnTo>
                  <a:lnTo>
                    <a:pt x="1858771" y="13715"/>
                  </a:lnTo>
                  <a:lnTo>
                    <a:pt x="1858771" y="0"/>
                  </a:lnTo>
                  <a:close/>
                </a:path>
                <a:path w="3212465" h="1319529">
                  <a:moveTo>
                    <a:pt x="1948586" y="0"/>
                  </a:moveTo>
                  <a:lnTo>
                    <a:pt x="1896821" y="0"/>
                  </a:lnTo>
                  <a:lnTo>
                    <a:pt x="1896821" y="13715"/>
                  </a:lnTo>
                  <a:lnTo>
                    <a:pt x="1948586" y="13715"/>
                  </a:lnTo>
                  <a:lnTo>
                    <a:pt x="1948586" y="0"/>
                  </a:lnTo>
                  <a:close/>
                </a:path>
                <a:path w="3212465" h="1319529">
                  <a:moveTo>
                    <a:pt x="2036876" y="0"/>
                  </a:moveTo>
                  <a:lnTo>
                    <a:pt x="1986648" y="0"/>
                  </a:lnTo>
                  <a:lnTo>
                    <a:pt x="1986648" y="13715"/>
                  </a:lnTo>
                  <a:lnTo>
                    <a:pt x="2036876" y="13715"/>
                  </a:lnTo>
                  <a:lnTo>
                    <a:pt x="2036876" y="0"/>
                  </a:lnTo>
                  <a:close/>
                </a:path>
                <a:path w="3212465" h="1319529">
                  <a:moveTo>
                    <a:pt x="2125179" y="0"/>
                  </a:moveTo>
                  <a:lnTo>
                    <a:pt x="2074938" y="0"/>
                  </a:lnTo>
                  <a:lnTo>
                    <a:pt x="2074938" y="13715"/>
                  </a:lnTo>
                  <a:lnTo>
                    <a:pt x="2125179" y="13715"/>
                  </a:lnTo>
                  <a:lnTo>
                    <a:pt x="2125179" y="0"/>
                  </a:lnTo>
                  <a:close/>
                </a:path>
                <a:path w="3212465" h="1319529">
                  <a:moveTo>
                    <a:pt x="2214994" y="0"/>
                  </a:moveTo>
                  <a:lnTo>
                    <a:pt x="2163241" y="0"/>
                  </a:lnTo>
                  <a:lnTo>
                    <a:pt x="2163241" y="13715"/>
                  </a:lnTo>
                  <a:lnTo>
                    <a:pt x="2214994" y="13715"/>
                  </a:lnTo>
                  <a:lnTo>
                    <a:pt x="2214994" y="0"/>
                  </a:lnTo>
                  <a:close/>
                </a:path>
                <a:path w="3212465" h="1319529">
                  <a:moveTo>
                    <a:pt x="2303284" y="0"/>
                  </a:moveTo>
                  <a:lnTo>
                    <a:pt x="2253056" y="0"/>
                  </a:lnTo>
                  <a:lnTo>
                    <a:pt x="2253056" y="13715"/>
                  </a:lnTo>
                  <a:lnTo>
                    <a:pt x="2303284" y="13715"/>
                  </a:lnTo>
                  <a:lnTo>
                    <a:pt x="2303284" y="0"/>
                  </a:lnTo>
                  <a:close/>
                </a:path>
                <a:path w="3212465" h="1319529">
                  <a:moveTo>
                    <a:pt x="2391587" y="0"/>
                  </a:moveTo>
                  <a:lnTo>
                    <a:pt x="2341346" y="0"/>
                  </a:lnTo>
                  <a:lnTo>
                    <a:pt x="2341346" y="13715"/>
                  </a:lnTo>
                  <a:lnTo>
                    <a:pt x="2391587" y="13715"/>
                  </a:lnTo>
                  <a:lnTo>
                    <a:pt x="2391587" y="0"/>
                  </a:lnTo>
                  <a:close/>
                </a:path>
                <a:path w="3212465" h="1319529">
                  <a:moveTo>
                    <a:pt x="2481402" y="0"/>
                  </a:moveTo>
                  <a:lnTo>
                    <a:pt x="2429649" y="0"/>
                  </a:lnTo>
                  <a:lnTo>
                    <a:pt x="2429649" y="13715"/>
                  </a:lnTo>
                  <a:lnTo>
                    <a:pt x="2481402" y="13715"/>
                  </a:lnTo>
                  <a:lnTo>
                    <a:pt x="2481402" y="0"/>
                  </a:lnTo>
                  <a:close/>
                </a:path>
                <a:path w="3212465" h="1319529">
                  <a:moveTo>
                    <a:pt x="2569692" y="0"/>
                  </a:moveTo>
                  <a:lnTo>
                    <a:pt x="2519464" y="0"/>
                  </a:lnTo>
                  <a:lnTo>
                    <a:pt x="2519464" y="13715"/>
                  </a:lnTo>
                  <a:lnTo>
                    <a:pt x="2569692" y="13715"/>
                  </a:lnTo>
                  <a:lnTo>
                    <a:pt x="2569692" y="0"/>
                  </a:lnTo>
                  <a:close/>
                </a:path>
                <a:path w="3212465" h="1319529">
                  <a:moveTo>
                    <a:pt x="2657995" y="0"/>
                  </a:moveTo>
                  <a:lnTo>
                    <a:pt x="2607754" y="0"/>
                  </a:lnTo>
                  <a:lnTo>
                    <a:pt x="2607754" y="13715"/>
                  </a:lnTo>
                  <a:lnTo>
                    <a:pt x="2657995" y="13715"/>
                  </a:lnTo>
                  <a:lnTo>
                    <a:pt x="2657995" y="0"/>
                  </a:lnTo>
                  <a:close/>
                </a:path>
                <a:path w="3212465" h="1319529">
                  <a:moveTo>
                    <a:pt x="2747810" y="0"/>
                  </a:moveTo>
                  <a:lnTo>
                    <a:pt x="2696057" y="0"/>
                  </a:lnTo>
                  <a:lnTo>
                    <a:pt x="2696057" y="13715"/>
                  </a:lnTo>
                  <a:lnTo>
                    <a:pt x="2747810" y="13715"/>
                  </a:lnTo>
                  <a:lnTo>
                    <a:pt x="2747810" y="0"/>
                  </a:lnTo>
                  <a:close/>
                </a:path>
                <a:path w="3212465" h="1319529">
                  <a:moveTo>
                    <a:pt x="2836113" y="0"/>
                  </a:moveTo>
                  <a:lnTo>
                    <a:pt x="2785871" y="0"/>
                  </a:lnTo>
                  <a:lnTo>
                    <a:pt x="2785871" y="13715"/>
                  </a:lnTo>
                  <a:lnTo>
                    <a:pt x="2836113" y="13715"/>
                  </a:lnTo>
                  <a:lnTo>
                    <a:pt x="2836113" y="0"/>
                  </a:lnTo>
                  <a:close/>
                </a:path>
                <a:path w="3212465" h="1319529">
                  <a:moveTo>
                    <a:pt x="2924403" y="0"/>
                  </a:moveTo>
                  <a:lnTo>
                    <a:pt x="2874162" y="0"/>
                  </a:lnTo>
                  <a:lnTo>
                    <a:pt x="2874162" y="13715"/>
                  </a:lnTo>
                  <a:lnTo>
                    <a:pt x="2924403" y="13715"/>
                  </a:lnTo>
                  <a:lnTo>
                    <a:pt x="2924403" y="0"/>
                  </a:lnTo>
                  <a:close/>
                </a:path>
                <a:path w="3212465" h="1319529">
                  <a:moveTo>
                    <a:pt x="3014217" y="0"/>
                  </a:moveTo>
                  <a:lnTo>
                    <a:pt x="2962465" y="0"/>
                  </a:lnTo>
                  <a:lnTo>
                    <a:pt x="2962465" y="13715"/>
                  </a:lnTo>
                  <a:lnTo>
                    <a:pt x="3014217" y="13715"/>
                  </a:lnTo>
                  <a:lnTo>
                    <a:pt x="3014217" y="0"/>
                  </a:lnTo>
                  <a:close/>
                </a:path>
                <a:path w="3212465" h="1319529">
                  <a:moveTo>
                    <a:pt x="3102521" y="0"/>
                  </a:moveTo>
                  <a:lnTo>
                    <a:pt x="3052279" y="0"/>
                  </a:lnTo>
                  <a:lnTo>
                    <a:pt x="3052279" y="13715"/>
                  </a:lnTo>
                  <a:lnTo>
                    <a:pt x="3102521" y="13715"/>
                  </a:lnTo>
                  <a:lnTo>
                    <a:pt x="3102521" y="0"/>
                  </a:lnTo>
                  <a:close/>
                </a:path>
                <a:path w="3212465" h="1319529">
                  <a:moveTo>
                    <a:pt x="3190811" y="0"/>
                  </a:moveTo>
                  <a:lnTo>
                    <a:pt x="3140570" y="0"/>
                  </a:lnTo>
                  <a:lnTo>
                    <a:pt x="3140570" y="13715"/>
                  </a:lnTo>
                  <a:lnTo>
                    <a:pt x="3190811" y="13715"/>
                  </a:lnTo>
                  <a:lnTo>
                    <a:pt x="3190811" y="0"/>
                  </a:lnTo>
                  <a:close/>
                </a:path>
                <a:path w="3212465" h="1319529">
                  <a:moveTo>
                    <a:pt x="3212122" y="30467"/>
                  </a:moveTo>
                  <a:lnTo>
                    <a:pt x="3199942" y="30467"/>
                  </a:lnTo>
                  <a:lnTo>
                    <a:pt x="3199942" y="82257"/>
                  </a:lnTo>
                  <a:lnTo>
                    <a:pt x="3212122" y="82257"/>
                  </a:lnTo>
                  <a:lnTo>
                    <a:pt x="3212122" y="30467"/>
                  </a:lnTo>
                  <a:close/>
                </a:path>
                <a:path w="3212465" h="1319529">
                  <a:moveTo>
                    <a:pt x="3212122" y="120332"/>
                  </a:moveTo>
                  <a:lnTo>
                    <a:pt x="3199942" y="120332"/>
                  </a:lnTo>
                  <a:lnTo>
                    <a:pt x="3199942" y="170599"/>
                  </a:lnTo>
                  <a:lnTo>
                    <a:pt x="3212122" y="170599"/>
                  </a:lnTo>
                  <a:lnTo>
                    <a:pt x="3212122" y="120332"/>
                  </a:lnTo>
                  <a:close/>
                </a:path>
                <a:path w="3212465" h="1319529">
                  <a:moveTo>
                    <a:pt x="3212122" y="208673"/>
                  </a:moveTo>
                  <a:lnTo>
                    <a:pt x="3199942" y="208673"/>
                  </a:lnTo>
                  <a:lnTo>
                    <a:pt x="3199942" y="258940"/>
                  </a:lnTo>
                  <a:lnTo>
                    <a:pt x="3212122" y="258940"/>
                  </a:lnTo>
                  <a:lnTo>
                    <a:pt x="3212122" y="208673"/>
                  </a:lnTo>
                  <a:close/>
                </a:path>
                <a:path w="3212465" h="1319529">
                  <a:moveTo>
                    <a:pt x="3212122" y="297027"/>
                  </a:moveTo>
                  <a:lnTo>
                    <a:pt x="3199942" y="297027"/>
                  </a:lnTo>
                  <a:lnTo>
                    <a:pt x="3199942" y="348805"/>
                  </a:lnTo>
                  <a:lnTo>
                    <a:pt x="3212122" y="348805"/>
                  </a:lnTo>
                  <a:lnTo>
                    <a:pt x="3212122" y="297027"/>
                  </a:lnTo>
                  <a:close/>
                </a:path>
                <a:path w="3212465" h="1319529">
                  <a:moveTo>
                    <a:pt x="3212122" y="386892"/>
                  </a:moveTo>
                  <a:lnTo>
                    <a:pt x="3199942" y="386892"/>
                  </a:lnTo>
                  <a:lnTo>
                    <a:pt x="3199942" y="437159"/>
                  </a:lnTo>
                  <a:lnTo>
                    <a:pt x="3212122" y="437159"/>
                  </a:lnTo>
                  <a:lnTo>
                    <a:pt x="3212122" y="386892"/>
                  </a:lnTo>
                  <a:close/>
                </a:path>
                <a:path w="3212465" h="1319529">
                  <a:moveTo>
                    <a:pt x="3212122" y="475234"/>
                  </a:moveTo>
                  <a:lnTo>
                    <a:pt x="3199942" y="475234"/>
                  </a:lnTo>
                  <a:lnTo>
                    <a:pt x="3199942" y="525500"/>
                  </a:lnTo>
                  <a:lnTo>
                    <a:pt x="3212122" y="525500"/>
                  </a:lnTo>
                  <a:lnTo>
                    <a:pt x="3212122" y="475234"/>
                  </a:lnTo>
                  <a:close/>
                </a:path>
                <a:path w="3212465" h="1319529">
                  <a:moveTo>
                    <a:pt x="3212122" y="563575"/>
                  </a:moveTo>
                  <a:lnTo>
                    <a:pt x="3199942" y="563575"/>
                  </a:lnTo>
                  <a:lnTo>
                    <a:pt x="3199942" y="615365"/>
                  </a:lnTo>
                  <a:lnTo>
                    <a:pt x="3212122" y="615365"/>
                  </a:lnTo>
                  <a:lnTo>
                    <a:pt x="3212122" y="563575"/>
                  </a:lnTo>
                  <a:close/>
                </a:path>
                <a:path w="3212465" h="1319529">
                  <a:moveTo>
                    <a:pt x="3212122" y="653440"/>
                  </a:moveTo>
                  <a:lnTo>
                    <a:pt x="3199942" y="653440"/>
                  </a:lnTo>
                  <a:lnTo>
                    <a:pt x="3199942" y="703706"/>
                  </a:lnTo>
                  <a:lnTo>
                    <a:pt x="3212122" y="703706"/>
                  </a:lnTo>
                  <a:lnTo>
                    <a:pt x="3212122" y="653440"/>
                  </a:lnTo>
                  <a:close/>
                </a:path>
                <a:path w="3212465" h="1319529">
                  <a:moveTo>
                    <a:pt x="3212122" y="741794"/>
                  </a:moveTo>
                  <a:lnTo>
                    <a:pt x="3199942" y="741794"/>
                  </a:lnTo>
                  <a:lnTo>
                    <a:pt x="3199942" y="792060"/>
                  </a:lnTo>
                  <a:lnTo>
                    <a:pt x="3212122" y="792060"/>
                  </a:lnTo>
                  <a:lnTo>
                    <a:pt x="3212122" y="741794"/>
                  </a:lnTo>
                  <a:close/>
                </a:path>
                <a:path w="3212465" h="1319529">
                  <a:moveTo>
                    <a:pt x="3212122" y="830135"/>
                  </a:moveTo>
                  <a:lnTo>
                    <a:pt x="3199942" y="830135"/>
                  </a:lnTo>
                  <a:lnTo>
                    <a:pt x="3199942" y="881926"/>
                  </a:lnTo>
                  <a:lnTo>
                    <a:pt x="3212122" y="881926"/>
                  </a:lnTo>
                  <a:lnTo>
                    <a:pt x="3212122" y="830135"/>
                  </a:lnTo>
                  <a:close/>
                </a:path>
                <a:path w="3212465" h="1319529">
                  <a:moveTo>
                    <a:pt x="3212122" y="920000"/>
                  </a:moveTo>
                  <a:lnTo>
                    <a:pt x="3199942" y="920000"/>
                  </a:lnTo>
                  <a:lnTo>
                    <a:pt x="3199942" y="970267"/>
                  </a:lnTo>
                  <a:lnTo>
                    <a:pt x="3212122" y="970267"/>
                  </a:lnTo>
                  <a:lnTo>
                    <a:pt x="3212122" y="920000"/>
                  </a:lnTo>
                  <a:close/>
                </a:path>
                <a:path w="3212465" h="1319529">
                  <a:moveTo>
                    <a:pt x="3212122" y="1008341"/>
                  </a:moveTo>
                  <a:lnTo>
                    <a:pt x="3199942" y="1008341"/>
                  </a:lnTo>
                  <a:lnTo>
                    <a:pt x="3199942" y="1058608"/>
                  </a:lnTo>
                  <a:lnTo>
                    <a:pt x="3212122" y="1058608"/>
                  </a:lnTo>
                  <a:lnTo>
                    <a:pt x="3212122" y="1008341"/>
                  </a:lnTo>
                  <a:close/>
                </a:path>
                <a:path w="3212465" h="1319529">
                  <a:moveTo>
                    <a:pt x="3212122" y="1096695"/>
                  </a:moveTo>
                  <a:lnTo>
                    <a:pt x="3199942" y="1096695"/>
                  </a:lnTo>
                  <a:lnTo>
                    <a:pt x="3199942" y="1148473"/>
                  </a:lnTo>
                  <a:lnTo>
                    <a:pt x="3212122" y="1148473"/>
                  </a:lnTo>
                  <a:lnTo>
                    <a:pt x="3212122" y="1096695"/>
                  </a:lnTo>
                  <a:close/>
                </a:path>
                <a:path w="3212465" h="1319529">
                  <a:moveTo>
                    <a:pt x="3212122" y="1186561"/>
                  </a:moveTo>
                  <a:lnTo>
                    <a:pt x="3199942" y="1186561"/>
                  </a:lnTo>
                  <a:lnTo>
                    <a:pt x="3199942" y="1236827"/>
                  </a:lnTo>
                  <a:lnTo>
                    <a:pt x="3212122" y="1236827"/>
                  </a:lnTo>
                  <a:lnTo>
                    <a:pt x="3212122" y="1186561"/>
                  </a:lnTo>
                  <a:close/>
                </a:path>
                <a:path w="3212465" h="1319529">
                  <a:moveTo>
                    <a:pt x="3199942" y="1306893"/>
                  </a:moveTo>
                  <a:lnTo>
                    <a:pt x="3193859" y="1306893"/>
                  </a:lnTo>
                  <a:lnTo>
                    <a:pt x="3193859" y="1319072"/>
                  </a:lnTo>
                  <a:lnTo>
                    <a:pt x="3212122" y="1319072"/>
                  </a:lnTo>
                  <a:lnTo>
                    <a:pt x="3212122" y="1312989"/>
                  </a:lnTo>
                  <a:lnTo>
                    <a:pt x="3199942" y="1312989"/>
                  </a:lnTo>
                  <a:lnTo>
                    <a:pt x="3199942" y="1306893"/>
                  </a:lnTo>
                  <a:close/>
                </a:path>
                <a:path w="3212465" h="1319529">
                  <a:moveTo>
                    <a:pt x="3212122" y="1274902"/>
                  </a:moveTo>
                  <a:lnTo>
                    <a:pt x="3199942" y="1274902"/>
                  </a:lnTo>
                  <a:lnTo>
                    <a:pt x="3199942" y="1312989"/>
                  </a:lnTo>
                  <a:lnTo>
                    <a:pt x="3206038" y="1306893"/>
                  </a:lnTo>
                  <a:lnTo>
                    <a:pt x="3212122" y="1306893"/>
                  </a:lnTo>
                  <a:lnTo>
                    <a:pt x="3212122" y="1274902"/>
                  </a:lnTo>
                  <a:close/>
                </a:path>
                <a:path w="3212465" h="1319529">
                  <a:moveTo>
                    <a:pt x="3212122" y="1306893"/>
                  </a:moveTo>
                  <a:lnTo>
                    <a:pt x="3206038" y="1306893"/>
                  </a:lnTo>
                  <a:lnTo>
                    <a:pt x="3199942" y="1312989"/>
                  </a:lnTo>
                  <a:lnTo>
                    <a:pt x="3212122" y="1312989"/>
                  </a:lnTo>
                  <a:lnTo>
                    <a:pt x="3212122" y="1306893"/>
                  </a:lnTo>
                  <a:close/>
                </a:path>
                <a:path w="3212465" h="1319529">
                  <a:moveTo>
                    <a:pt x="3155797" y="1306893"/>
                  </a:moveTo>
                  <a:lnTo>
                    <a:pt x="3104032" y="1306893"/>
                  </a:lnTo>
                  <a:lnTo>
                    <a:pt x="3104032" y="1319072"/>
                  </a:lnTo>
                  <a:lnTo>
                    <a:pt x="3155797" y="1319072"/>
                  </a:lnTo>
                  <a:lnTo>
                    <a:pt x="3155797" y="1306893"/>
                  </a:lnTo>
                  <a:close/>
                </a:path>
                <a:path w="3212465" h="1319529">
                  <a:moveTo>
                    <a:pt x="3065983" y="1306893"/>
                  </a:moveTo>
                  <a:lnTo>
                    <a:pt x="3015741" y="1306893"/>
                  </a:lnTo>
                  <a:lnTo>
                    <a:pt x="3015741" y="1319072"/>
                  </a:lnTo>
                  <a:lnTo>
                    <a:pt x="3065983" y="1319072"/>
                  </a:lnTo>
                  <a:lnTo>
                    <a:pt x="3065983" y="1306893"/>
                  </a:lnTo>
                  <a:close/>
                </a:path>
                <a:path w="3212465" h="1319529">
                  <a:moveTo>
                    <a:pt x="2977680" y="1306893"/>
                  </a:moveTo>
                  <a:lnTo>
                    <a:pt x="2927451" y="1306893"/>
                  </a:lnTo>
                  <a:lnTo>
                    <a:pt x="2927451" y="1319072"/>
                  </a:lnTo>
                  <a:lnTo>
                    <a:pt x="2977680" y="1319072"/>
                  </a:lnTo>
                  <a:lnTo>
                    <a:pt x="2977680" y="1306893"/>
                  </a:lnTo>
                  <a:close/>
                </a:path>
                <a:path w="3212465" h="1319529">
                  <a:moveTo>
                    <a:pt x="2889389" y="1306893"/>
                  </a:moveTo>
                  <a:lnTo>
                    <a:pt x="2837624" y="1306893"/>
                  </a:lnTo>
                  <a:lnTo>
                    <a:pt x="2837624" y="1319072"/>
                  </a:lnTo>
                  <a:lnTo>
                    <a:pt x="2889389" y="1319072"/>
                  </a:lnTo>
                  <a:lnTo>
                    <a:pt x="2889389" y="1306893"/>
                  </a:lnTo>
                  <a:close/>
                </a:path>
                <a:path w="3212465" h="1319529">
                  <a:moveTo>
                    <a:pt x="2799575" y="1306893"/>
                  </a:moveTo>
                  <a:lnTo>
                    <a:pt x="2749334" y="1306893"/>
                  </a:lnTo>
                  <a:lnTo>
                    <a:pt x="2749334" y="1319072"/>
                  </a:lnTo>
                  <a:lnTo>
                    <a:pt x="2799575" y="1319072"/>
                  </a:lnTo>
                  <a:lnTo>
                    <a:pt x="2799575" y="1306893"/>
                  </a:lnTo>
                  <a:close/>
                </a:path>
                <a:path w="3212465" h="1319529">
                  <a:moveTo>
                    <a:pt x="2711272" y="1306893"/>
                  </a:moveTo>
                  <a:lnTo>
                    <a:pt x="2661043" y="1306893"/>
                  </a:lnTo>
                  <a:lnTo>
                    <a:pt x="2661043" y="1319072"/>
                  </a:lnTo>
                  <a:lnTo>
                    <a:pt x="2711272" y="1319072"/>
                  </a:lnTo>
                  <a:lnTo>
                    <a:pt x="2711272" y="1306893"/>
                  </a:lnTo>
                  <a:close/>
                </a:path>
                <a:path w="3212465" h="1319529">
                  <a:moveTo>
                    <a:pt x="2622981" y="1306893"/>
                  </a:moveTo>
                  <a:lnTo>
                    <a:pt x="2571216" y="1306893"/>
                  </a:lnTo>
                  <a:lnTo>
                    <a:pt x="2571216" y="1319072"/>
                  </a:lnTo>
                  <a:lnTo>
                    <a:pt x="2622981" y="1319072"/>
                  </a:lnTo>
                  <a:lnTo>
                    <a:pt x="2622981" y="1306893"/>
                  </a:lnTo>
                  <a:close/>
                </a:path>
                <a:path w="3212465" h="1319529">
                  <a:moveTo>
                    <a:pt x="2533167" y="1306893"/>
                  </a:moveTo>
                  <a:lnTo>
                    <a:pt x="2482926" y="1306893"/>
                  </a:lnTo>
                  <a:lnTo>
                    <a:pt x="2482926" y="1319072"/>
                  </a:lnTo>
                  <a:lnTo>
                    <a:pt x="2533167" y="1319072"/>
                  </a:lnTo>
                  <a:lnTo>
                    <a:pt x="2533167" y="1306893"/>
                  </a:lnTo>
                  <a:close/>
                </a:path>
                <a:path w="3212465" h="1319529">
                  <a:moveTo>
                    <a:pt x="2444864" y="1306893"/>
                  </a:moveTo>
                  <a:lnTo>
                    <a:pt x="2394635" y="1306893"/>
                  </a:lnTo>
                  <a:lnTo>
                    <a:pt x="2394635" y="1319072"/>
                  </a:lnTo>
                  <a:lnTo>
                    <a:pt x="2444864" y="1319072"/>
                  </a:lnTo>
                  <a:lnTo>
                    <a:pt x="2444864" y="1306893"/>
                  </a:lnTo>
                  <a:close/>
                </a:path>
                <a:path w="3212465" h="1319529">
                  <a:moveTo>
                    <a:pt x="2356573" y="1306893"/>
                  </a:moveTo>
                  <a:lnTo>
                    <a:pt x="2304808" y="1306893"/>
                  </a:lnTo>
                  <a:lnTo>
                    <a:pt x="2304808" y="1319072"/>
                  </a:lnTo>
                  <a:lnTo>
                    <a:pt x="2356573" y="1319072"/>
                  </a:lnTo>
                  <a:lnTo>
                    <a:pt x="2356573" y="1306893"/>
                  </a:lnTo>
                  <a:close/>
                </a:path>
                <a:path w="3212465" h="1319529">
                  <a:moveTo>
                    <a:pt x="2266759" y="1306893"/>
                  </a:moveTo>
                  <a:lnTo>
                    <a:pt x="2216518" y="1306893"/>
                  </a:lnTo>
                  <a:lnTo>
                    <a:pt x="2216518" y="1319072"/>
                  </a:lnTo>
                  <a:lnTo>
                    <a:pt x="2266759" y="1319072"/>
                  </a:lnTo>
                  <a:lnTo>
                    <a:pt x="2266759" y="1306893"/>
                  </a:lnTo>
                  <a:close/>
                </a:path>
                <a:path w="3212465" h="1319529">
                  <a:moveTo>
                    <a:pt x="2178456" y="1306893"/>
                  </a:moveTo>
                  <a:lnTo>
                    <a:pt x="2128215" y="1306893"/>
                  </a:lnTo>
                  <a:lnTo>
                    <a:pt x="2128215" y="1319072"/>
                  </a:lnTo>
                  <a:lnTo>
                    <a:pt x="2178456" y="1319072"/>
                  </a:lnTo>
                  <a:lnTo>
                    <a:pt x="2178456" y="1306893"/>
                  </a:lnTo>
                  <a:close/>
                </a:path>
                <a:path w="3212465" h="1319529">
                  <a:moveTo>
                    <a:pt x="2090165" y="1306893"/>
                  </a:moveTo>
                  <a:lnTo>
                    <a:pt x="2038400" y="1306893"/>
                  </a:lnTo>
                  <a:lnTo>
                    <a:pt x="2038400" y="1319072"/>
                  </a:lnTo>
                  <a:lnTo>
                    <a:pt x="2090165" y="1319072"/>
                  </a:lnTo>
                  <a:lnTo>
                    <a:pt x="2090165" y="1306893"/>
                  </a:lnTo>
                  <a:close/>
                </a:path>
                <a:path w="3212465" h="1319529">
                  <a:moveTo>
                    <a:pt x="2000351" y="1306893"/>
                  </a:moveTo>
                  <a:lnTo>
                    <a:pt x="1950110" y="1306893"/>
                  </a:lnTo>
                  <a:lnTo>
                    <a:pt x="1950110" y="1319072"/>
                  </a:lnTo>
                  <a:lnTo>
                    <a:pt x="2000351" y="1319072"/>
                  </a:lnTo>
                  <a:lnTo>
                    <a:pt x="2000351" y="1306893"/>
                  </a:lnTo>
                  <a:close/>
                </a:path>
                <a:path w="3212465" h="1319529">
                  <a:moveTo>
                    <a:pt x="1912048" y="1306893"/>
                  </a:moveTo>
                  <a:lnTo>
                    <a:pt x="1861807" y="1306893"/>
                  </a:lnTo>
                  <a:lnTo>
                    <a:pt x="1861807" y="1319072"/>
                  </a:lnTo>
                  <a:lnTo>
                    <a:pt x="1912048" y="1319072"/>
                  </a:lnTo>
                  <a:lnTo>
                    <a:pt x="1912048" y="1306893"/>
                  </a:lnTo>
                  <a:close/>
                </a:path>
                <a:path w="3212465" h="1319529">
                  <a:moveTo>
                    <a:pt x="1823758" y="1306893"/>
                  </a:moveTo>
                  <a:lnTo>
                    <a:pt x="1771992" y="1306893"/>
                  </a:lnTo>
                  <a:lnTo>
                    <a:pt x="1771992" y="1319072"/>
                  </a:lnTo>
                  <a:lnTo>
                    <a:pt x="1823758" y="1319072"/>
                  </a:lnTo>
                  <a:lnTo>
                    <a:pt x="1823758" y="1306893"/>
                  </a:lnTo>
                  <a:close/>
                </a:path>
                <a:path w="3212465" h="1319529">
                  <a:moveTo>
                    <a:pt x="1733931" y="1306893"/>
                  </a:moveTo>
                  <a:lnTo>
                    <a:pt x="1683702" y="1306893"/>
                  </a:lnTo>
                  <a:lnTo>
                    <a:pt x="1683702" y="1319072"/>
                  </a:lnTo>
                  <a:lnTo>
                    <a:pt x="1733931" y="1319072"/>
                  </a:lnTo>
                  <a:lnTo>
                    <a:pt x="1733931" y="1306893"/>
                  </a:lnTo>
                  <a:close/>
                </a:path>
                <a:path w="3212465" h="1319529">
                  <a:moveTo>
                    <a:pt x="1645640" y="1306893"/>
                  </a:moveTo>
                  <a:lnTo>
                    <a:pt x="1595399" y="1306893"/>
                  </a:lnTo>
                  <a:lnTo>
                    <a:pt x="1595399" y="1319072"/>
                  </a:lnTo>
                  <a:lnTo>
                    <a:pt x="1645640" y="1319072"/>
                  </a:lnTo>
                  <a:lnTo>
                    <a:pt x="1645640" y="1306893"/>
                  </a:lnTo>
                  <a:close/>
                </a:path>
                <a:path w="3212465" h="1319529">
                  <a:moveTo>
                    <a:pt x="1557350" y="1306893"/>
                  </a:moveTo>
                  <a:lnTo>
                    <a:pt x="1505585" y="1306893"/>
                  </a:lnTo>
                  <a:lnTo>
                    <a:pt x="1505585" y="1319072"/>
                  </a:lnTo>
                  <a:lnTo>
                    <a:pt x="1557350" y="1319072"/>
                  </a:lnTo>
                  <a:lnTo>
                    <a:pt x="1557350" y="1306893"/>
                  </a:lnTo>
                  <a:close/>
                </a:path>
                <a:path w="3212465" h="1319529">
                  <a:moveTo>
                    <a:pt x="1467523" y="1306893"/>
                  </a:moveTo>
                  <a:lnTo>
                    <a:pt x="1417294" y="1306893"/>
                  </a:lnTo>
                  <a:lnTo>
                    <a:pt x="1417294" y="1319072"/>
                  </a:lnTo>
                  <a:lnTo>
                    <a:pt x="1467523" y="1319072"/>
                  </a:lnTo>
                  <a:lnTo>
                    <a:pt x="1467523" y="1306893"/>
                  </a:lnTo>
                  <a:close/>
                </a:path>
                <a:path w="3212465" h="1319529">
                  <a:moveTo>
                    <a:pt x="1379232" y="1306893"/>
                  </a:moveTo>
                  <a:lnTo>
                    <a:pt x="1328991" y="1306893"/>
                  </a:lnTo>
                  <a:lnTo>
                    <a:pt x="1328991" y="1319072"/>
                  </a:lnTo>
                  <a:lnTo>
                    <a:pt x="1379232" y="1319072"/>
                  </a:lnTo>
                  <a:lnTo>
                    <a:pt x="1379232" y="1306893"/>
                  </a:lnTo>
                  <a:close/>
                </a:path>
                <a:path w="3212465" h="1319529">
                  <a:moveTo>
                    <a:pt x="1290942" y="1306893"/>
                  </a:moveTo>
                  <a:lnTo>
                    <a:pt x="1239177" y="1306893"/>
                  </a:lnTo>
                  <a:lnTo>
                    <a:pt x="1239177" y="1319072"/>
                  </a:lnTo>
                  <a:lnTo>
                    <a:pt x="1290942" y="1319072"/>
                  </a:lnTo>
                  <a:lnTo>
                    <a:pt x="1290942" y="1306893"/>
                  </a:lnTo>
                  <a:close/>
                </a:path>
                <a:path w="3212465" h="1319529">
                  <a:moveTo>
                    <a:pt x="1201115" y="1306893"/>
                  </a:moveTo>
                  <a:lnTo>
                    <a:pt x="1150886" y="1306893"/>
                  </a:lnTo>
                  <a:lnTo>
                    <a:pt x="1150886" y="1319072"/>
                  </a:lnTo>
                  <a:lnTo>
                    <a:pt x="1201115" y="1319072"/>
                  </a:lnTo>
                  <a:lnTo>
                    <a:pt x="1201115" y="1306893"/>
                  </a:lnTo>
                  <a:close/>
                </a:path>
                <a:path w="3212465" h="1319529">
                  <a:moveTo>
                    <a:pt x="1112824" y="1306893"/>
                  </a:moveTo>
                  <a:lnTo>
                    <a:pt x="1062583" y="1306893"/>
                  </a:lnTo>
                  <a:lnTo>
                    <a:pt x="1062583" y="1319072"/>
                  </a:lnTo>
                  <a:lnTo>
                    <a:pt x="1112824" y="1319072"/>
                  </a:lnTo>
                  <a:lnTo>
                    <a:pt x="1112824" y="1306893"/>
                  </a:lnTo>
                  <a:close/>
                </a:path>
                <a:path w="3212465" h="1319529">
                  <a:moveTo>
                    <a:pt x="1024534" y="1306893"/>
                  </a:moveTo>
                  <a:lnTo>
                    <a:pt x="972769" y="1306893"/>
                  </a:lnTo>
                  <a:lnTo>
                    <a:pt x="972769" y="1319072"/>
                  </a:lnTo>
                  <a:lnTo>
                    <a:pt x="1024534" y="1319072"/>
                  </a:lnTo>
                  <a:lnTo>
                    <a:pt x="1024534" y="1306893"/>
                  </a:lnTo>
                  <a:close/>
                </a:path>
                <a:path w="3212465" h="1319529">
                  <a:moveTo>
                    <a:pt x="934707" y="1306893"/>
                  </a:moveTo>
                  <a:lnTo>
                    <a:pt x="884478" y="1306893"/>
                  </a:lnTo>
                  <a:lnTo>
                    <a:pt x="884478" y="1319072"/>
                  </a:lnTo>
                  <a:lnTo>
                    <a:pt x="934707" y="1319072"/>
                  </a:lnTo>
                  <a:lnTo>
                    <a:pt x="934707" y="1306893"/>
                  </a:lnTo>
                  <a:close/>
                </a:path>
                <a:path w="3212465" h="1319529">
                  <a:moveTo>
                    <a:pt x="846416" y="1306893"/>
                  </a:moveTo>
                  <a:lnTo>
                    <a:pt x="796175" y="1306893"/>
                  </a:lnTo>
                  <a:lnTo>
                    <a:pt x="796175" y="1319072"/>
                  </a:lnTo>
                  <a:lnTo>
                    <a:pt x="846416" y="1319072"/>
                  </a:lnTo>
                  <a:lnTo>
                    <a:pt x="846416" y="1306893"/>
                  </a:lnTo>
                  <a:close/>
                </a:path>
                <a:path w="3212465" h="1319529">
                  <a:moveTo>
                    <a:pt x="758126" y="1306893"/>
                  </a:moveTo>
                  <a:lnTo>
                    <a:pt x="706361" y="1306893"/>
                  </a:lnTo>
                  <a:lnTo>
                    <a:pt x="706361" y="1319072"/>
                  </a:lnTo>
                  <a:lnTo>
                    <a:pt x="758126" y="1319072"/>
                  </a:lnTo>
                  <a:lnTo>
                    <a:pt x="758126" y="1306893"/>
                  </a:lnTo>
                  <a:close/>
                </a:path>
                <a:path w="3212465" h="1319529">
                  <a:moveTo>
                    <a:pt x="668299" y="1306893"/>
                  </a:moveTo>
                  <a:lnTo>
                    <a:pt x="618070" y="1306893"/>
                  </a:lnTo>
                  <a:lnTo>
                    <a:pt x="618070" y="1319072"/>
                  </a:lnTo>
                  <a:lnTo>
                    <a:pt x="668299" y="1319072"/>
                  </a:lnTo>
                  <a:lnTo>
                    <a:pt x="668299" y="1306893"/>
                  </a:lnTo>
                  <a:close/>
                </a:path>
                <a:path w="3212465" h="1319529">
                  <a:moveTo>
                    <a:pt x="580009" y="1306893"/>
                  </a:moveTo>
                  <a:lnTo>
                    <a:pt x="529767" y="1306893"/>
                  </a:lnTo>
                  <a:lnTo>
                    <a:pt x="529767" y="1319072"/>
                  </a:lnTo>
                  <a:lnTo>
                    <a:pt x="580009" y="1319072"/>
                  </a:lnTo>
                  <a:lnTo>
                    <a:pt x="580009" y="1306893"/>
                  </a:lnTo>
                  <a:close/>
                </a:path>
                <a:path w="3212465" h="1319529">
                  <a:moveTo>
                    <a:pt x="491705" y="1306893"/>
                  </a:moveTo>
                  <a:lnTo>
                    <a:pt x="439953" y="1306893"/>
                  </a:lnTo>
                  <a:lnTo>
                    <a:pt x="439953" y="1319072"/>
                  </a:lnTo>
                  <a:lnTo>
                    <a:pt x="491705" y="1319072"/>
                  </a:lnTo>
                  <a:lnTo>
                    <a:pt x="491705" y="1306893"/>
                  </a:lnTo>
                  <a:close/>
                </a:path>
                <a:path w="3212465" h="1319529">
                  <a:moveTo>
                    <a:pt x="401891" y="1306893"/>
                  </a:moveTo>
                  <a:lnTo>
                    <a:pt x="351663" y="1306893"/>
                  </a:lnTo>
                  <a:lnTo>
                    <a:pt x="351663" y="1319072"/>
                  </a:lnTo>
                  <a:lnTo>
                    <a:pt x="401891" y="1319072"/>
                  </a:lnTo>
                  <a:lnTo>
                    <a:pt x="401891" y="1306893"/>
                  </a:lnTo>
                  <a:close/>
                </a:path>
                <a:path w="3212465" h="1319529">
                  <a:moveTo>
                    <a:pt x="313601" y="1306893"/>
                  </a:moveTo>
                  <a:lnTo>
                    <a:pt x="263359" y="1306893"/>
                  </a:lnTo>
                  <a:lnTo>
                    <a:pt x="263359" y="1319072"/>
                  </a:lnTo>
                  <a:lnTo>
                    <a:pt x="313601" y="1319072"/>
                  </a:lnTo>
                  <a:lnTo>
                    <a:pt x="313601" y="1306893"/>
                  </a:lnTo>
                  <a:close/>
                </a:path>
                <a:path w="3212465" h="1319529">
                  <a:moveTo>
                    <a:pt x="225298" y="1306893"/>
                  </a:moveTo>
                  <a:lnTo>
                    <a:pt x="173545" y="1306893"/>
                  </a:lnTo>
                  <a:lnTo>
                    <a:pt x="173545" y="1319072"/>
                  </a:lnTo>
                  <a:lnTo>
                    <a:pt x="225298" y="1319072"/>
                  </a:lnTo>
                  <a:lnTo>
                    <a:pt x="225298" y="1306893"/>
                  </a:lnTo>
                  <a:close/>
                </a:path>
                <a:path w="3212465" h="1319529">
                  <a:moveTo>
                    <a:pt x="135483" y="1306893"/>
                  </a:moveTo>
                  <a:lnTo>
                    <a:pt x="85242" y="1306893"/>
                  </a:lnTo>
                  <a:lnTo>
                    <a:pt x="85242" y="1319072"/>
                  </a:lnTo>
                  <a:lnTo>
                    <a:pt x="135483" y="1319072"/>
                  </a:lnTo>
                  <a:lnTo>
                    <a:pt x="135483" y="1306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223898" y="2269147"/>
            <a:ext cx="2549525" cy="124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14629">
              <a:lnSpc>
                <a:spcPts val="1920"/>
              </a:lnSpc>
              <a:spcBef>
                <a:spcPts val="95"/>
              </a:spcBef>
            </a:pPr>
            <a:r>
              <a:rPr dirty="0" sz="1600" spc="-10">
                <a:latin typeface="Tw Cen MT"/>
                <a:cs typeface="Tw Cen MT"/>
              </a:rPr>
              <a:t>factorial(3)</a:t>
            </a:r>
            <a:endParaRPr sz="1600">
              <a:latin typeface="Tw Cen MT"/>
              <a:cs typeface="Tw Cen MT"/>
            </a:endParaRPr>
          </a:p>
          <a:p>
            <a:pPr algn="ctr" marR="213995">
              <a:lnSpc>
                <a:spcPts val="1920"/>
              </a:lnSpc>
            </a:pPr>
            <a:r>
              <a:rPr dirty="0" sz="1600" spc="-50">
                <a:latin typeface="Tw Cen MT"/>
                <a:cs typeface="Tw Cen MT"/>
              </a:rPr>
              <a:t>{</a:t>
            </a:r>
            <a:endParaRPr sz="1600">
              <a:latin typeface="Tw Cen MT"/>
              <a:cs typeface="Tw Cen MT"/>
            </a:endParaRPr>
          </a:p>
          <a:p>
            <a:pPr algn="ctr" marR="46990">
              <a:lnSpc>
                <a:spcPts val="1920"/>
              </a:lnSpc>
            </a:pPr>
            <a:r>
              <a:rPr dirty="0" sz="1600">
                <a:latin typeface="Tw Cen MT"/>
                <a:cs typeface="Tw Cen MT"/>
              </a:rPr>
              <a:t>if(</a:t>
            </a:r>
            <a:r>
              <a:rPr dirty="0" sz="1600" spc="-1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3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&lt;=</a:t>
            </a:r>
            <a:r>
              <a:rPr dirty="0" sz="1600" spc="-2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1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)</a:t>
            </a:r>
            <a:r>
              <a:rPr dirty="0" sz="1600" spc="-1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return</a:t>
            </a:r>
            <a:r>
              <a:rPr dirty="0" sz="1600" spc="5">
                <a:latin typeface="Tw Cen MT"/>
                <a:cs typeface="Tw Cen MT"/>
              </a:rPr>
              <a:t> </a:t>
            </a:r>
            <a:r>
              <a:rPr dirty="0" sz="1600" spc="-25">
                <a:latin typeface="Tw Cen MT"/>
                <a:cs typeface="Tw Cen MT"/>
              </a:rPr>
              <a:t>1;</a:t>
            </a:r>
            <a:endParaRPr sz="1600">
              <a:latin typeface="Tw Cen MT"/>
              <a:cs typeface="Tw Cen MT"/>
            </a:endParaRPr>
          </a:p>
          <a:p>
            <a:pPr algn="ctr">
              <a:lnSpc>
                <a:spcPts val="1920"/>
              </a:lnSpc>
            </a:pP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else return</a:t>
            </a:r>
            <a:r>
              <a:rPr dirty="0" sz="1600" spc="1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(3</a:t>
            </a:r>
            <a:r>
              <a:rPr dirty="0" sz="1600" spc="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*</a:t>
            </a:r>
            <a:r>
              <a:rPr dirty="0" sz="1600" spc="-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Tw Cen MT"/>
                <a:cs typeface="Tw Cen MT"/>
              </a:rPr>
              <a:t>factorial(3-</a:t>
            </a:r>
            <a:r>
              <a:rPr dirty="0" sz="1600">
                <a:solidFill>
                  <a:srgbClr val="FF0000"/>
                </a:solidFill>
                <a:latin typeface="Tw Cen MT"/>
                <a:cs typeface="Tw Cen MT"/>
              </a:rPr>
              <a:t>1)</a:t>
            </a:r>
            <a:r>
              <a:rPr dirty="0" sz="1600" spc="6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Tw Cen MT"/>
                <a:cs typeface="Tw Cen MT"/>
              </a:rPr>
              <a:t>);</a:t>
            </a:r>
            <a:endParaRPr sz="1600">
              <a:latin typeface="Tw Cen MT"/>
              <a:cs typeface="Tw Cen MT"/>
            </a:endParaRPr>
          </a:p>
          <a:p>
            <a:pPr algn="ctr" marR="213995">
              <a:lnSpc>
                <a:spcPct val="100000"/>
              </a:lnSpc>
            </a:pPr>
            <a:r>
              <a:rPr dirty="0" sz="1600" spc="-50">
                <a:latin typeface="Tw Cen MT"/>
                <a:cs typeface="Tw Cen MT"/>
              </a:rPr>
              <a:t>}</a:t>
            </a:r>
            <a:endParaRPr sz="1600">
              <a:latin typeface="Tw Cen MT"/>
              <a:cs typeface="Tw Cen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07681" y="3233712"/>
            <a:ext cx="2132965" cy="643255"/>
          </a:xfrm>
          <a:custGeom>
            <a:avLst/>
            <a:gdLst/>
            <a:ahLst/>
            <a:cxnLst/>
            <a:rect l="l" t="t" r="r" b="b"/>
            <a:pathLst>
              <a:path w="2132965" h="643254">
                <a:moveTo>
                  <a:pt x="70027" y="568147"/>
                </a:moveTo>
                <a:lnTo>
                  <a:pt x="0" y="616889"/>
                </a:lnTo>
                <a:lnTo>
                  <a:pt x="80683" y="642785"/>
                </a:lnTo>
                <a:lnTo>
                  <a:pt x="76333" y="612317"/>
                </a:lnTo>
                <a:lnTo>
                  <a:pt x="63931" y="612317"/>
                </a:lnTo>
                <a:lnTo>
                  <a:pt x="62420" y="603186"/>
                </a:lnTo>
                <a:lnTo>
                  <a:pt x="74766" y="601341"/>
                </a:lnTo>
                <a:lnTo>
                  <a:pt x="70027" y="568147"/>
                </a:lnTo>
                <a:close/>
              </a:path>
              <a:path w="2132965" h="643254">
                <a:moveTo>
                  <a:pt x="74766" y="601341"/>
                </a:moveTo>
                <a:lnTo>
                  <a:pt x="62420" y="603186"/>
                </a:lnTo>
                <a:lnTo>
                  <a:pt x="63931" y="612317"/>
                </a:lnTo>
                <a:lnTo>
                  <a:pt x="76074" y="610505"/>
                </a:lnTo>
                <a:lnTo>
                  <a:pt x="74766" y="601341"/>
                </a:lnTo>
                <a:close/>
              </a:path>
              <a:path w="2132965" h="643254">
                <a:moveTo>
                  <a:pt x="76074" y="610505"/>
                </a:moveTo>
                <a:lnTo>
                  <a:pt x="63931" y="612317"/>
                </a:lnTo>
                <a:lnTo>
                  <a:pt x="76333" y="612317"/>
                </a:lnTo>
                <a:lnTo>
                  <a:pt x="76074" y="610505"/>
                </a:lnTo>
                <a:close/>
              </a:path>
              <a:path w="2132965" h="643254">
                <a:moveTo>
                  <a:pt x="2122131" y="193446"/>
                </a:moveTo>
                <a:lnTo>
                  <a:pt x="2119083" y="202577"/>
                </a:lnTo>
                <a:lnTo>
                  <a:pt x="2111476" y="210197"/>
                </a:lnTo>
                <a:lnTo>
                  <a:pt x="2108428" y="214769"/>
                </a:lnTo>
                <a:lnTo>
                  <a:pt x="2102345" y="219341"/>
                </a:lnTo>
                <a:lnTo>
                  <a:pt x="2096249" y="222389"/>
                </a:lnTo>
                <a:lnTo>
                  <a:pt x="2073414" y="236093"/>
                </a:lnTo>
                <a:lnTo>
                  <a:pt x="2064283" y="240664"/>
                </a:lnTo>
                <a:lnTo>
                  <a:pt x="2053628" y="245237"/>
                </a:lnTo>
                <a:lnTo>
                  <a:pt x="2029269" y="254368"/>
                </a:lnTo>
                <a:lnTo>
                  <a:pt x="2003386" y="265036"/>
                </a:lnTo>
                <a:lnTo>
                  <a:pt x="1972944" y="274167"/>
                </a:lnTo>
                <a:lnTo>
                  <a:pt x="1939455" y="284835"/>
                </a:lnTo>
                <a:lnTo>
                  <a:pt x="1901393" y="293979"/>
                </a:lnTo>
                <a:lnTo>
                  <a:pt x="1861819" y="304634"/>
                </a:lnTo>
                <a:lnTo>
                  <a:pt x="1819186" y="315302"/>
                </a:lnTo>
                <a:lnTo>
                  <a:pt x="1723275" y="336626"/>
                </a:lnTo>
                <a:lnTo>
                  <a:pt x="1618246" y="357949"/>
                </a:lnTo>
                <a:lnTo>
                  <a:pt x="1502536" y="379272"/>
                </a:lnTo>
                <a:lnTo>
                  <a:pt x="1440129" y="389940"/>
                </a:lnTo>
                <a:lnTo>
                  <a:pt x="1377708" y="402120"/>
                </a:lnTo>
                <a:lnTo>
                  <a:pt x="1243749" y="423443"/>
                </a:lnTo>
                <a:lnTo>
                  <a:pt x="1175245" y="435635"/>
                </a:lnTo>
                <a:lnTo>
                  <a:pt x="1105217" y="446290"/>
                </a:lnTo>
                <a:lnTo>
                  <a:pt x="1032141" y="458482"/>
                </a:lnTo>
                <a:lnTo>
                  <a:pt x="959065" y="469138"/>
                </a:lnTo>
                <a:lnTo>
                  <a:pt x="806830" y="493509"/>
                </a:lnTo>
                <a:lnTo>
                  <a:pt x="74766" y="601341"/>
                </a:lnTo>
                <a:lnTo>
                  <a:pt x="76074" y="610505"/>
                </a:lnTo>
                <a:lnTo>
                  <a:pt x="959065" y="479806"/>
                </a:lnTo>
                <a:lnTo>
                  <a:pt x="1033665" y="467613"/>
                </a:lnTo>
                <a:lnTo>
                  <a:pt x="1106741" y="456958"/>
                </a:lnTo>
                <a:lnTo>
                  <a:pt x="1176769" y="444766"/>
                </a:lnTo>
                <a:lnTo>
                  <a:pt x="1246797" y="434111"/>
                </a:lnTo>
                <a:lnTo>
                  <a:pt x="1313776" y="421919"/>
                </a:lnTo>
                <a:lnTo>
                  <a:pt x="1379232" y="411264"/>
                </a:lnTo>
                <a:lnTo>
                  <a:pt x="1441653" y="399072"/>
                </a:lnTo>
                <a:lnTo>
                  <a:pt x="1504060" y="388416"/>
                </a:lnTo>
                <a:lnTo>
                  <a:pt x="1619757" y="367093"/>
                </a:lnTo>
                <a:lnTo>
                  <a:pt x="1775040" y="335102"/>
                </a:lnTo>
                <a:lnTo>
                  <a:pt x="1820710" y="324434"/>
                </a:lnTo>
                <a:lnTo>
                  <a:pt x="1940979" y="293979"/>
                </a:lnTo>
                <a:lnTo>
                  <a:pt x="2006434" y="274167"/>
                </a:lnTo>
                <a:lnTo>
                  <a:pt x="2033841" y="263512"/>
                </a:lnTo>
                <a:lnTo>
                  <a:pt x="2046020" y="258940"/>
                </a:lnTo>
                <a:lnTo>
                  <a:pt x="2077986" y="245237"/>
                </a:lnTo>
                <a:lnTo>
                  <a:pt x="2087117" y="240664"/>
                </a:lnTo>
                <a:lnTo>
                  <a:pt x="2094725" y="234569"/>
                </a:lnTo>
                <a:lnTo>
                  <a:pt x="2102345" y="229997"/>
                </a:lnTo>
                <a:lnTo>
                  <a:pt x="2114524" y="220865"/>
                </a:lnTo>
                <a:lnTo>
                  <a:pt x="2123655" y="211721"/>
                </a:lnTo>
                <a:lnTo>
                  <a:pt x="2129739" y="202577"/>
                </a:lnTo>
                <a:lnTo>
                  <a:pt x="2131263" y="198018"/>
                </a:lnTo>
                <a:lnTo>
                  <a:pt x="2131263" y="196494"/>
                </a:lnTo>
                <a:lnTo>
                  <a:pt x="2131771" y="194970"/>
                </a:lnTo>
                <a:lnTo>
                  <a:pt x="2122131" y="194970"/>
                </a:lnTo>
                <a:lnTo>
                  <a:pt x="2122131" y="193446"/>
                </a:lnTo>
                <a:close/>
              </a:path>
              <a:path w="2132965" h="643254">
                <a:moveTo>
                  <a:pt x="1616722" y="0"/>
                </a:moveTo>
                <a:lnTo>
                  <a:pt x="1615198" y="9144"/>
                </a:lnTo>
                <a:lnTo>
                  <a:pt x="1679130" y="22847"/>
                </a:lnTo>
                <a:lnTo>
                  <a:pt x="1741551" y="38074"/>
                </a:lnTo>
                <a:lnTo>
                  <a:pt x="1773516" y="44170"/>
                </a:lnTo>
                <a:lnTo>
                  <a:pt x="1803971" y="51790"/>
                </a:lnTo>
                <a:lnTo>
                  <a:pt x="1861819" y="67017"/>
                </a:lnTo>
                <a:lnTo>
                  <a:pt x="1890737" y="73113"/>
                </a:lnTo>
                <a:lnTo>
                  <a:pt x="1968373" y="95961"/>
                </a:lnTo>
                <a:lnTo>
                  <a:pt x="2012530" y="111188"/>
                </a:lnTo>
                <a:lnTo>
                  <a:pt x="2052104" y="126428"/>
                </a:lnTo>
                <a:lnTo>
                  <a:pt x="2096249" y="149275"/>
                </a:lnTo>
                <a:lnTo>
                  <a:pt x="2123655" y="179730"/>
                </a:lnTo>
                <a:lnTo>
                  <a:pt x="2123655" y="190398"/>
                </a:lnTo>
                <a:lnTo>
                  <a:pt x="2122131" y="194970"/>
                </a:lnTo>
                <a:lnTo>
                  <a:pt x="2131771" y="194970"/>
                </a:lnTo>
                <a:lnTo>
                  <a:pt x="2132787" y="191922"/>
                </a:lnTo>
                <a:lnTo>
                  <a:pt x="2132787" y="181254"/>
                </a:lnTo>
                <a:lnTo>
                  <a:pt x="2111476" y="149275"/>
                </a:lnTo>
                <a:lnTo>
                  <a:pt x="2087117" y="134035"/>
                </a:lnTo>
                <a:lnTo>
                  <a:pt x="2071890" y="124904"/>
                </a:lnTo>
                <a:lnTo>
                  <a:pt x="2036876" y="109664"/>
                </a:lnTo>
                <a:lnTo>
                  <a:pt x="1994255" y="94437"/>
                </a:lnTo>
                <a:lnTo>
                  <a:pt x="1945538" y="79209"/>
                </a:lnTo>
                <a:lnTo>
                  <a:pt x="1892261" y="63969"/>
                </a:lnTo>
                <a:lnTo>
                  <a:pt x="1864855" y="57886"/>
                </a:lnTo>
                <a:lnTo>
                  <a:pt x="1835937" y="50266"/>
                </a:lnTo>
                <a:lnTo>
                  <a:pt x="1744599" y="27419"/>
                </a:lnTo>
                <a:lnTo>
                  <a:pt x="161672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82370" y="4627422"/>
            <a:ext cx="2367280" cy="644525"/>
          </a:xfrm>
          <a:custGeom>
            <a:avLst/>
            <a:gdLst/>
            <a:ahLst/>
            <a:cxnLst/>
            <a:rect l="l" t="t" r="r" b="b"/>
            <a:pathLst>
              <a:path w="2367279" h="644525">
                <a:moveTo>
                  <a:pt x="71551" y="568147"/>
                </a:moveTo>
                <a:lnTo>
                  <a:pt x="0" y="615365"/>
                </a:lnTo>
                <a:lnTo>
                  <a:pt x="80683" y="644309"/>
                </a:lnTo>
                <a:lnTo>
                  <a:pt x="76847" y="612317"/>
                </a:lnTo>
                <a:lnTo>
                  <a:pt x="63944" y="612317"/>
                </a:lnTo>
                <a:lnTo>
                  <a:pt x="62420" y="603173"/>
                </a:lnTo>
                <a:lnTo>
                  <a:pt x="75551" y="601511"/>
                </a:lnTo>
                <a:lnTo>
                  <a:pt x="71551" y="568147"/>
                </a:lnTo>
                <a:close/>
              </a:path>
              <a:path w="2367279" h="644525">
                <a:moveTo>
                  <a:pt x="75551" y="601511"/>
                </a:moveTo>
                <a:lnTo>
                  <a:pt x="62420" y="603173"/>
                </a:lnTo>
                <a:lnTo>
                  <a:pt x="63944" y="612317"/>
                </a:lnTo>
                <a:lnTo>
                  <a:pt x="76654" y="610708"/>
                </a:lnTo>
                <a:lnTo>
                  <a:pt x="75551" y="601511"/>
                </a:lnTo>
                <a:close/>
              </a:path>
              <a:path w="2367279" h="644525">
                <a:moveTo>
                  <a:pt x="76654" y="610708"/>
                </a:moveTo>
                <a:lnTo>
                  <a:pt x="63944" y="612317"/>
                </a:lnTo>
                <a:lnTo>
                  <a:pt x="76847" y="612317"/>
                </a:lnTo>
                <a:lnTo>
                  <a:pt x="76654" y="610708"/>
                </a:lnTo>
                <a:close/>
              </a:path>
              <a:path w="2367279" h="644525">
                <a:moveTo>
                  <a:pt x="2365717" y="193446"/>
                </a:moveTo>
                <a:lnTo>
                  <a:pt x="2356573" y="193446"/>
                </a:lnTo>
                <a:lnTo>
                  <a:pt x="2353538" y="198018"/>
                </a:lnTo>
                <a:lnTo>
                  <a:pt x="2352014" y="202577"/>
                </a:lnTo>
                <a:lnTo>
                  <a:pt x="2339835" y="214769"/>
                </a:lnTo>
                <a:lnTo>
                  <a:pt x="2333739" y="219341"/>
                </a:lnTo>
                <a:lnTo>
                  <a:pt x="2326131" y="222389"/>
                </a:lnTo>
                <a:lnTo>
                  <a:pt x="2310904" y="231520"/>
                </a:lnTo>
                <a:lnTo>
                  <a:pt x="2278938" y="245236"/>
                </a:lnTo>
                <a:lnTo>
                  <a:pt x="2266759" y="251320"/>
                </a:lnTo>
                <a:lnTo>
                  <a:pt x="2253056" y="255892"/>
                </a:lnTo>
                <a:lnTo>
                  <a:pt x="2222614" y="265036"/>
                </a:lnTo>
                <a:lnTo>
                  <a:pt x="2151062" y="284835"/>
                </a:lnTo>
                <a:lnTo>
                  <a:pt x="2109965" y="293979"/>
                </a:lnTo>
                <a:lnTo>
                  <a:pt x="2065807" y="304634"/>
                </a:lnTo>
                <a:lnTo>
                  <a:pt x="2018614" y="315302"/>
                </a:lnTo>
                <a:lnTo>
                  <a:pt x="1966861" y="325958"/>
                </a:lnTo>
                <a:lnTo>
                  <a:pt x="1855723" y="347281"/>
                </a:lnTo>
                <a:lnTo>
                  <a:pt x="1732419" y="368604"/>
                </a:lnTo>
                <a:lnTo>
                  <a:pt x="1598460" y="389940"/>
                </a:lnTo>
                <a:lnTo>
                  <a:pt x="1528432" y="402120"/>
                </a:lnTo>
                <a:lnTo>
                  <a:pt x="1380756" y="423443"/>
                </a:lnTo>
                <a:lnTo>
                  <a:pt x="1304645" y="435635"/>
                </a:lnTo>
                <a:lnTo>
                  <a:pt x="1225486" y="446290"/>
                </a:lnTo>
                <a:lnTo>
                  <a:pt x="1144803" y="458482"/>
                </a:lnTo>
                <a:lnTo>
                  <a:pt x="1064120" y="469137"/>
                </a:lnTo>
                <a:lnTo>
                  <a:pt x="895134" y="493509"/>
                </a:lnTo>
                <a:lnTo>
                  <a:pt x="75551" y="601511"/>
                </a:lnTo>
                <a:lnTo>
                  <a:pt x="76654" y="610708"/>
                </a:lnTo>
                <a:lnTo>
                  <a:pt x="1065644" y="479805"/>
                </a:lnTo>
                <a:lnTo>
                  <a:pt x="1227010" y="455434"/>
                </a:lnTo>
                <a:lnTo>
                  <a:pt x="1306169" y="444766"/>
                </a:lnTo>
                <a:lnTo>
                  <a:pt x="1382280" y="432587"/>
                </a:lnTo>
                <a:lnTo>
                  <a:pt x="1529956" y="411264"/>
                </a:lnTo>
                <a:lnTo>
                  <a:pt x="1599971" y="399072"/>
                </a:lnTo>
                <a:lnTo>
                  <a:pt x="1733943" y="377748"/>
                </a:lnTo>
                <a:lnTo>
                  <a:pt x="1857247" y="356425"/>
                </a:lnTo>
                <a:lnTo>
                  <a:pt x="1968385" y="335102"/>
                </a:lnTo>
                <a:lnTo>
                  <a:pt x="2020138" y="324434"/>
                </a:lnTo>
                <a:lnTo>
                  <a:pt x="2154110" y="293979"/>
                </a:lnTo>
                <a:lnTo>
                  <a:pt x="2225662" y="274167"/>
                </a:lnTo>
                <a:lnTo>
                  <a:pt x="2269807" y="258940"/>
                </a:lnTo>
                <a:lnTo>
                  <a:pt x="2294166" y="249796"/>
                </a:lnTo>
                <a:lnTo>
                  <a:pt x="2304821" y="245236"/>
                </a:lnTo>
                <a:lnTo>
                  <a:pt x="2332215" y="231520"/>
                </a:lnTo>
                <a:lnTo>
                  <a:pt x="2338311" y="226948"/>
                </a:lnTo>
                <a:lnTo>
                  <a:pt x="2345918" y="222389"/>
                </a:lnTo>
                <a:lnTo>
                  <a:pt x="2350490" y="216293"/>
                </a:lnTo>
                <a:lnTo>
                  <a:pt x="2359621" y="207149"/>
                </a:lnTo>
                <a:lnTo>
                  <a:pt x="2362669" y="202577"/>
                </a:lnTo>
                <a:lnTo>
                  <a:pt x="2364193" y="198018"/>
                </a:lnTo>
                <a:lnTo>
                  <a:pt x="2365717" y="198018"/>
                </a:lnTo>
                <a:lnTo>
                  <a:pt x="2365717" y="193446"/>
                </a:lnTo>
                <a:close/>
              </a:path>
              <a:path w="2367279" h="644525">
                <a:moveTo>
                  <a:pt x="2356573" y="190398"/>
                </a:moveTo>
                <a:lnTo>
                  <a:pt x="2355049" y="194970"/>
                </a:lnTo>
                <a:lnTo>
                  <a:pt x="2356573" y="193446"/>
                </a:lnTo>
                <a:lnTo>
                  <a:pt x="2365717" y="193446"/>
                </a:lnTo>
                <a:lnTo>
                  <a:pt x="2365717" y="191922"/>
                </a:lnTo>
                <a:lnTo>
                  <a:pt x="2356573" y="191922"/>
                </a:lnTo>
                <a:lnTo>
                  <a:pt x="2356573" y="190398"/>
                </a:lnTo>
                <a:close/>
              </a:path>
              <a:path w="2367279" h="644525">
                <a:moveTo>
                  <a:pt x="2365717" y="179730"/>
                </a:moveTo>
                <a:lnTo>
                  <a:pt x="2356573" y="179730"/>
                </a:lnTo>
                <a:lnTo>
                  <a:pt x="2356573" y="191922"/>
                </a:lnTo>
                <a:lnTo>
                  <a:pt x="2365717" y="191922"/>
                </a:lnTo>
                <a:lnTo>
                  <a:pt x="2367229" y="188874"/>
                </a:lnTo>
                <a:lnTo>
                  <a:pt x="2367229" y="187350"/>
                </a:lnTo>
                <a:lnTo>
                  <a:pt x="2365717" y="182778"/>
                </a:lnTo>
                <a:lnTo>
                  <a:pt x="2365717" y="179730"/>
                </a:lnTo>
                <a:close/>
              </a:path>
              <a:path w="2367279" h="644525">
                <a:moveTo>
                  <a:pt x="1794840" y="0"/>
                </a:moveTo>
                <a:lnTo>
                  <a:pt x="1791792" y="9143"/>
                </a:lnTo>
                <a:lnTo>
                  <a:pt x="1863343" y="24371"/>
                </a:lnTo>
                <a:lnTo>
                  <a:pt x="1933371" y="38074"/>
                </a:lnTo>
                <a:lnTo>
                  <a:pt x="2001875" y="53314"/>
                </a:lnTo>
                <a:lnTo>
                  <a:pt x="2033841" y="59410"/>
                </a:lnTo>
                <a:lnTo>
                  <a:pt x="2097785" y="74637"/>
                </a:lnTo>
                <a:lnTo>
                  <a:pt x="2128227" y="82257"/>
                </a:lnTo>
                <a:lnTo>
                  <a:pt x="2183028" y="97485"/>
                </a:lnTo>
                <a:lnTo>
                  <a:pt x="2208910" y="103581"/>
                </a:lnTo>
                <a:lnTo>
                  <a:pt x="2233269" y="111188"/>
                </a:lnTo>
                <a:lnTo>
                  <a:pt x="2256104" y="118808"/>
                </a:lnTo>
                <a:lnTo>
                  <a:pt x="2277414" y="126428"/>
                </a:lnTo>
                <a:lnTo>
                  <a:pt x="2295690" y="135559"/>
                </a:lnTo>
                <a:lnTo>
                  <a:pt x="2312428" y="143179"/>
                </a:lnTo>
                <a:lnTo>
                  <a:pt x="2318524" y="146227"/>
                </a:lnTo>
                <a:lnTo>
                  <a:pt x="2326131" y="150799"/>
                </a:lnTo>
                <a:lnTo>
                  <a:pt x="2332215" y="153847"/>
                </a:lnTo>
                <a:lnTo>
                  <a:pt x="2336787" y="158407"/>
                </a:lnTo>
                <a:lnTo>
                  <a:pt x="2342883" y="161455"/>
                </a:lnTo>
                <a:lnTo>
                  <a:pt x="2345918" y="166027"/>
                </a:lnTo>
                <a:lnTo>
                  <a:pt x="2353538" y="173647"/>
                </a:lnTo>
                <a:lnTo>
                  <a:pt x="2355049" y="176695"/>
                </a:lnTo>
                <a:lnTo>
                  <a:pt x="2356573" y="181254"/>
                </a:lnTo>
                <a:lnTo>
                  <a:pt x="2356573" y="179730"/>
                </a:lnTo>
                <a:lnTo>
                  <a:pt x="2365717" y="179730"/>
                </a:lnTo>
                <a:lnTo>
                  <a:pt x="2365717" y="176695"/>
                </a:lnTo>
                <a:lnTo>
                  <a:pt x="2353538" y="158407"/>
                </a:lnTo>
                <a:lnTo>
                  <a:pt x="2348966" y="155359"/>
                </a:lnTo>
                <a:lnTo>
                  <a:pt x="2330704" y="141655"/>
                </a:lnTo>
                <a:lnTo>
                  <a:pt x="2323083" y="138607"/>
                </a:lnTo>
                <a:lnTo>
                  <a:pt x="2315476" y="134035"/>
                </a:lnTo>
                <a:lnTo>
                  <a:pt x="2298725" y="126428"/>
                </a:lnTo>
                <a:lnTo>
                  <a:pt x="2280462" y="118808"/>
                </a:lnTo>
                <a:lnTo>
                  <a:pt x="2259152" y="111188"/>
                </a:lnTo>
                <a:lnTo>
                  <a:pt x="2236317" y="102057"/>
                </a:lnTo>
                <a:lnTo>
                  <a:pt x="2211958" y="94437"/>
                </a:lnTo>
                <a:lnTo>
                  <a:pt x="2186076" y="88341"/>
                </a:lnTo>
                <a:lnTo>
                  <a:pt x="2158669" y="80733"/>
                </a:lnTo>
                <a:lnTo>
                  <a:pt x="2068855" y="57886"/>
                </a:lnTo>
                <a:lnTo>
                  <a:pt x="2003399" y="42646"/>
                </a:lnTo>
                <a:lnTo>
                  <a:pt x="1969909" y="36550"/>
                </a:lnTo>
                <a:lnTo>
                  <a:pt x="1934895" y="28943"/>
                </a:lnTo>
                <a:lnTo>
                  <a:pt x="1864867" y="15227"/>
                </a:lnTo>
                <a:lnTo>
                  <a:pt x="179484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52060" y="3116427"/>
            <a:ext cx="718820" cy="2688590"/>
          </a:xfrm>
          <a:custGeom>
            <a:avLst/>
            <a:gdLst/>
            <a:ahLst/>
            <a:cxnLst/>
            <a:rect l="l" t="t" r="r" b="b"/>
            <a:pathLst>
              <a:path w="718820" h="2688590">
                <a:moveTo>
                  <a:pt x="718540" y="2682316"/>
                </a:moveTo>
                <a:lnTo>
                  <a:pt x="653072" y="2607691"/>
                </a:lnTo>
                <a:lnTo>
                  <a:pt x="522160" y="2461463"/>
                </a:lnTo>
                <a:lnTo>
                  <a:pt x="459740" y="2389873"/>
                </a:lnTo>
                <a:lnTo>
                  <a:pt x="429298" y="2353310"/>
                </a:lnTo>
                <a:lnTo>
                  <a:pt x="398843" y="2318283"/>
                </a:lnTo>
                <a:lnTo>
                  <a:pt x="340995" y="2248217"/>
                </a:lnTo>
                <a:lnTo>
                  <a:pt x="286194" y="2181199"/>
                </a:lnTo>
                <a:lnTo>
                  <a:pt x="234429" y="2114169"/>
                </a:lnTo>
                <a:lnTo>
                  <a:pt x="210083" y="2082190"/>
                </a:lnTo>
                <a:lnTo>
                  <a:pt x="187236" y="2050199"/>
                </a:lnTo>
                <a:lnTo>
                  <a:pt x="164401" y="2019731"/>
                </a:lnTo>
                <a:lnTo>
                  <a:pt x="124828" y="1958809"/>
                </a:lnTo>
                <a:lnTo>
                  <a:pt x="89814" y="1902447"/>
                </a:lnTo>
                <a:lnTo>
                  <a:pt x="59359" y="1847621"/>
                </a:lnTo>
                <a:lnTo>
                  <a:pt x="36525" y="1797354"/>
                </a:lnTo>
                <a:lnTo>
                  <a:pt x="21310" y="1750136"/>
                </a:lnTo>
                <a:lnTo>
                  <a:pt x="15214" y="1728812"/>
                </a:lnTo>
                <a:lnTo>
                  <a:pt x="12179" y="1707489"/>
                </a:lnTo>
                <a:lnTo>
                  <a:pt x="10655" y="1687690"/>
                </a:lnTo>
                <a:lnTo>
                  <a:pt x="10655" y="1669402"/>
                </a:lnTo>
                <a:lnTo>
                  <a:pt x="22834" y="1619135"/>
                </a:lnTo>
                <a:lnTo>
                  <a:pt x="50228" y="1578013"/>
                </a:lnTo>
                <a:lnTo>
                  <a:pt x="91338" y="1542986"/>
                </a:lnTo>
                <a:lnTo>
                  <a:pt x="124828" y="1524698"/>
                </a:lnTo>
                <a:lnTo>
                  <a:pt x="187236" y="1500339"/>
                </a:lnTo>
                <a:lnTo>
                  <a:pt x="232918" y="1486623"/>
                </a:lnTo>
                <a:lnTo>
                  <a:pt x="283146" y="1474444"/>
                </a:lnTo>
                <a:lnTo>
                  <a:pt x="336435" y="1465300"/>
                </a:lnTo>
                <a:lnTo>
                  <a:pt x="392760" y="1456156"/>
                </a:lnTo>
                <a:lnTo>
                  <a:pt x="592518" y="1436027"/>
                </a:lnTo>
                <a:lnTo>
                  <a:pt x="595223" y="1469872"/>
                </a:lnTo>
                <a:lnTo>
                  <a:pt x="668299" y="1425702"/>
                </a:lnTo>
                <a:lnTo>
                  <a:pt x="589140" y="1393710"/>
                </a:lnTo>
                <a:lnTo>
                  <a:pt x="591693" y="1425702"/>
                </a:lnTo>
                <a:lnTo>
                  <a:pt x="591756" y="1426629"/>
                </a:lnTo>
                <a:lnTo>
                  <a:pt x="541947" y="1430261"/>
                </a:lnTo>
                <a:lnTo>
                  <a:pt x="481050" y="1436357"/>
                </a:lnTo>
                <a:lnTo>
                  <a:pt x="421678" y="1443977"/>
                </a:lnTo>
                <a:lnTo>
                  <a:pt x="392760" y="1447025"/>
                </a:lnTo>
                <a:lnTo>
                  <a:pt x="334911" y="1456156"/>
                </a:lnTo>
                <a:lnTo>
                  <a:pt x="281622" y="1465300"/>
                </a:lnTo>
                <a:lnTo>
                  <a:pt x="207035" y="1483575"/>
                </a:lnTo>
                <a:lnTo>
                  <a:pt x="161366" y="1498815"/>
                </a:lnTo>
                <a:lnTo>
                  <a:pt x="101993" y="1524698"/>
                </a:lnTo>
                <a:lnTo>
                  <a:pt x="54800" y="1559737"/>
                </a:lnTo>
                <a:lnTo>
                  <a:pt x="21310" y="1600860"/>
                </a:lnTo>
                <a:lnTo>
                  <a:pt x="3035" y="1649603"/>
                </a:lnTo>
                <a:lnTo>
                  <a:pt x="1511" y="1669402"/>
                </a:lnTo>
                <a:lnTo>
                  <a:pt x="0" y="1687690"/>
                </a:lnTo>
                <a:lnTo>
                  <a:pt x="6083" y="1730336"/>
                </a:lnTo>
                <a:lnTo>
                  <a:pt x="18262" y="1776031"/>
                </a:lnTo>
                <a:lnTo>
                  <a:pt x="51752" y="1852193"/>
                </a:lnTo>
                <a:lnTo>
                  <a:pt x="80683" y="1907019"/>
                </a:lnTo>
                <a:lnTo>
                  <a:pt x="117208" y="1964905"/>
                </a:lnTo>
                <a:lnTo>
                  <a:pt x="137007" y="1993849"/>
                </a:lnTo>
                <a:lnTo>
                  <a:pt x="156794" y="2024303"/>
                </a:lnTo>
                <a:lnTo>
                  <a:pt x="202463" y="2088286"/>
                </a:lnTo>
                <a:lnTo>
                  <a:pt x="226822" y="2120265"/>
                </a:lnTo>
                <a:lnTo>
                  <a:pt x="252704" y="2153780"/>
                </a:lnTo>
                <a:lnTo>
                  <a:pt x="278587" y="2185759"/>
                </a:lnTo>
                <a:lnTo>
                  <a:pt x="305981" y="2220798"/>
                </a:lnTo>
                <a:lnTo>
                  <a:pt x="333387" y="2254313"/>
                </a:lnTo>
                <a:lnTo>
                  <a:pt x="362305" y="2289340"/>
                </a:lnTo>
                <a:lnTo>
                  <a:pt x="392760" y="2324379"/>
                </a:lnTo>
                <a:lnTo>
                  <a:pt x="421678" y="2359406"/>
                </a:lnTo>
                <a:lnTo>
                  <a:pt x="580009" y="2540660"/>
                </a:lnTo>
                <a:lnTo>
                  <a:pt x="645464" y="2613774"/>
                </a:lnTo>
                <a:lnTo>
                  <a:pt x="710920" y="2688412"/>
                </a:lnTo>
                <a:lnTo>
                  <a:pt x="718540" y="2682316"/>
                </a:lnTo>
                <a:close/>
              </a:path>
              <a:path w="718820" h="2688590">
                <a:moveTo>
                  <a:pt x="718540" y="1395234"/>
                </a:moveTo>
                <a:lnTo>
                  <a:pt x="653072" y="1314500"/>
                </a:lnTo>
                <a:lnTo>
                  <a:pt x="587616" y="1235303"/>
                </a:lnTo>
                <a:lnTo>
                  <a:pt x="459740" y="1076883"/>
                </a:lnTo>
                <a:lnTo>
                  <a:pt x="398843" y="1000734"/>
                </a:lnTo>
                <a:lnTo>
                  <a:pt x="340995" y="924572"/>
                </a:lnTo>
                <a:lnTo>
                  <a:pt x="286194" y="851458"/>
                </a:lnTo>
                <a:lnTo>
                  <a:pt x="234429" y="778344"/>
                </a:lnTo>
                <a:lnTo>
                  <a:pt x="210083" y="743318"/>
                </a:lnTo>
                <a:lnTo>
                  <a:pt x="164401" y="676287"/>
                </a:lnTo>
                <a:lnTo>
                  <a:pt x="144614" y="642785"/>
                </a:lnTo>
                <a:lnTo>
                  <a:pt x="124828" y="610793"/>
                </a:lnTo>
                <a:lnTo>
                  <a:pt x="106553" y="578815"/>
                </a:lnTo>
                <a:lnTo>
                  <a:pt x="89814" y="548347"/>
                </a:lnTo>
                <a:lnTo>
                  <a:pt x="74587" y="517880"/>
                </a:lnTo>
                <a:lnTo>
                  <a:pt x="59359" y="488937"/>
                </a:lnTo>
                <a:lnTo>
                  <a:pt x="36525" y="434111"/>
                </a:lnTo>
                <a:lnTo>
                  <a:pt x="15214" y="359473"/>
                </a:lnTo>
                <a:lnTo>
                  <a:pt x="10756" y="316826"/>
                </a:lnTo>
                <a:lnTo>
                  <a:pt x="10655" y="295503"/>
                </a:lnTo>
                <a:lnTo>
                  <a:pt x="12179" y="275691"/>
                </a:lnTo>
                <a:lnTo>
                  <a:pt x="30441" y="225425"/>
                </a:lnTo>
                <a:lnTo>
                  <a:pt x="62407" y="182778"/>
                </a:lnTo>
                <a:lnTo>
                  <a:pt x="108077" y="147751"/>
                </a:lnTo>
                <a:lnTo>
                  <a:pt x="144614" y="127952"/>
                </a:lnTo>
                <a:lnTo>
                  <a:pt x="187236" y="111188"/>
                </a:lnTo>
                <a:lnTo>
                  <a:pt x="232918" y="95961"/>
                </a:lnTo>
                <a:lnTo>
                  <a:pt x="258787" y="89865"/>
                </a:lnTo>
                <a:lnTo>
                  <a:pt x="283146" y="83769"/>
                </a:lnTo>
                <a:lnTo>
                  <a:pt x="310553" y="77685"/>
                </a:lnTo>
                <a:lnTo>
                  <a:pt x="336435" y="73113"/>
                </a:lnTo>
                <a:lnTo>
                  <a:pt x="394284" y="63969"/>
                </a:lnTo>
                <a:lnTo>
                  <a:pt x="423202" y="60921"/>
                </a:lnTo>
                <a:lnTo>
                  <a:pt x="482574" y="53314"/>
                </a:lnTo>
                <a:lnTo>
                  <a:pt x="592582" y="42303"/>
                </a:lnTo>
                <a:lnTo>
                  <a:pt x="595096" y="73113"/>
                </a:lnTo>
                <a:lnTo>
                  <a:pt x="595223" y="74637"/>
                </a:lnTo>
                <a:lnTo>
                  <a:pt x="665772" y="31991"/>
                </a:lnTo>
                <a:lnTo>
                  <a:pt x="668299" y="30467"/>
                </a:lnTo>
                <a:lnTo>
                  <a:pt x="589140" y="0"/>
                </a:lnTo>
                <a:lnTo>
                  <a:pt x="591616" y="30467"/>
                </a:lnTo>
                <a:lnTo>
                  <a:pt x="591743" y="31991"/>
                </a:lnTo>
                <a:lnTo>
                  <a:pt x="591820" y="32918"/>
                </a:lnTo>
                <a:lnTo>
                  <a:pt x="541947" y="36550"/>
                </a:lnTo>
                <a:lnTo>
                  <a:pt x="481050" y="44170"/>
                </a:lnTo>
                <a:lnTo>
                  <a:pt x="421678" y="50266"/>
                </a:lnTo>
                <a:lnTo>
                  <a:pt x="307505" y="68541"/>
                </a:lnTo>
                <a:lnTo>
                  <a:pt x="255752" y="80733"/>
                </a:lnTo>
                <a:lnTo>
                  <a:pt x="207035" y="94437"/>
                </a:lnTo>
                <a:lnTo>
                  <a:pt x="161366" y="111188"/>
                </a:lnTo>
                <a:lnTo>
                  <a:pt x="140055" y="118808"/>
                </a:lnTo>
                <a:lnTo>
                  <a:pt x="101993" y="140131"/>
                </a:lnTo>
                <a:lnTo>
                  <a:pt x="70027" y="162979"/>
                </a:lnTo>
                <a:lnTo>
                  <a:pt x="42621" y="190398"/>
                </a:lnTo>
                <a:lnTo>
                  <a:pt x="13690" y="237617"/>
                </a:lnTo>
                <a:lnTo>
                  <a:pt x="101" y="315302"/>
                </a:lnTo>
                <a:lnTo>
                  <a:pt x="0" y="316826"/>
                </a:lnTo>
                <a:lnTo>
                  <a:pt x="1397" y="336626"/>
                </a:lnTo>
                <a:lnTo>
                  <a:pt x="18262" y="411264"/>
                </a:lnTo>
                <a:lnTo>
                  <a:pt x="51752" y="493509"/>
                </a:lnTo>
                <a:lnTo>
                  <a:pt x="80683" y="552919"/>
                </a:lnTo>
                <a:lnTo>
                  <a:pt x="117208" y="615365"/>
                </a:lnTo>
                <a:lnTo>
                  <a:pt x="135483" y="647357"/>
                </a:lnTo>
                <a:lnTo>
                  <a:pt x="156794" y="680859"/>
                </a:lnTo>
                <a:lnTo>
                  <a:pt x="179628" y="714375"/>
                </a:lnTo>
                <a:lnTo>
                  <a:pt x="202463" y="749401"/>
                </a:lnTo>
                <a:lnTo>
                  <a:pt x="226822" y="784440"/>
                </a:lnTo>
                <a:lnTo>
                  <a:pt x="252704" y="819467"/>
                </a:lnTo>
                <a:lnTo>
                  <a:pt x="278587" y="856030"/>
                </a:lnTo>
                <a:lnTo>
                  <a:pt x="305981" y="892581"/>
                </a:lnTo>
                <a:lnTo>
                  <a:pt x="333387" y="930668"/>
                </a:lnTo>
                <a:lnTo>
                  <a:pt x="362305" y="968743"/>
                </a:lnTo>
                <a:lnTo>
                  <a:pt x="392760" y="1006817"/>
                </a:lnTo>
                <a:lnTo>
                  <a:pt x="421678" y="1044905"/>
                </a:lnTo>
                <a:lnTo>
                  <a:pt x="452132" y="1082979"/>
                </a:lnTo>
                <a:lnTo>
                  <a:pt x="580009" y="1241386"/>
                </a:lnTo>
                <a:lnTo>
                  <a:pt x="645464" y="1320596"/>
                </a:lnTo>
                <a:lnTo>
                  <a:pt x="710920" y="1401330"/>
                </a:lnTo>
                <a:lnTo>
                  <a:pt x="718540" y="1395234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70"/>
              <a:t> </a:t>
            </a:r>
            <a:r>
              <a:rPr dirty="0" spc="-1090"/>
              <a:t>후위순회</a:t>
            </a:r>
            <a:r>
              <a:rPr dirty="0" spc="-1090">
                <a:latin typeface="Tw Cen MT"/>
                <a:cs typeface="Tw Cen MT"/>
              </a:rPr>
              <a:t>(LRV)</a:t>
            </a:r>
            <a:r>
              <a:rPr dirty="0" spc="-1090"/>
              <a:t>의</a:t>
            </a:r>
            <a:r>
              <a:rPr dirty="0" spc="-280"/>
              <a:t> </a:t>
            </a:r>
            <a:r>
              <a:rPr dirty="0" spc="-2095"/>
              <a:t>순환호출순서확인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89303"/>
            <a:ext cx="6370955" cy="1800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ts val="205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1800" spc="-10">
                <a:latin typeface="Gulim"/>
                <a:cs typeface="Gulim"/>
              </a:rPr>
              <a:t>후위순회의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순환호출순서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확인이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어려운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이유</a:t>
            </a:r>
            <a:endParaRPr sz="1800">
              <a:latin typeface="Gulim"/>
              <a:cs typeface="Gulim"/>
            </a:endParaRPr>
          </a:p>
          <a:p>
            <a:pPr marL="332105">
              <a:lnSpc>
                <a:spcPts val="2050"/>
              </a:lnSpc>
              <a:tabLst>
                <a:tab pos="2717800" algn="l"/>
              </a:tabLst>
            </a:pPr>
            <a:r>
              <a:rPr dirty="0" sz="1800" spc="-10">
                <a:latin typeface="Arial"/>
                <a:cs typeface="Arial"/>
              </a:rPr>
              <a:t>factorial(n-</a:t>
            </a:r>
            <a:r>
              <a:rPr dirty="0" sz="1800">
                <a:latin typeface="Arial"/>
                <a:cs typeface="Arial"/>
              </a:rPr>
              <a:t>1)</a:t>
            </a:r>
            <a:r>
              <a:rPr dirty="0" sz="1800">
                <a:latin typeface="Gulim"/>
                <a:cs typeface="Gulim"/>
              </a:rPr>
              <a:t>이</a:t>
            </a:r>
            <a:r>
              <a:rPr dirty="0" sz="1800" spc="-9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아니라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Arial"/>
                <a:cs typeface="Arial"/>
              </a:rPr>
              <a:t>root-&gt;left</a:t>
            </a:r>
            <a:r>
              <a:rPr dirty="0" sz="1800" spc="-10">
                <a:latin typeface="Gulim"/>
                <a:cs typeface="Gulim"/>
              </a:rPr>
              <a:t>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root-</a:t>
            </a:r>
            <a:r>
              <a:rPr dirty="0" sz="1800">
                <a:latin typeface="Arial"/>
                <a:cs typeface="Arial"/>
              </a:rPr>
              <a:t>&gt;right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갈래가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489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1800">
                <a:latin typeface="Arial"/>
                <a:cs typeface="Arial"/>
              </a:rPr>
              <a:t>41</a:t>
            </a:r>
            <a:r>
              <a:rPr dirty="0" sz="1800">
                <a:latin typeface="Gulim"/>
                <a:cs typeface="Gulim"/>
              </a:rPr>
              <a:t>줄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중단점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ts val="2050"/>
              </a:lnSpc>
              <a:spcBef>
                <a:spcPts val="47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1800">
                <a:latin typeface="Arial"/>
                <a:cs typeface="Arial"/>
              </a:rPr>
              <a:t>VS</a:t>
            </a:r>
            <a:r>
              <a:rPr dirty="0" sz="1800">
                <a:latin typeface="Gulim"/>
                <a:cs typeface="Gulim"/>
              </a:rPr>
              <a:t>에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호출스택</a:t>
            </a:r>
            <a:r>
              <a:rPr dirty="0" sz="1800">
                <a:latin typeface="Arial"/>
                <a:cs typeface="Arial"/>
              </a:rPr>
              <a:t>(call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stack)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window</a:t>
            </a:r>
            <a:r>
              <a:rPr dirty="0" sz="1800" spc="-10">
                <a:latin typeface="Gulim"/>
                <a:cs typeface="Gulim"/>
              </a:rPr>
              <a:t>가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  <a:p>
            <a:pPr marL="332105">
              <a:lnSpc>
                <a:spcPts val="2050"/>
              </a:lnSpc>
            </a:pPr>
            <a:r>
              <a:rPr dirty="0" sz="1800">
                <a:latin typeface="Gulim"/>
                <a:cs typeface="Gulim"/>
              </a:rPr>
              <a:t>가장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호출된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함수</a:t>
            </a:r>
            <a:r>
              <a:rPr dirty="0" sz="1800" spc="-10">
                <a:latin typeface="Arial"/>
                <a:cs typeface="Arial"/>
              </a:rPr>
              <a:t>(function)</a:t>
            </a:r>
            <a:r>
              <a:rPr dirty="0" sz="1800" spc="-10">
                <a:latin typeface="Gulim"/>
                <a:cs typeface="Gulim"/>
              </a:rPr>
              <a:t>가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제일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위에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48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1800">
                <a:latin typeface="Arial"/>
                <a:cs typeface="Arial"/>
              </a:rPr>
              <a:t>VS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호출스택은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교재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Arial"/>
                <a:cs typeface="Arial"/>
              </a:rPr>
              <a:t>[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4-</a:t>
            </a:r>
            <a:r>
              <a:rPr dirty="0" sz="1800">
                <a:latin typeface="Arial"/>
                <a:cs typeface="Arial"/>
              </a:rPr>
              <a:t>4]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시스템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스택의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내용임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6268" y="3643452"/>
            <a:ext cx="1842020" cy="17653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1995" y="5513920"/>
            <a:ext cx="5212473" cy="16374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4155" y="4048620"/>
            <a:ext cx="989864" cy="7326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66555" y="3984637"/>
            <a:ext cx="2683878" cy="114239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690">
                <a:latin typeface="Tw Cen MT"/>
                <a:cs typeface="Tw Cen MT"/>
              </a:rPr>
              <a:t>2</a:t>
            </a:r>
            <a:r>
              <a:rPr dirty="0" spc="-690"/>
              <a:t>장</a:t>
            </a:r>
            <a:r>
              <a:rPr dirty="0" spc="-254"/>
              <a:t> </a:t>
            </a:r>
            <a:r>
              <a:rPr dirty="0" spc="-1860"/>
              <a:t>시스템스택과</a:t>
            </a:r>
            <a:r>
              <a:rPr dirty="0" spc="-254"/>
              <a:t> </a:t>
            </a:r>
            <a:r>
              <a:rPr dirty="0" spc="-690">
                <a:latin typeface="Tw Cen MT"/>
                <a:cs typeface="Tw Cen MT"/>
              </a:rPr>
              <a:t>4</a:t>
            </a:r>
            <a:r>
              <a:rPr dirty="0" spc="-690"/>
              <a:t>장</a:t>
            </a:r>
            <a:r>
              <a:rPr dirty="0" spc="-245"/>
              <a:t> </a:t>
            </a:r>
            <a:r>
              <a:rPr dirty="0" spc="-1985"/>
              <a:t>스택</a:t>
            </a:r>
            <a:r>
              <a:rPr dirty="0" spc="-250"/>
              <a:t> </a:t>
            </a:r>
            <a:r>
              <a:rPr dirty="0" spc="-2250"/>
              <a:t>비교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26759"/>
            <a:ext cx="27482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시스템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스택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연산 </a:t>
            </a:r>
            <a:r>
              <a:rPr dirty="0" sz="2400" spc="-20">
                <a:latin typeface="Gulim"/>
                <a:cs typeface="Gulim"/>
              </a:rPr>
              <a:t>함수호출과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return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797" y="5284379"/>
            <a:ext cx="3423285" cy="1119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865"/>
              </a:lnSpc>
              <a:spcBef>
                <a:spcPts val="9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4</a:t>
            </a:r>
            <a:r>
              <a:rPr dirty="0" sz="2400">
                <a:latin typeface="Gulim"/>
                <a:cs typeface="Gulim"/>
              </a:rPr>
              <a:t>장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스택자료구조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연산</a:t>
            </a:r>
            <a:endParaRPr sz="2400">
              <a:latin typeface="Gulim"/>
              <a:cs typeface="Gulim"/>
            </a:endParaRPr>
          </a:p>
          <a:p>
            <a:pPr marL="332105" marR="1000760">
              <a:lnSpc>
                <a:spcPts val="2880"/>
              </a:lnSpc>
              <a:spcBef>
                <a:spcPts val="85"/>
              </a:spcBef>
            </a:pPr>
            <a:r>
              <a:rPr dirty="0" sz="2400">
                <a:latin typeface="Arial"/>
                <a:cs typeface="Arial"/>
              </a:rPr>
              <a:t>void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push(item) </a:t>
            </a:r>
            <a:r>
              <a:rPr dirty="0" sz="2400">
                <a:latin typeface="Arial"/>
                <a:cs typeface="Arial"/>
              </a:rPr>
              <a:t>item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pop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()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8135" y="2699080"/>
            <a:ext cx="4495800" cy="2429510"/>
          </a:xfrm>
          <a:prstGeom prst="rect">
            <a:avLst/>
          </a:prstGeom>
          <a:solidFill>
            <a:srgbClr val="FFFF99"/>
          </a:solidFill>
          <a:ln w="25882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90805">
              <a:lnSpc>
                <a:spcPts val="2280"/>
              </a:lnSpc>
              <a:spcBef>
                <a:spcPts val="235"/>
              </a:spcBef>
            </a:pPr>
            <a:r>
              <a:rPr dirty="0" sz="1900" b="1">
                <a:solidFill>
                  <a:srgbClr val="0000FF"/>
                </a:solidFill>
                <a:latin typeface="Calibri"/>
                <a:cs typeface="Calibri"/>
              </a:rPr>
              <a:t>int</a:t>
            </a:r>
            <a:r>
              <a:rPr dirty="0" sz="19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factorial(</a:t>
            </a:r>
            <a:r>
              <a:rPr dirty="0" sz="1900" spc="-10" b="1">
                <a:solidFill>
                  <a:srgbClr val="0000FF"/>
                </a:solidFill>
                <a:latin typeface="Calibri"/>
                <a:cs typeface="Calibri"/>
              </a:rPr>
              <a:t>int</a:t>
            </a:r>
            <a:r>
              <a:rPr dirty="0" sz="19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900" spc="-35">
                <a:latin typeface="Calibri"/>
                <a:cs typeface="Calibri"/>
              </a:rPr>
              <a:t>n)</a:t>
            </a:r>
            <a:endParaRPr sz="1900">
              <a:latin typeface="Calibri"/>
              <a:cs typeface="Calibri"/>
            </a:endParaRPr>
          </a:p>
          <a:p>
            <a:pPr marL="90805">
              <a:lnSpc>
                <a:spcPts val="2280"/>
              </a:lnSpc>
            </a:pPr>
            <a:r>
              <a:rPr dirty="0" sz="1900" spc="-50"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306705">
              <a:lnSpc>
                <a:spcPts val="2280"/>
              </a:lnSpc>
            </a:pPr>
            <a:r>
              <a:rPr dirty="0" sz="1900" b="1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dirty="0" sz="1900">
                <a:latin typeface="Calibri"/>
                <a:cs typeface="Calibri"/>
              </a:rPr>
              <a:t>(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n&lt;=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1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)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0000FF"/>
                </a:solidFill>
                <a:latin typeface="Calibri"/>
                <a:cs typeface="Calibri"/>
              </a:rPr>
              <a:t>return</a:t>
            </a:r>
            <a:r>
              <a:rPr dirty="0" sz="1900" spc="-10">
                <a:latin typeface="Calibri"/>
                <a:cs typeface="Calibri"/>
              </a:rPr>
              <a:t>(1);</a:t>
            </a:r>
            <a:endParaRPr sz="1900">
              <a:latin typeface="Calibri"/>
              <a:cs typeface="Calibri"/>
            </a:endParaRPr>
          </a:p>
          <a:p>
            <a:pPr marL="306705">
              <a:lnSpc>
                <a:spcPts val="2275"/>
              </a:lnSpc>
            </a:pPr>
            <a:r>
              <a:rPr dirty="0" sz="1900" b="1">
                <a:solidFill>
                  <a:srgbClr val="0000FF"/>
                </a:solidFill>
                <a:latin typeface="Calibri"/>
                <a:cs typeface="Calibri"/>
              </a:rPr>
              <a:t>else</a:t>
            </a:r>
            <a:r>
              <a:rPr dirty="0" sz="19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00FF"/>
                </a:solidFill>
                <a:latin typeface="Calibri"/>
                <a:cs typeface="Calibri"/>
              </a:rPr>
              <a:t>return </a:t>
            </a:r>
            <a:r>
              <a:rPr dirty="0" sz="1900">
                <a:latin typeface="Calibri"/>
                <a:cs typeface="Calibri"/>
              </a:rPr>
              <a:t>(n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*</a:t>
            </a:r>
            <a:r>
              <a:rPr dirty="0" sz="1900" spc="-20">
                <a:latin typeface="Calibri"/>
                <a:cs typeface="Calibri"/>
              </a:rPr>
              <a:t> factorial_n_1(n-</a:t>
            </a:r>
            <a:r>
              <a:rPr dirty="0" sz="1900">
                <a:latin typeface="Calibri"/>
                <a:cs typeface="Calibri"/>
              </a:rPr>
              <a:t>1)</a:t>
            </a:r>
            <a:r>
              <a:rPr dirty="0" sz="1900" spc="2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);</a:t>
            </a:r>
            <a:endParaRPr sz="1900">
              <a:latin typeface="Calibri"/>
              <a:cs typeface="Calibri"/>
            </a:endParaRPr>
          </a:p>
          <a:p>
            <a:pPr marL="90805">
              <a:lnSpc>
                <a:spcPts val="2275"/>
              </a:lnSpc>
            </a:pPr>
            <a:r>
              <a:rPr dirty="0" sz="1900" spc="-5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306705" marR="2992755" indent="-216535">
              <a:lnSpc>
                <a:spcPct val="100000"/>
              </a:lnSpc>
            </a:pPr>
            <a:r>
              <a:rPr dirty="0" sz="1900">
                <a:latin typeface="Calibri"/>
                <a:cs typeface="Calibri"/>
              </a:rPr>
              <a:t>main()</a:t>
            </a:r>
            <a:r>
              <a:rPr dirty="0" sz="1900" spc="-50">
                <a:latin typeface="Calibri"/>
                <a:cs typeface="Calibri"/>
              </a:rPr>
              <a:t> { </a:t>
            </a:r>
            <a:r>
              <a:rPr dirty="0" sz="1900" spc="-10">
                <a:latin typeface="Calibri"/>
                <a:cs typeface="Calibri"/>
              </a:rPr>
              <a:t>factorial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(5);</a:t>
            </a:r>
            <a:endParaRPr sz="1900">
              <a:latin typeface="Calibri"/>
              <a:cs typeface="Calibri"/>
            </a:endParaRPr>
          </a:p>
          <a:p>
            <a:pPr marL="90805">
              <a:lnSpc>
                <a:spcPts val="2280"/>
              </a:lnSpc>
            </a:pPr>
            <a:r>
              <a:rPr dirty="0" sz="1900" spc="-5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690">
                <a:latin typeface="Tw Cen MT"/>
                <a:cs typeface="Tw Cen MT"/>
              </a:rPr>
              <a:t>2</a:t>
            </a:r>
            <a:r>
              <a:rPr dirty="0" spc="-690"/>
              <a:t>장</a:t>
            </a:r>
            <a:r>
              <a:rPr dirty="0" spc="-254"/>
              <a:t> </a:t>
            </a:r>
            <a:r>
              <a:rPr dirty="0" spc="-1860"/>
              <a:t>시스템스택과</a:t>
            </a:r>
            <a:r>
              <a:rPr dirty="0" spc="-254"/>
              <a:t> </a:t>
            </a:r>
            <a:r>
              <a:rPr dirty="0" spc="-690">
                <a:latin typeface="Tw Cen MT"/>
                <a:cs typeface="Tw Cen MT"/>
              </a:rPr>
              <a:t>4</a:t>
            </a:r>
            <a:r>
              <a:rPr dirty="0" spc="-690"/>
              <a:t>장</a:t>
            </a:r>
            <a:r>
              <a:rPr dirty="0" spc="-245"/>
              <a:t> </a:t>
            </a:r>
            <a:r>
              <a:rPr dirty="0" spc="-1985"/>
              <a:t>스택</a:t>
            </a:r>
            <a:r>
              <a:rPr dirty="0" spc="-250"/>
              <a:t> </a:t>
            </a:r>
            <a:r>
              <a:rPr dirty="0" spc="-2250"/>
              <a:t>비교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26759"/>
            <a:ext cx="5621020" cy="2366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635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시스템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스택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자료구조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교재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[</a:t>
            </a:r>
            <a:r>
              <a:rPr dirty="0" sz="2400" spc="-20">
                <a:latin typeface="Gulim"/>
                <a:cs typeface="Gulim"/>
              </a:rPr>
              <a:t>그림</a:t>
            </a:r>
            <a:r>
              <a:rPr dirty="0" sz="2400" spc="-20">
                <a:latin typeface="Arial"/>
                <a:cs typeface="Arial"/>
              </a:rPr>
              <a:t>4-</a:t>
            </a:r>
            <a:r>
              <a:rPr dirty="0" sz="2400">
                <a:latin typeface="Arial"/>
                <a:cs typeface="Arial"/>
              </a:rPr>
              <a:t>4]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) </a:t>
            </a:r>
            <a:r>
              <a:rPr dirty="0" sz="2400">
                <a:latin typeface="Arial"/>
                <a:cs typeface="Arial"/>
              </a:rPr>
              <a:t>OS</a:t>
            </a:r>
            <a:r>
              <a:rPr dirty="0" sz="2400">
                <a:latin typeface="Gulim"/>
                <a:cs typeface="Gulim"/>
              </a:rPr>
              <a:t>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시스탬스택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자동으로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만들어줌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Font typeface="Arial"/>
              <a:buChar char="□"/>
            </a:pP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ts val="2860"/>
              </a:lnSpc>
              <a:spcBef>
                <a:spcPts val="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4</a:t>
            </a:r>
            <a:r>
              <a:rPr dirty="0" sz="2400">
                <a:latin typeface="Gulim"/>
                <a:cs typeface="Gulim"/>
              </a:rPr>
              <a:t>장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스택자료구조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(</a:t>
            </a:r>
            <a:r>
              <a:rPr dirty="0" sz="2400" spc="-20">
                <a:latin typeface="Gulim"/>
                <a:cs typeface="Gulim"/>
              </a:rPr>
              <a:t>개발자가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직접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만듬</a:t>
            </a:r>
            <a:r>
              <a:rPr dirty="0" sz="2400" spc="-25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>
              <a:lnSpc>
                <a:spcPts val="2860"/>
              </a:lnSpc>
              <a:tabLst>
                <a:tab pos="1644014" algn="l"/>
              </a:tabLst>
            </a:pPr>
            <a:r>
              <a:rPr dirty="0" sz="2400" spc="-10">
                <a:latin typeface="Trebuchet MS"/>
                <a:cs typeface="Trebuchet MS"/>
              </a:rPr>
              <a:t>element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10">
                <a:latin typeface="Trebuchet MS"/>
                <a:cs typeface="Trebuchet MS"/>
              </a:rPr>
              <a:t>stack[MAX_STACK_SIZE];</a:t>
            </a:r>
            <a:endParaRPr sz="24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  <a:spcBef>
                <a:spcPts val="500"/>
              </a:spcBef>
              <a:tabLst>
                <a:tab pos="937894" algn="l"/>
              </a:tabLst>
            </a:pPr>
            <a:r>
              <a:rPr dirty="0" sz="2400" spc="-25">
                <a:latin typeface="Trebuchet MS"/>
                <a:cs typeface="Trebuchet MS"/>
              </a:rPr>
              <a:t>int</a:t>
            </a:r>
            <a:r>
              <a:rPr dirty="0" sz="2400">
                <a:latin typeface="Trebuchet MS"/>
                <a:cs typeface="Trebuchet MS"/>
              </a:rPr>
              <a:t>	top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=</a:t>
            </a:r>
            <a:r>
              <a:rPr dirty="0" sz="2400" spc="-25">
                <a:latin typeface="Trebuchet MS"/>
                <a:cs typeface="Trebuchet MS"/>
              </a:rPr>
              <a:t> -1;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3596" y="4318212"/>
            <a:ext cx="4993259" cy="13404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6593" y="1967953"/>
            <a:ext cx="1843544" cy="176536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79261" y="4992992"/>
            <a:ext cx="3940175" cy="2213610"/>
            <a:chOff x="5879261" y="4992992"/>
            <a:chExt cx="3940175" cy="2213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9261" y="4992992"/>
              <a:ext cx="3939793" cy="157344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693" rIns="0" bIns="0" rtlCol="0" vert="horz">
            <a:spAutoFit/>
          </a:bodyPr>
          <a:lstStyle/>
          <a:p>
            <a:pPr marL="366395">
              <a:lnSpc>
                <a:spcPct val="100000"/>
              </a:lnSpc>
              <a:spcBef>
                <a:spcPts val="100"/>
              </a:spcBef>
            </a:pPr>
            <a:r>
              <a:rPr dirty="0" sz="3200" spc="-640">
                <a:latin typeface="Tw Cen MT"/>
                <a:cs typeface="Tw Cen MT"/>
              </a:rPr>
              <a:t>VS</a:t>
            </a:r>
            <a:r>
              <a:rPr dirty="0" sz="3200" spc="-640"/>
              <a:t>로</a:t>
            </a:r>
            <a:r>
              <a:rPr dirty="0" sz="3200" spc="-180"/>
              <a:t> </a:t>
            </a:r>
            <a:r>
              <a:rPr dirty="0" sz="3200" spc="-1620"/>
              <a:t>후위순회</a:t>
            </a:r>
            <a:r>
              <a:rPr dirty="0" sz="3200" spc="-155"/>
              <a:t> </a:t>
            </a:r>
            <a:r>
              <a:rPr dirty="0" sz="3200">
                <a:latin typeface="Tw Cen MT"/>
                <a:cs typeface="Tw Cen MT"/>
              </a:rPr>
              <a:t>(LRV)</a:t>
            </a:r>
            <a:r>
              <a:rPr dirty="0" sz="3200" spc="-60">
                <a:latin typeface="Tw Cen MT"/>
                <a:cs typeface="Tw Cen MT"/>
              </a:rPr>
              <a:t> </a:t>
            </a:r>
            <a:r>
              <a:rPr dirty="0" sz="3200" spc="-1345"/>
              <a:t>의</a:t>
            </a:r>
            <a:r>
              <a:rPr dirty="0" sz="3200" spc="-180"/>
              <a:t> </a:t>
            </a:r>
            <a:r>
              <a:rPr dirty="0" sz="3200" spc="-1520"/>
              <a:t>순환호출순서확인</a:t>
            </a:r>
            <a:r>
              <a:rPr dirty="0" sz="3200" spc="-155"/>
              <a:t> </a:t>
            </a:r>
            <a:r>
              <a:rPr dirty="0" sz="3200" spc="-10">
                <a:latin typeface="Tw Cen MT"/>
                <a:cs typeface="Tw Cen MT"/>
              </a:rPr>
              <a:t>(tree2_change.c)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797" y="2823720"/>
            <a:ext cx="47237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90"/>
              <a:buChar char="□"/>
              <a:tabLst>
                <a:tab pos="332105" algn="l"/>
              </a:tabLst>
            </a:pPr>
            <a:r>
              <a:rPr dirty="0" sz="2200">
                <a:latin typeface="Arial"/>
                <a:cs typeface="Arial"/>
              </a:rPr>
              <a:t>Data=1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노드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방문시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VS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Gulim"/>
                <a:cs typeface="Gulim"/>
              </a:rPr>
              <a:t>호출스택창</a:t>
            </a:r>
            <a:endParaRPr sz="22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8920" y="1888744"/>
            <a:ext cx="989853" cy="7326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6841" y="4851944"/>
            <a:ext cx="488061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90"/>
              <a:buChar char="□"/>
              <a:tabLst>
                <a:tab pos="332105" algn="l"/>
              </a:tabLst>
            </a:pPr>
            <a:r>
              <a:rPr dirty="0" sz="2200">
                <a:latin typeface="Arial"/>
                <a:cs typeface="Arial"/>
              </a:rPr>
              <a:t>Data=16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노드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방문시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VS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0">
                <a:latin typeface="Gulim"/>
                <a:cs typeface="Gulim"/>
              </a:rPr>
              <a:t>호출스택창</a:t>
            </a:r>
            <a:endParaRPr sz="2200">
              <a:latin typeface="Gulim"/>
              <a:cs typeface="Gulim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4534" y="3218484"/>
            <a:ext cx="4203166" cy="127490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79261" y="3009811"/>
            <a:ext cx="3810393" cy="16678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61309" y="1213980"/>
            <a:ext cx="6439471" cy="16450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3196" y="5286959"/>
            <a:ext cx="4897348" cy="96569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2120"/>
            <a:ext cx="4235450" cy="43789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개념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소개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35">
                <a:latin typeface="Gulim"/>
                <a:cs typeface="Gulim"/>
              </a:rPr>
              <a:t>표현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2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3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순회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순환방식</a:t>
            </a:r>
            <a:r>
              <a:rPr dirty="0" sz="1700">
                <a:latin typeface="Arial"/>
                <a:cs typeface="Arial"/>
              </a:rPr>
              <a:t>,recursive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93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반복적</a:t>
            </a:r>
            <a:r>
              <a:rPr dirty="0" sz="1700" spc="-12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순회</a:t>
            </a:r>
            <a:r>
              <a:rPr dirty="0" sz="1700" spc="-13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iterative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레벨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순회</a:t>
            </a:r>
            <a:endParaRPr sz="17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DD8046"/>
              </a:buClr>
              <a:buFont typeface="Arial"/>
              <a:buAutoNum type="arabicPeriod"/>
            </a:pP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수식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처리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디렉토리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용량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계산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추가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연산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스레드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35">
                <a:latin typeface="Gulim"/>
                <a:cs typeface="Gulim"/>
              </a:rPr>
              <a:t>트리</a:t>
            </a:r>
            <a:endParaRPr sz="17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DD8046"/>
              </a:buClr>
              <a:buFont typeface="Arial"/>
              <a:buAutoNum type="arabicPeriod"/>
            </a:pP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탐색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트리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탐색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 </a:t>
            </a:r>
            <a:r>
              <a:rPr dirty="0" sz="1700">
                <a:latin typeface="Gulim"/>
                <a:cs typeface="Gulim"/>
              </a:rPr>
              <a:t>영어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사전</a:t>
            </a:r>
            <a:endParaRPr sz="17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95" rIns="0" bIns="0" rtlCol="0" vert="horz">
            <a:spAutoFit/>
          </a:bodyPr>
          <a:lstStyle/>
          <a:p>
            <a:pPr marL="281940">
              <a:lnSpc>
                <a:spcPts val="4800"/>
              </a:lnSpc>
              <a:spcBef>
                <a:spcPts val="90"/>
              </a:spcBef>
            </a:pPr>
            <a:r>
              <a:rPr dirty="0" sz="4000" spc="-1675"/>
              <a:t>반복적인</a:t>
            </a:r>
            <a:r>
              <a:rPr dirty="0" sz="4000" spc="-210"/>
              <a:t> </a:t>
            </a:r>
            <a:r>
              <a:rPr dirty="0" sz="4000" spc="-390"/>
              <a:t>순회</a:t>
            </a:r>
            <a:r>
              <a:rPr dirty="0" sz="4000" spc="-390">
                <a:latin typeface="Tw Cen MT"/>
                <a:cs typeface="Tw Cen MT"/>
              </a:rPr>
              <a:t>(tree3.c)</a:t>
            </a:r>
            <a:endParaRPr sz="4000">
              <a:latin typeface="Tw Cen MT"/>
              <a:cs typeface="Tw Cen MT"/>
            </a:endParaRPr>
          </a:p>
          <a:p>
            <a:pPr marL="281940">
              <a:lnSpc>
                <a:spcPts val="4800"/>
              </a:lnSpc>
            </a:pPr>
            <a:r>
              <a:rPr dirty="0" sz="4000">
                <a:latin typeface="Tw Cen MT"/>
                <a:cs typeface="Tw Cen MT"/>
              </a:rPr>
              <a:t>(</a:t>
            </a:r>
            <a:r>
              <a:rPr dirty="0" sz="4000" spc="-275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iterative</a:t>
            </a:r>
            <a:r>
              <a:rPr dirty="0" sz="4000" spc="-105">
                <a:latin typeface="Tw Cen MT"/>
                <a:cs typeface="Tw Cen MT"/>
              </a:rPr>
              <a:t> </a:t>
            </a:r>
            <a:r>
              <a:rPr dirty="0" sz="4000" spc="-1280"/>
              <a:t>와</a:t>
            </a:r>
            <a:r>
              <a:rPr dirty="0" sz="4000" spc="-229"/>
              <a:t> </a:t>
            </a:r>
            <a:r>
              <a:rPr dirty="0" sz="4000">
                <a:latin typeface="Tw Cen MT"/>
                <a:cs typeface="Tw Cen MT"/>
              </a:rPr>
              <a:t>recursive</a:t>
            </a:r>
            <a:r>
              <a:rPr dirty="0" sz="4000" spc="-90">
                <a:latin typeface="Tw Cen MT"/>
                <a:cs typeface="Tw Cen MT"/>
              </a:rPr>
              <a:t> </a:t>
            </a:r>
            <a:r>
              <a:rPr dirty="0" sz="4000" spc="-1400"/>
              <a:t>방식</a:t>
            </a:r>
            <a:r>
              <a:rPr dirty="0" sz="4000" spc="-220"/>
              <a:t> </a:t>
            </a:r>
            <a:r>
              <a:rPr dirty="0" sz="4000" spc="-1380"/>
              <a:t>비교</a:t>
            </a:r>
            <a:r>
              <a:rPr dirty="0" sz="4000" spc="-1380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348" y="1798878"/>
            <a:ext cx="8220709" cy="503745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89535" marR="6182360">
              <a:lnSpc>
                <a:spcPct val="100000"/>
              </a:lnSpc>
              <a:spcBef>
                <a:spcPts val="300"/>
              </a:spcBef>
            </a:pP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&lt;stdio.h&gt;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&lt;stdlib.h&gt; </a:t>
            </a:r>
            <a:r>
              <a:rPr dirty="0" sz="1600">
                <a:latin typeface="Trebuchet MS"/>
                <a:cs typeface="Trebuchet MS"/>
              </a:rPr>
              <a:t>#include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&lt;memory.h&gt;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typedef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data;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*left,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*right;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TreeNode;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89535" marR="661924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#define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SIZE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100 </a:t>
            </a: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top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-</a:t>
            </a:r>
            <a:r>
              <a:rPr dirty="0" sz="1600" spc="-25">
                <a:latin typeface="Trebuchet MS"/>
                <a:cs typeface="Trebuchet MS"/>
              </a:rPr>
              <a:t>1;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*stack[SIZE];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void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push(TreeNode</a:t>
            </a:r>
            <a:r>
              <a:rPr dirty="0" sz="160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*p)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(top &lt;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SIZE</a:t>
            </a:r>
            <a:r>
              <a:rPr dirty="0" sz="1600" spc="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-</a:t>
            </a:r>
            <a:r>
              <a:rPr dirty="0" sz="1600" spc="-25">
                <a:latin typeface="Trebuchet MS"/>
                <a:cs typeface="Trebuchet MS"/>
              </a:rPr>
              <a:t> 1)</a:t>
            </a:r>
            <a:endParaRPr sz="1600">
              <a:latin typeface="Trebuchet MS"/>
              <a:cs typeface="Trebuchet MS"/>
            </a:endParaRPr>
          </a:p>
          <a:p>
            <a:pPr marL="19164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stack[++top]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p;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35"/>
              <a:t>반복적인</a:t>
            </a:r>
            <a:r>
              <a:rPr dirty="0" spc="-225"/>
              <a:t> </a:t>
            </a:r>
            <a:r>
              <a:rPr dirty="0" spc="-2225"/>
              <a:t>순회</a:t>
            </a:r>
            <a:r>
              <a:rPr dirty="0" spc="-229"/>
              <a:t> </a:t>
            </a:r>
            <a:r>
              <a:rPr dirty="0" spc="-1065">
                <a:latin typeface="Tw Cen MT"/>
                <a:cs typeface="Tw Cen MT"/>
              </a:rPr>
              <a:t>(tree</a:t>
            </a:r>
            <a:r>
              <a:rPr dirty="0" spc="-1065"/>
              <a:t>자료구조와</a:t>
            </a:r>
            <a:r>
              <a:rPr dirty="0" spc="-235"/>
              <a:t> </a:t>
            </a:r>
            <a:r>
              <a:rPr dirty="0">
                <a:latin typeface="Tw Cen MT"/>
                <a:cs typeface="Tw Cen MT"/>
              </a:rPr>
              <a:t>stack</a:t>
            </a:r>
            <a:r>
              <a:rPr dirty="0" spc="20">
                <a:latin typeface="Tw Cen MT"/>
                <a:cs typeface="Tw Cen MT"/>
              </a:rPr>
              <a:t> </a:t>
            </a:r>
            <a:r>
              <a:rPr dirty="0" spc="-2295"/>
              <a:t>자료구조</a:t>
            </a:r>
            <a:r>
              <a:rPr dirty="0" spc="-235"/>
              <a:t> </a:t>
            </a:r>
            <a:r>
              <a:rPr dirty="0" spc="-1350"/>
              <a:t>사용</a:t>
            </a:r>
            <a:r>
              <a:rPr dirty="0" spc="-1350">
                <a:latin typeface="Tw Cen MT"/>
                <a:cs typeface="Tw Cen MT"/>
              </a:rPr>
              <a:t>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348" y="1798878"/>
            <a:ext cx="8220709" cy="503745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89535">
              <a:lnSpc>
                <a:spcPts val="1920"/>
              </a:lnSpc>
              <a:spcBef>
                <a:spcPts val="300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*pop()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300" marR="533273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*p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NULL; </a:t>
            </a: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(top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&gt;=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0)</a:t>
            </a:r>
            <a:endParaRPr sz="1600">
              <a:latin typeface="Trebuchet MS"/>
              <a:cs typeface="Trebuchet MS"/>
            </a:endParaRPr>
          </a:p>
          <a:p>
            <a:pPr marL="1916430">
              <a:lnSpc>
                <a:spcPts val="1914"/>
              </a:lnSpc>
            </a:pPr>
            <a:r>
              <a:rPr dirty="0" sz="1600">
                <a:latin typeface="Trebuchet MS"/>
                <a:cs typeface="Trebuchet MS"/>
              </a:rPr>
              <a:t>p</a:t>
            </a:r>
            <a:r>
              <a:rPr dirty="0" sz="1600" spc="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1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stack[top--</a:t>
            </a:r>
            <a:r>
              <a:rPr dirty="0" sz="1600" spc="-25">
                <a:latin typeface="Trebuchet MS"/>
                <a:cs typeface="Trebuchet MS"/>
              </a:rPr>
              <a:t>];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p;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void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inorder_iter(TreeNode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*root)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while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(1)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9164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for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root;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root-&gt;left)</a:t>
            </a:r>
            <a:endParaRPr sz="1600">
              <a:latin typeface="Trebuchet MS"/>
              <a:cs typeface="Trebuchet MS"/>
            </a:endParaRPr>
          </a:p>
          <a:p>
            <a:pPr marL="1916430" marR="4365625" indent="913130">
              <a:lnSpc>
                <a:spcPct val="100000"/>
              </a:lnSpc>
            </a:pPr>
            <a:r>
              <a:rPr dirty="0" sz="1600" spc="-10">
                <a:latin typeface="Trebuchet MS"/>
                <a:cs typeface="Trebuchet MS"/>
              </a:rPr>
              <a:t>push(root);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pop();</a:t>
            </a:r>
            <a:endParaRPr sz="1600">
              <a:latin typeface="Trebuchet MS"/>
              <a:cs typeface="Trebuchet MS"/>
            </a:endParaRPr>
          </a:p>
          <a:p>
            <a:pPr marL="1916430" marR="3877310">
              <a:lnSpc>
                <a:spcPts val="1920"/>
              </a:lnSpc>
              <a:spcBef>
                <a:spcPts val="60"/>
              </a:spcBef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(!root) </a:t>
            </a:r>
            <a:r>
              <a:rPr dirty="0" sz="1600" spc="-10">
                <a:latin typeface="Trebuchet MS"/>
                <a:cs typeface="Trebuchet MS"/>
              </a:rPr>
              <a:t>break; </a:t>
            </a:r>
            <a:r>
              <a:rPr dirty="0" sz="1600">
                <a:latin typeface="Trebuchet MS"/>
                <a:cs typeface="Trebuchet MS"/>
              </a:rPr>
              <a:t>printf("[%d]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",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root-&gt;data);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root-&gt;right;</a:t>
            </a:r>
            <a:endParaRPr sz="1600">
              <a:latin typeface="Trebuchet MS"/>
              <a:cs typeface="Trebuchet MS"/>
            </a:endParaRPr>
          </a:p>
          <a:p>
            <a:pPr marL="1003300">
              <a:lnSpc>
                <a:spcPts val="185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783" y="1794313"/>
            <a:ext cx="8400415" cy="5412105"/>
            <a:chOff x="1109783" y="1794313"/>
            <a:chExt cx="8400415" cy="5412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14348" y="1798878"/>
              <a:ext cx="8220709" cy="5037455"/>
            </a:xfrm>
            <a:custGeom>
              <a:avLst/>
              <a:gdLst/>
              <a:ahLst/>
              <a:cxnLst/>
              <a:rect l="l" t="t" r="r" b="b"/>
              <a:pathLst>
                <a:path w="8220709" h="5037455">
                  <a:moveTo>
                    <a:pt x="8220608" y="0"/>
                  </a:moveTo>
                  <a:lnTo>
                    <a:pt x="0" y="0"/>
                  </a:lnTo>
                  <a:lnTo>
                    <a:pt x="0" y="5037162"/>
                  </a:lnTo>
                  <a:lnTo>
                    <a:pt x="8220608" y="5037162"/>
                  </a:lnTo>
                  <a:lnTo>
                    <a:pt x="822060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14348" y="1798878"/>
              <a:ext cx="8220709" cy="5037455"/>
            </a:xfrm>
            <a:custGeom>
              <a:avLst/>
              <a:gdLst/>
              <a:ahLst/>
              <a:cxnLst/>
              <a:rect l="l" t="t" r="r" b="b"/>
              <a:pathLst>
                <a:path w="8220709" h="5037455">
                  <a:moveTo>
                    <a:pt x="0" y="0"/>
                  </a:moveTo>
                  <a:lnTo>
                    <a:pt x="8220608" y="0"/>
                  </a:lnTo>
                  <a:lnTo>
                    <a:pt x="8220608" y="5037162"/>
                  </a:lnTo>
                  <a:lnTo>
                    <a:pt x="0" y="5037162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35"/>
              <a:t>반복적인</a:t>
            </a:r>
            <a:r>
              <a:rPr dirty="0" spc="-235"/>
              <a:t> </a:t>
            </a:r>
            <a:r>
              <a:rPr dirty="0" spc="-2250"/>
              <a:t>순회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21331" y="1825236"/>
            <a:ext cx="2260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15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1445" y="2068945"/>
            <a:ext cx="1193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4320" y="1825236"/>
            <a:ext cx="57912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59105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9170" y="2068945"/>
            <a:ext cx="56197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3189">
              <a:lnSpc>
                <a:spcPts val="192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16</a:t>
            </a:r>
            <a:r>
              <a:rPr dirty="0" sz="1600" spc="4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25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4320" y="2556363"/>
            <a:ext cx="3141345" cy="3680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n1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1,</a:t>
            </a:r>
            <a:r>
              <a:rPr dirty="0" sz="1600" spc="4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n2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4,</a:t>
            </a:r>
            <a:r>
              <a:rPr dirty="0" sz="1600" spc="4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&amp;n1,</a:t>
            </a:r>
            <a:r>
              <a:rPr dirty="0" sz="1600" spc="4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n3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16,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 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n4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25,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 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algn="just" marR="151130">
              <a:lnSpc>
                <a:spcPts val="1920"/>
              </a:lnSpc>
              <a:spcBef>
                <a:spcPts val="60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n5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20,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&amp;n3,</a:t>
            </a:r>
            <a:r>
              <a:rPr dirty="0" sz="1600" spc="4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&amp;n4</a:t>
            </a:r>
            <a:r>
              <a:rPr dirty="0" sz="1600" spc="-25">
                <a:latin typeface="Trebuchet MS"/>
                <a:cs typeface="Trebuchet MS"/>
              </a:rPr>
              <a:t> 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n6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15,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&amp;n2,</a:t>
            </a:r>
            <a:r>
              <a:rPr dirty="0" sz="1600" spc="4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&amp;n5</a:t>
            </a:r>
            <a:r>
              <a:rPr dirty="0" sz="1600" spc="-25">
                <a:latin typeface="Trebuchet MS"/>
                <a:cs typeface="Trebuchet MS"/>
              </a:rPr>
              <a:t> }; </a:t>
            </a:r>
            <a:r>
              <a:rPr dirty="0" sz="1600" spc="-20">
                <a:latin typeface="Trebuchet MS"/>
                <a:cs typeface="Trebuchet MS"/>
              </a:rPr>
              <a:t>TreeNode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&amp;n6;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  <a:spcBef>
                <a:spcPts val="1850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main(void)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913130" marR="525780">
              <a:lnSpc>
                <a:spcPct val="99300"/>
              </a:lnSpc>
              <a:spcBef>
                <a:spcPts val="35"/>
              </a:spcBef>
            </a:pPr>
            <a:r>
              <a:rPr dirty="0" sz="1600" spc="-175">
                <a:latin typeface="Trebuchet MS"/>
                <a:cs typeface="Trebuchet MS"/>
              </a:rPr>
              <a:t>printf("</a:t>
            </a:r>
            <a:r>
              <a:rPr dirty="0" sz="1600" spc="-175">
                <a:latin typeface="Gulim"/>
                <a:cs typeface="Gulim"/>
              </a:rPr>
              <a:t>중위</a:t>
            </a:r>
            <a:r>
              <a:rPr dirty="0" sz="1600" spc="35">
                <a:latin typeface="Gulim"/>
                <a:cs typeface="Gulim"/>
              </a:rPr>
              <a:t> </a:t>
            </a:r>
            <a:r>
              <a:rPr dirty="0" sz="1600" spc="-290">
                <a:latin typeface="Gulim"/>
                <a:cs typeface="Gulim"/>
              </a:rPr>
              <a:t>순회</a:t>
            </a:r>
            <a:r>
              <a:rPr dirty="0" sz="1600" spc="-290">
                <a:latin typeface="Trebuchet MS"/>
                <a:cs typeface="Trebuchet MS"/>
              </a:rPr>
              <a:t>=");</a:t>
            </a:r>
            <a:r>
              <a:rPr dirty="0" sz="1600" spc="-10">
                <a:latin typeface="Trebuchet MS"/>
                <a:cs typeface="Trebuchet MS"/>
              </a:rPr>
              <a:t> inorder_iter(root); printf("\n");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019"/>
              <a:t>결과</a:t>
            </a:r>
            <a:r>
              <a:rPr dirty="0" spc="-1019">
                <a:latin typeface="Tw Cen MT"/>
                <a:cs typeface="Tw Cen MT"/>
              </a:rPr>
              <a:t>(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2225"/>
              <a:t>중위</a:t>
            </a:r>
            <a:r>
              <a:rPr dirty="0" spc="-265"/>
              <a:t> </a:t>
            </a:r>
            <a:r>
              <a:rPr dirty="0" spc="-2225"/>
              <a:t>순회</a:t>
            </a:r>
            <a:r>
              <a:rPr dirty="0" spc="-135"/>
              <a:t> 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580">
                <a:latin typeface="Trebuchet MS"/>
                <a:cs typeface="Trebuchet MS"/>
              </a:rPr>
              <a:t>L</a:t>
            </a:r>
            <a:r>
              <a:rPr dirty="0" spc="35">
                <a:latin typeface="Trebuchet MS"/>
                <a:cs typeface="Trebuchet MS"/>
              </a:rPr>
              <a:t>V</a:t>
            </a:r>
            <a:r>
              <a:rPr dirty="0" spc="30">
                <a:latin typeface="Trebuchet MS"/>
                <a:cs typeface="Trebuchet MS"/>
              </a:rPr>
              <a:t>R</a:t>
            </a:r>
            <a:r>
              <a:rPr dirty="0" spc="-40">
                <a:latin typeface="Trebuchet MS"/>
                <a:cs typeface="Trebuchet MS"/>
              </a:rPr>
              <a:t> </a:t>
            </a:r>
            <a:r>
              <a:rPr dirty="0" spc="-50">
                <a:latin typeface="Trebuchet MS"/>
                <a:cs typeface="Trebuchet MS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24460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중위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=[1]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[15]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05693" y="3279413"/>
            <a:ext cx="8230234" cy="2573020"/>
            <a:chOff x="1205693" y="3279413"/>
            <a:chExt cx="8230234" cy="2573020"/>
          </a:xfrm>
        </p:grpSpPr>
        <p:sp>
          <p:nvSpPr>
            <p:cNvPr id="6" name="object 6"/>
            <p:cNvSpPr/>
            <p:nvPr/>
          </p:nvSpPr>
          <p:spPr>
            <a:xfrm>
              <a:off x="1210259" y="3283978"/>
              <a:ext cx="8220709" cy="2564130"/>
            </a:xfrm>
            <a:custGeom>
              <a:avLst/>
              <a:gdLst/>
              <a:ahLst/>
              <a:cxnLst/>
              <a:rect l="l" t="t" r="r" b="b"/>
              <a:pathLst>
                <a:path w="8220709" h="2564129">
                  <a:moveTo>
                    <a:pt x="8220608" y="0"/>
                  </a:moveTo>
                  <a:lnTo>
                    <a:pt x="0" y="0"/>
                  </a:lnTo>
                  <a:lnTo>
                    <a:pt x="0" y="2563507"/>
                  </a:lnTo>
                  <a:lnTo>
                    <a:pt x="8220608" y="2563507"/>
                  </a:lnTo>
                  <a:lnTo>
                    <a:pt x="822060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10259" y="3283978"/>
              <a:ext cx="8220709" cy="2564130"/>
            </a:xfrm>
            <a:custGeom>
              <a:avLst/>
              <a:gdLst/>
              <a:ahLst/>
              <a:cxnLst/>
              <a:rect l="l" t="t" r="r" b="b"/>
              <a:pathLst>
                <a:path w="8220709" h="2564129">
                  <a:moveTo>
                    <a:pt x="0" y="0"/>
                  </a:moveTo>
                  <a:lnTo>
                    <a:pt x="8220608" y="0"/>
                  </a:lnTo>
                  <a:lnTo>
                    <a:pt x="8220608" y="2563507"/>
                  </a:lnTo>
                  <a:lnTo>
                    <a:pt x="0" y="256350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069382" y="3309602"/>
            <a:ext cx="2260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15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00540" y="3309602"/>
            <a:ext cx="70231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  <a:tabLst>
                <a:tab pos="582930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59105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9267" y="3553311"/>
            <a:ext cx="7232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  <a:p>
            <a:pPr marL="37465">
              <a:lnSpc>
                <a:spcPct val="100000"/>
              </a:lnSpc>
              <a:tabLst>
                <a:tab pos="497205" algn="l"/>
              </a:tabLst>
            </a:pPr>
            <a:r>
              <a:rPr dirty="0" sz="1600" spc="-25">
                <a:latin typeface="Trebuchet MS"/>
                <a:cs typeface="Trebuchet MS"/>
              </a:rPr>
              <a:t>16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25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0540" y="4040728"/>
            <a:ext cx="3141345" cy="1731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n1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1,</a:t>
            </a:r>
            <a:r>
              <a:rPr dirty="0" sz="1600" spc="4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n2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4,</a:t>
            </a:r>
            <a:r>
              <a:rPr dirty="0" sz="1600" spc="4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&amp;n1,</a:t>
            </a:r>
            <a:r>
              <a:rPr dirty="0" sz="1600" spc="4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n3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16,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 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n4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25,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 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algn="just" marR="151130">
              <a:lnSpc>
                <a:spcPts val="1920"/>
              </a:lnSpc>
              <a:spcBef>
                <a:spcPts val="60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n5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20,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&amp;n3,</a:t>
            </a:r>
            <a:r>
              <a:rPr dirty="0" sz="1600" spc="4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&amp;n4</a:t>
            </a:r>
            <a:r>
              <a:rPr dirty="0" sz="1600" spc="-25">
                <a:latin typeface="Trebuchet MS"/>
                <a:cs typeface="Trebuchet MS"/>
              </a:rPr>
              <a:t> 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n6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15,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&amp;n2,</a:t>
            </a:r>
            <a:r>
              <a:rPr dirty="0" sz="1600" spc="4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&amp;n5</a:t>
            </a:r>
            <a:r>
              <a:rPr dirty="0" sz="1600" spc="-25">
                <a:latin typeface="Trebuchet MS"/>
                <a:cs typeface="Trebuchet MS"/>
              </a:rPr>
              <a:t> }; </a:t>
            </a:r>
            <a:r>
              <a:rPr dirty="0" sz="1600" spc="-20">
                <a:latin typeface="Trebuchet MS"/>
                <a:cs typeface="Trebuchet MS"/>
              </a:rPr>
              <a:t>TreeNode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&amp;n6;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43053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46212" y="2884906"/>
            <a:ext cx="8063865" cy="4321810"/>
            <a:chOff x="1446212" y="2884906"/>
            <a:chExt cx="8063865" cy="432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12" y="2884906"/>
              <a:ext cx="7174763" cy="422225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95" rIns="0" bIns="0" rtlCol="0" vert="horz">
            <a:spAutoFit/>
          </a:bodyPr>
          <a:lstStyle/>
          <a:p>
            <a:pPr marL="141605" marR="5080">
              <a:lnSpc>
                <a:spcPct val="100000"/>
              </a:lnSpc>
              <a:spcBef>
                <a:spcPts val="90"/>
              </a:spcBef>
            </a:pPr>
            <a:r>
              <a:rPr dirty="0" sz="4000" spc="-865"/>
              <a:t>학생</a:t>
            </a:r>
            <a:r>
              <a:rPr dirty="0" sz="4000" spc="-865">
                <a:latin typeface="Tw Cen MT"/>
                <a:cs typeface="Tw Cen MT"/>
              </a:rPr>
              <a:t>&gt;</a:t>
            </a:r>
            <a:r>
              <a:rPr dirty="0" sz="4000" spc="-15">
                <a:latin typeface="Tw Cen MT"/>
                <a:cs typeface="Tw Cen MT"/>
              </a:rPr>
              <a:t> </a:t>
            </a:r>
            <a:r>
              <a:rPr dirty="0" sz="4000" spc="-1575"/>
              <a:t>교수님</a:t>
            </a:r>
            <a:r>
              <a:rPr dirty="0" sz="4000" spc="-1575">
                <a:latin typeface="Tw Cen MT"/>
                <a:cs typeface="Tw Cen MT"/>
              </a:rPr>
              <a:t>~</a:t>
            </a:r>
            <a:r>
              <a:rPr dirty="0" sz="4000" spc="25">
                <a:latin typeface="Tw Cen MT"/>
                <a:cs typeface="Tw Cen MT"/>
              </a:rPr>
              <a:t> </a:t>
            </a:r>
            <a:r>
              <a:rPr dirty="0" sz="4000" spc="-1635"/>
              <a:t>어려워요</a:t>
            </a:r>
            <a:r>
              <a:rPr dirty="0" sz="4000" spc="-1635">
                <a:latin typeface="Tw Cen MT"/>
                <a:cs typeface="Tw Cen MT"/>
              </a:rPr>
              <a:t>.</a:t>
            </a:r>
            <a:r>
              <a:rPr dirty="0" sz="4000" spc="-10">
                <a:latin typeface="Tw Cen MT"/>
                <a:cs typeface="Tw Cen MT"/>
              </a:rPr>
              <a:t> </a:t>
            </a:r>
            <a:r>
              <a:rPr dirty="0" sz="4000" spc="-2365"/>
              <a:t>코드</a:t>
            </a:r>
            <a:r>
              <a:rPr dirty="0" sz="4000" spc="-210"/>
              <a:t> </a:t>
            </a:r>
            <a:r>
              <a:rPr dirty="0" sz="4000" spc="-1820"/>
              <a:t>한줄</a:t>
            </a:r>
            <a:r>
              <a:rPr dirty="0" sz="4000" spc="-229"/>
              <a:t> </a:t>
            </a:r>
            <a:r>
              <a:rPr dirty="0" sz="4000" spc="-880"/>
              <a:t>씩</a:t>
            </a:r>
            <a:r>
              <a:rPr dirty="0" sz="4000" spc="-215"/>
              <a:t> </a:t>
            </a:r>
            <a:r>
              <a:rPr dirty="0" sz="4000" spc="-1490"/>
              <a:t>설명해주세요</a:t>
            </a:r>
            <a:r>
              <a:rPr dirty="0" sz="4000" spc="-1490">
                <a:latin typeface="Tw Cen MT"/>
                <a:cs typeface="Tw Cen MT"/>
              </a:rPr>
              <a:t>.</a:t>
            </a:r>
            <a:r>
              <a:rPr dirty="0" sz="4000" spc="1000">
                <a:latin typeface="Tw Cen MT"/>
                <a:cs typeface="Tw Cen MT"/>
              </a:rPr>
              <a:t> </a:t>
            </a:r>
            <a:r>
              <a:rPr dirty="0" sz="4000" spc="-1590"/>
              <a:t>교수</a:t>
            </a:r>
            <a:r>
              <a:rPr dirty="0" sz="4000" spc="-1590">
                <a:latin typeface="Tw Cen MT"/>
                <a:cs typeface="Tw Cen MT"/>
              </a:rPr>
              <a:t>&gt;</a:t>
            </a:r>
            <a:r>
              <a:rPr dirty="0" sz="4000">
                <a:latin typeface="Tw Cen MT"/>
                <a:cs typeface="Tw Cen MT"/>
              </a:rPr>
              <a:t> </a:t>
            </a:r>
            <a:r>
              <a:rPr dirty="0" sz="4000" spc="-2150"/>
              <a:t>코드만으로</a:t>
            </a:r>
            <a:r>
              <a:rPr dirty="0" sz="4000" spc="-210"/>
              <a:t> </a:t>
            </a:r>
            <a:r>
              <a:rPr dirty="0" sz="4000" spc="-1820"/>
              <a:t>한줄</a:t>
            </a:r>
            <a:r>
              <a:rPr dirty="0" sz="4000" spc="-215"/>
              <a:t> </a:t>
            </a:r>
            <a:r>
              <a:rPr dirty="0" sz="4000" spc="-880"/>
              <a:t>씩</a:t>
            </a:r>
            <a:r>
              <a:rPr dirty="0" sz="4000" spc="-225"/>
              <a:t> </a:t>
            </a:r>
            <a:r>
              <a:rPr dirty="0" sz="4000" spc="-1580"/>
              <a:t>설명이</a:t>
            </a:r>
            <a:r>
              <a:rPr dirty="0" sz="4000" spc="-220"/>
              <a:t> </a:t>
            </a:r>
            <a:r>
              <a:rPr dirty="0" sz="4000" spc="-1625"/>
              <a:t>어려움</a:t>
            </a:r>
            <a:r>
              <a:rPr dirty="0" sz="4000" spc="-1625">
                <a:latin typeface="Tw Cen MT"/>
                <a:cs typeface="Tw Cen MT"/>
              </a:rPr>
              <a:t>.</a:t>
            </a:r>
            <a:r>
              <a:rPr dirty="0" sz="4000" spc="5">
                <a:latin typeface="Tw Cen MT"/>
                <a:cs typeface="Tw Cen MT"/>
              </a:rPr>
              <a:t> </a:t>
            </a:r>
            <a:r>
              <a:rPr dirty="0" sz="4000" spc="-1725"/>
              <a:t>그림과</a:t>
            </a:r>
            <a:r>
              <a:rPr dirty="0" sz="4000" spc="-210"/>
              <a:t> </a:t>
            </a:r>
            <a:r>
              <a:rPr dirty="0" sz="4000" spc="-2365"/>
              <a:t>코드</a:t>
            </a:r>
            <a:r>
              <a:rPr dirty="0" sz="4000" spc="-225"/>
              <a:t> </a:t>
            </a:r>
            <a:r>
              <a:rPr dirty="0" sz="4000" spc="-1505"/>
              <a:t>같이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753" y="1849211"/>
            <a:ext cx="8041005" cy="98615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이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교재의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장점은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그림책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1110">
                <a:latin typeface="Arial"/>
                <a:cs typeface="Arial"/>
              </a:rPr>
              <a:t>è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Gulim"/>
                <a:cs typeface="Gulim"/>
              </a:rPr>
              <a:t>학생여러분이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그림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만들어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내는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50">
                <a:latin typeface="Gulim"/>
                <a:cs typeface="Gulim"/>
              </a:rPr>
              <a:t>역 </a:t>
            </a:r>
            <a:r>
              <a:rPr dirty="0" sz="2200">
                <a:latin typeface="Gulim"/>
                <a:cs typeface="Gulim"/>
              </a:rPr>
              <a:t>량이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꼭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필요함</a:t>
            </a:r>
            <a:r>
              <a:rPr dirty="0" sz="2200">
                <a:latin typeface="Arial"/>
                <a:cs typeface="Arial"/>
              </a:rPr>
              <a:t>.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모든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코드는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자료구조</a:t>
            </a:r>
            <a:r>
              <a:rPr dirty="0" sz="2200" spc="-10">
                <a:latin typeface="Arial"/>
                <a:cs typeface="Arial"/>
              </a:rPr>
              <a:t>+</a:t>
            </a:r>
            <a:r>
              <a:rPr dirty="0" sz="2200" spc="-10">
                <a:latin typeface="Gulim"/>
                <a:cs typeface="Gulim"/>
              </a:rPr>
              <a:t>알고리즘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18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교재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278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25">
                <a:latin typeface="Gulim"/>
                <a:cs typeface="Gulim"/>
              </a:rPr>
              <a:t>그림</a:t>
            </a:r>
            <a:endParaRPr sz="2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309499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</a:t>
            </a:r>
            <a:r>
              <a:rPr dirty="0" sz="1200" spc="-50">
                <a:latin typeface="Gulim"/>
                <a:cs typeface="Gulim"/>
              </a:rPr>
              <a:t>©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4339" y="6920121"/>
            <a:ext cx="1099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201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0285" y="6954390"/>
            <a:ext cx="8763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 spc="-50">
                <a:latin typeface="Gulim"/>
                <a:cs typeface="Gulim"/>
              </a:rPr>
              <a:t>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07227" y="5684507"/>
            <a:ext cx="4128770" cy="1522095"/>
            <a:chOff x="5707227" y="5684507"/>
            <a:chExt cx="4128770" cy="15220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7227" y="5684507"/>
              <a:ext cx="4128566" cy="146682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70"/>
              <a:t> </a:t>
            </a:r>
            <a:r>
              <a:rPr dirty="0" spc="-1635"/>
              <a:t>한줄씩</a:t>
            </a:r>
            <a:r>
              <a:rPr dirty="0" spc="-260"/>
              <a:t> </a:t>
            </a:r>
            <a:r>
              <a:rPr dirty="0" spc="-1525"/>
              <a:t>실행</a:t>
            </a:r>
            <a:r>
              <a:rPr dirty="0" spc="-260"/>
              <a:t> </a:t>
            </a:r>
            <a:r>
              <a:rPr dirty="0">
                <a:latin typeface="Tw Cen MT"/>
                <a:cs typeface="Tw Cen MT"/>
              </a:rPr>
              <a:t>(tree3.c</a:t>
            </a:r>
            <a:r>
              <a:rPr dirty="0" spc="-80">
                <a:latin typeface="Tw Cen MT"/>
                <a:cs typeface="Tw Cen MT"/>
              </a:rPr>
              <a:t> </a:t>
            </a:r>
            <a:r>
              <a:rPr dirty="0" spc="-950">
                <a:latin typeface="Tw Cen MT"/>
                <a:cs typeface="Tw Cen MT"/>
              </a:rPr>
              <a:t>36</a:t>
            </a:r>
            <a:r>
              <a:rPr dirty="0" spc="-950"/>
              <a:t>번라인</a:t>
            </a:r>
            <a:r>
              <a:rPr dirty="0" spc="-250"/>
              <a:t> </a:t>
            </a:r>
            <a:r>
              <a:rPr dirty="0" spc="-1435"/>
              <a:t>중단점</a:t>
            </a:r>
            <a:r>
              <a:rPr dirty="0" spc="-1435">
                <a:latin typeface="Tw Cen MT"/>
                <a:cs typeface="Tw Cen MT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3196" y="3463709"/>
            <a:ext cx="3776979" cy="260921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inorder_iter(TreeNode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*root)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9875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(1)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414020" marR="107950" indent="-1066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&gt;left)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 (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[L]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 </a:t>
            </a:r>
            <a:r>
              <a:rPr dirty="0" sz="1400" spc="-10">
                <a:latin typeface="Trebuchet MS"/>
                <a:cs typeface="Trebuchet MS"/>
              </a:rPr>
              <a:t>push(root);</a:t>
            </a:r>
            <a:endParaRPr sz="1400">
              <a:latin typeface="Trebuchet MS"/>
              <a:cs typeface="Trebuchet MS"/>
            </a:endParaRPr>
          </a:p>
          <a:p>
            <a:pPr marL="30734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pop();</a:t>
            </a:r>
            <a:endParaRPr sz="1400">
              <a:latin typeface="Trebuchet MS"/>
              <a:cs typeface="Trebuchet MS"/>
            </a:endParaRPr>
          </a:p>
          <a:p>
            <a:pPr marL="30734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(!root)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break;</a:t>
            </a:r>
            <a:endParaRPr sz="1400">
              <a:latin typeface="Trebuchet MS"/>
              <a:cs typeface="Trebuchet MS"/>
            </a:endParaRPr>
          </a:p>
          <a:p>
            <a:pPr marL="307340" marR="23431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printf("[%d]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&gt;data);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[V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]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4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[R]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98755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5474" y="1955761"/>
            <a:ext cx="2464663" cy="9135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29162" y="1931238"/>
            <a:ext cx="6471285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indent="-320040">
              <a:lnSpc>
                <a:spcPts val="2265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68300" algn="l"/>
              </a:tabLst>
            </a:pPr>
            <a:r>
              <a:rPr dirty="0" sz="2000">
                <a:latin typeface="Trebuchet MS"/>
                <a:cs typeface="Trebuchet MS"/>
              </a:rPr>
              <a:t>printf("[%d]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",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root-</a:t>
            </a:r>
            <a:r>
              <a:rPr dirty="0" sz="2000">
                <a:latin typeface="Trebuchet MS"/>
                <a:cs typeface="Trebuchet MS"/>
              </a:rPr>
              <a:t>&gt;data);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//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data=1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>
                <a:latin typeface="Gulim"/>
                <a:cs typeface="Gulim"/>
              </a:rPr>
              <a:t>노드</a:t>
            </a:r>
            <a:r>
              <a:rPr dirty="0" sz="2000" spc="-10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출력</a:t>
            </a:r>
            <a:endParaRPr sz="2000">
              <a:latin typeface="Gulim"/>
              <a:cs typeface="Gulim"/>
            </a:endParaRPr>
          </a:p>
          <a:p>
            <a:pPr marL="368300">
              <a:lnSpc>
                <a:spcPts val="2265"/>
              </a:lnSpc>
            </a:pPr>
            <a:r>
              <a:rPr dirty="0" sz="2000">
                <a:latin typeface="Trebuchet MS"/>
                <a:cs typeface="Trebuchet MS"/>
              </a:rPr>
              <a:t>root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-10">
                <a:latin typeface="Trebuchet MS"/>
                <a:cs typeface="Trebuchet MS"/>
              </a:rPr>
              <a:t> root-&gt;right;</a:t>
            </a:r>
            <a:endParaRPr sz="2000">
              <a:latin typeface="Trebuchet MS"/>
              <a:cs typeface="Trebuchet MS"/>
            </a:endParaRPr>
          </a:p>
          <a:p>
            <a:pPr marL="332105" indent="-319405">
              <a:lnSpc>
                <a:spcPts val="2385"/>
              </a:lnSpc>
              <a:spcBef>
                <a:spcPts val="10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Trebuchet MS"/>
                <a:cs typeface="Trebuchet MS"/>
              </a:rPr>
              <a:t>for</a:t>
            </a:r>
            <a:r>
              <a:rPr dirty="0" sz="2200" spc="-2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(;</a:t>
            </a:r>
            <a:r>
              <a:rPr dirty="0" sz="2200" spc="-1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root;</a:t>
            </a:r>
            <a:r>
              <a:rPr dirty="0" sz="2200" spc="-1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root</a:t>
            </a:r>
            <a:r>
              <a:rPr dirty="0" sz="2200" spc="-1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=</a:t>
            </a:r>
            <a:r>
              <a:rPr dirty="0" sz="2200" spc="-20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root-&gt;left)</a:t>
            </a:r>
            <a:endParaRPr sz="2200">
              <a:latin typeface="Trebuchet MS"/>
              <a:cs typeface="Trebuchet MS"/>
            </a:endParaRPr>
          </a:p>
          <a:p>
            <a:pPr marL="332105">
              <a:lnSpc>
                <a:spcPts val="2125"/>
              </a:lnSpc>
            </a:pPr>
            <a:r>
              <a:rPr dirty="0" sz="2200">
                <a:latin typeface="Trebuchet MS"/>
                <a:cs typeface="Trebuchet MS"/>
              </a:rPr>
              <a:t>root</a:t>
            </a:r>
            <a:r>
              <a:rPr dirty="0" sz="2200" spc="-3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=</a:t>
            </a:r>
            <a:r>
              <a:rPr dirty="0" sz="2200" spc="-3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NULL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=</a:t>
            </a:r>
            <a:r>
              <a:rPr dirty="0" sz="2200" spc="-3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0x0</a:t>
            </a:r>
            <a:r>
              <a:rPr dirty="0" sz="2200" spc="-3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(False)</a:t>
            </a:r>
            <a:r>
              <a:rPr dirty="0" sz="2200" spc="-20">
                <a:latin typeface="Trebuchet MS"/>
                <a:cs typeface="Trebuchet MS"/>
              </a:rPr>
              <a:t> </a:t>
            </a:r>
            <a:r>
              <a:rPr dirty="0" sz="2200">
                <a:latin typeface="Gulim"/>
                <a:cs typeface="Gulim"/>
              </a:rPr>
              <a:t>이기에</a:t>
            </a:r>
            <a:r>
              <a:rPr dirty="0" sz="2200" spc="-95">
                <a:latin typeface="Gulim"/>
                <a:cs typeface="Gulim"/>
              </a:rPr>
              <a:t> </a:t>
            </a:r>
            <a:r>
              <a:rPr dirty="0" sz="2200">
                <a:latin typeface="Trebuchet MS"/>
                <a:cs typeface="Trebuchet MS"/>
              </a:rPr>
              <a:t>for</a:t>
            </a:r>
            <a:r>
              <a:rPr dirty="0" sz="2200" spc="-4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loop</a:t>
            </a:r>
            <a:r>
              <a:rPr dirty="0" sz="2200" spc="-30">
                <a:latin typeface="Trebuchet MS"/>
                <a:cs typeface="Trebuchet MS"/>
              </a:rPr>
              <a:t> </a:t>
            </a:r>
            <a:r>
              <a:rPr dirty="0" sz="2200">
                <a:latin typeface="Gulim"/>
                <a:cs typeface="Gulim"/>
              </a:rPr>
              <a:t>건너</a:t>
            </a:r>
            <a:r>
              <a:rPr dirty="0" sz="2200" spc="-95">
                <a:latin typeface="Gulim"/>
                <a:cs typeface="Gulim"/>
              </a:rPr>
              <a:t> </a:t>
            </a:r>
            <a:r>
              <a:rPr dirty="0" sz="2200" spc="-50">
                <a:latin typeface="Gulim"/>
                <a:cs typeface="Gulim"/>
              </a:rPr>
              <a:t>띰</a:t>
            </a:r>
            <a:endParaRPr sz="2200">
              <a:latin typeface="Gulim"/>
              <a:cs typeface="Gulim"/>
            </a:endParaRPr>
          </a:p>
          <a:p>
            <a:pPr marL="332105">
              <a:lnSpc>
                <a:spcPts val="2375"/>
              </a:lnSpc>
            </a:pPr>
            <a:r>
              <a:rPr dirty="0" sz="2200">
                <a:latin typeface="Trebuchet MS"/>
                <a:cs typeface="Trebuchet MS"/>
              </a:rPr>
              <a:t>data=4</a:t>
            </a:r>
            <a:r>
              <a:rPr dirty="0" sz="2200" spc="-40">
                <a:latin typeface="Trebuchet MS"/>
                <a:cs typeface="Trebuchet MS"/>
              </a:rPr>
              <a:t> </a:t>
            </a:r>
            <a:r>
              <a:rPr dirty="0" sz="2200">
                <a:latin typeface="Gulim"/>
                <a:cs typeface="Gulim"/>
              </a:rPr>
              <a:t>노드</a:t>
            </a:r>
            <a:r>
              <a:rPr dirty="0" sz="2200" spc="-11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출력</a:t>
            </a:r>
            <a:endParaRPr sz="22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7163" y="3485032"/>
            <a:ext cx="4265930" cy="206121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89535">
              <a:lnSpc>
                <a:spcPts val="1905"/>
              </a:lnSpc>
              <a:spcBef>
                <a:spcPts val="32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중위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 marL="213360" marR="1725930" indent="-123825">
              <a:lnSpc>
                <a:spcPts val="1920"/>
              </a:lnSpc>
              <a:spcBef>
                <a:spcPts val="55"/>
              </a:spcBef>
            </a:pP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 </a:t>
            </a: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336550">
              <a:lnSpc>
                <a:spcPts val="1855"/>
              </a:lnSpc>
              <a:tabLst>
                <a:tab pos="2830195" algn="l"/>
              </a:tabLst>
            </a:pP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r>
              <a:rPr dirty="0" sz="1600">
                <a:latin typeface="Trebuchet MS"/>
                <a:cs typeface="Trebuchet MS"/>
              </a:rPr>
              <a:t>	//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[L]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V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 </a:t>
            </a:r>
            <a:r>
              <a:rPr dirty="0" sz="1600" spc="-50"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  <a:p>
            <a:pPr marL="336550" marR="212725">
              <a:lnSpc>
                <a:spcPct val="100000"/>
              </a:lnSpc>
              <a:tabLst>
                <a:tab pos="2830195" algn="l"/>
              </a:tabLst>
            </a:pP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r>
              <a:rPr dirty="0" sz="1600">
                <a:latin typeface="Trebuchet MS"/>
                <a:cs typeface="Trebuchet MS"/>
              </a:rPr>
              <a:t>	//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 L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[V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]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 </a:t>
            </a:r>
            <a:r>
              <a:rPr dirty="0" sz="1600" spc="-50">
                <a:latin typeface="Trebuchet MS"/>
                <a:cs typeface="Trebuchet MS"/>
              </a:rPr>
              <a:t>) </a:t>
            </a:r>
            <a:r>
              <a:rPr dirty="0" sz="1600">
                <a:latin typeface="Trebuchet MS"/>
                <a:cs typeface="Trebuchet MS"/>
              </a:rPr>
              <a:t>inorder(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r>
              <a:rPr dirty="0" sz="1600">
                <a:latin typeface="Trebuchet MS"/>
                <a:cs typeface="Trebuchet MS"/>
              </a:rPr>
              <a:t>	//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V</a:t>
            </a:r>
            <a:r>
              <a:rPr dirty="0" sz="1600" spc="47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[R]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  <a:p>
            <a:pPr marL="213360">
              <a:lnSpc>
                <a:spcPts val="1914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6472" y="6616700"/>
            <a:ext cx="3617595" cy="475615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중위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=[1]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[15]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344868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생능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0203" y="3958742"/>
            <a:ext cx="4176395" cy="310324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409575" marR="176530" indent="-319405">
              <a:lnSpc>
                <a:spcPct val="100000"/>
              </a:lnSpc>
              <a:spcBef>
                <a:spcPts val="295"/>
              </a:spcBef>
              <a:buClr>
                <a:srgbClr val="DD8046"/>
              </a:buClr>
              <a:buSzPct val="59375"/>
              <a:buFont typeface="Arial"/>
              <a:buChar char="□"/>
              <a:tabLst>
                <a:tab pos="409575" algn="l"/>
              </a:tabLst>
            </a:pPr>
            <a:r>
              <a:rPr dirty="0" sz="1600" spc="-10" b="1">
                <a:latin typeface="Trebuchet MS"/>
                <a:cs typeface="Trebuchet MS"/>
              </a:rPr>
              <a:t>level_order(root):</a:t>
            </a:r>
            <a:endParaRPr sz="1600">
              <a:latin typeface="Trebuchet MS"/>
              <a:cs typeface="Trebuchet MS"/>
            </a:endParaRPr>
          </a:p>
          <a:p>
            <a:pPr marL="432434" marR="176530" indent="-3422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AutoNum type="arabicPeriod"/>
              <a:tabLst>
                <a:tab pos="432434" algn="l"/>
              </a:tabLst>
            </a:pPr>
            <a:r>
              <a:rPr dirty="0" sz="1600">
                <a:latin typeface="Trebuchet MS"/>
                <a:cs typeface="Trebuchet MS"/>
              </a:rPr>
              <a:t>initialize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queue;</a:t>
            </a:r>
            <a:endParaRPr sz="1600">
              <a:latin typeface="Trebuchet MS"/>
              <a:cs typeface="Trebuchet MS"/>
            </a:endParaRPr>
          </a:p>
          <a:p>
            <a:pPr marL="432434" marR="176530" indent="-3422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432434" algn="l"/>
              </a:tabLst>
            </a:pPr>
            <a:r>
              <a:rPr dirty="0" sz="1600">
                <a:latin typeface="Trebuchet MS"/>
                <a:cs typeface="Trebuchet MS"/>
              </a:rPr>
              <a:t>enqueue(queue,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root);</a:t>
            </a:r>
            <a:endParaRPr sz="1600">
              <a:latin typeface="Trebuchet MS"/>
              <a:cs typeface="Trebuchet MS"/>
            </a:endParaRPr>
          </a:p>
          <a:p>
            <a:pPr marL="432434" marR="176530" indent="-3422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432434" algn="l"/>
              </a:tabLst>
            </a:pPr>
            <a:r>
              <a:rPr dirty="0" sz="1600">
                <a:latin typeface="Trebuchet MS"/>
                <a:cs typeface="Trebuchet MS"/>
              </a:rPr>
              <a:t>while</a:t>
            </a:r>
            <a:r>
              <a:rPr dirty="0" sz="1600" spc="1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is_empty(queue)≠TRUE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do</a:t>
            </a:r>
            <a:endParaRPr sz="1600">
              <a:latin typeface="Trebuchet MS"/>
              <a:cs typeface="Trebuchet MS"/>
            </a:endParaRPr>
          </a:p>
          <a:p>
            <a:pPr marL="1003300" marR="176530" indent="-91313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AutoNum type="arabicPeriod"/>
              <a:tabLst>
                <a:tab pos="1003300" algn="l"/>
              </a:tabLst>
            </a:pPr>
            <a:r>
              <a:rPr dirty="0" sz="1600">
                <a:latin typeface="Trebuchet MS"/>
                <a:cs typeface="Trebuchet MS"/>
              </a:rPr>
              <a:t>x</a:t>
            </a:r>
            <a:r>
              <a:rPr dirty="0" sz="1600">
                <a:latin typeface="Malgun Gothic"/>
                <a:cs typeface="Malgun Gothic"/>
              </a:rPr>
              <a:t>←</a:t>
            </a:r>
            <a:r>
              <a:rPr dirty="0" sz="1600" spc="-105">
                <a:latin typeface="Malgun Gothic"/>
                <a:cs typeface="Malgun Gothic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dequeue(queue);</a:t>
            </a:r>
            <a:endParaRPr sz="1600">
              <a:latin typeface="Trebuchet MS"/>
              <a:cs typeface="Trebuchet MS"/>
            </a:endParaRPr>
          </a:p>
          <a:p>
            <a:pPr marL="1003300" marR="176530" indent="-91313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1003300" algn="l"/>
              </a:tabLst>
            </a:pPr>
            <a:r>
              <a:rPr dirty="0" sz="1600">
                <a:latin typeface="Trebuchet MS"/>
                <a:cs typeface="Trebuchet MS"/>
              </a:rPr>
              <a:t>if(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x≠NULL)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then</a:t>
            </a:r>
            <a:endParaRPr sz="1600">
              <a:latin typeface="Trebuchet MS"/>
              <a:cs typeface="Trebuchet MS"/>
            </a:endParaRPr>
          </a:p>
          <a:p>
            <a:pPr marL="1916430" marR="176530" indent="-182626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1916430" algn="l"/>
              </a:tabLst>
            </a:pPr>
            <a:r>
              <a:rPr dirty="0" sz="1600">
                <a:latin typeface="Trebuchet MS"/>
                <a:cs typeface="Trebuchet MS"/>
              </a:rPr>
              <a:t>print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DATA(x);</a:t>
            </a:r>
            <a:endParaRPr sz="1600">
              <a:latin typeface="Trebuchet MS"/>
              <a:cs typeface="Trebuchet MS"/>
            </a:endParaRPr>
          </a:p>
          <a:p>
            <a:pPr marL="1003300" marR="176530" indent="-91313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AutoNum type="arabicPeriod"/>
              <a:tabLst>
                <a:tab pos="1003300" algn="l"/>
              </a:tabLst>
            </a:pPr>
            <a:r>
              <a:rPr dirty="0" sz="1600">
                <a:latin typeface="Trebuchet MS"/>
                <a:cs typeface="Trebuchet MS"/>
              </a:rPr>
              <a:t>enqueue(queue,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LEFT(x));</a:t>
            </a:r>
            <a:endParaRPr sz="1600">
              <a:latin typeface="Trebuchet MS"/>
              <a:cs typeface="Trebuchet MS"/>
            </a:endParaRPr>
          </a:p>
          <a:p>
            <a:pPr marL="1003300" marR="176530" indent="-91313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1003300" algn="l"/>
              </a:tabLst>
            </a:pPr>
            <a:r>
              <a:rPr dirty="0" sz="1600">
                <a:latin typeface="Trebuchet MS"/>
                <a:cs typeface="Trebuchet MS"/>
              </a:rPr>
              <a:t>enqueue(queue,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RIGHT(x));</a:t>
            </a:r>
            <a:endParaRPr sz="1600">
              <a:latin typeface="Trebuchet MS"/>
              <a:cs typeface="Trebuchet MS"/>
            </a:endParaRPr>
          </a:p>
          <a:p>
            <a:pPr algn="r">
              <a:lnSpc>
                <a:spcPts val="1015"/>
              </a:lnSpc>
              <a:spcBef>
                <a:spcPts val="245"/>
              </a:spcBef>
            </a:pPr>
            <a:r>
              <a:rPr dirty="0" sz="1200" spc="-25">
                <a:latin typeface="Gulim"/>
                <a:cs typeface="Gulim"/>
              </a:rPr>
              <a:t>출판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3274" y="6920121"/>
            <a:ext cx="577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사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레벨</a:t>
            </a:r>
            <a:r>
              <a:rPr dirty="0" spc="-254"/>
              <a:t> </a:t>
            </a:r>
            <a:r>
              <a:rPr dirty="0" spc="-2250"/>
              <a:t>순회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9352" y="1978099"/>
            <a:ext cx="436308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100965" indent="-342900">
              <a:lnSpc>
                <a:spcPct val="100000"/>
              </a:lnSpc>
              <a:spcBef>
                <a:spcPts val="100"/>
              </a:spcBef>
              <a:buClr>
                <a:srgbClr val="F6B515"/>
              </a:buClr>
              <a:buSzPct val="77777"/>
              <a:buFont typeface="Arial"/>
              <a:buChar char="■"/>
              <a:tabLst>
                <a:tab pos="354965" algn="l"/>
              </a:tabLst>
            </a:pPr>
            <a:r>
              <a:rPr dirty="0" sz="1800" spc="-25" b="1">
                <a:latin typeface="GulimChe"/>
                <a:cs typeface="GulimChe"/>
              </a:rPr>
              <a:t>레벨</a:t>
            </a:r>
            <a:r>
              <a:rPr dirty="0" sz="1800" spc="-340" b="1">
                <a:latin typeface="GulimChe"/>
                <a:cs typeface="GulimChe"/>
              </a:rPr>
              <a:t> </a:t>
            </a:r>
            <a:r>
              <a:rPr dirty="0" sz="1800" b="1">
                <a:latin typeface="GulimChe"/>
                <a:cs typeface="GulimChe"/>
              </a:rPr>
              <a:t>순회</a:t>
            </a:r>
            <a:r>
              <a:rPr dirty="0" sz="1800" b="1">
                <a:latin typeface="Trebuchet MS"/>
                <a:cs typeface="Trebuchet MS"/>
              </a:rPr>
              <a:t>(level</a:t>
            </a:r>
            <a:r>
              <a:rPr dirty="0" sz="1800" spc="-25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order)</a:t>
            </a:r>
            <a:r>
              <a:rPr dirty="0" sz="1800" spc="-20">
                <a:latin typeface="GulimChe"/>
                <a:cs typeface="GulimChe"/>
              </a:rPr>
              <a:t>는</a:t>
            </a:r>
            <a:r>
              <a:rPr dirty="0" sz="1800" spc="-33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각</a:t>
            </a:r>
            <a:r>
              <a:rPr dirty="0" sz="1800" spc="-36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노드를</a:t>
            </a:r>
            <a:r>
              <a:rPr dirty="0" sz="1800" spc="-370">
                <a:latin typeface="GulimChe"/>
                <a:cs typeface="GulimChe"/>
              </a:rPr>
              <a:t> </a:t>
            </a:r>
            <a:r>
              <a:rPr dirty="0" sz="1800" spc="-50">
                <a:latin typeface="GulimChe"/>
                <a:cs typeface="GulimChe"/>
              </a:rPr>
              <a:t>레 </a:t>
            </a:r>
            <a:r>
              <a:rPr dirty="0" sz="1800" spc="-25">
                <a:latin typeface="GulimChe"/>
                <a:cs typeface="GulimChe"/>
              </a:rPr>
              <a:t>벨</a:t>
            </a:r>
            <a:r>
              <a:rPr dirty="0" sz="1800" spc="-36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순으로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검사하는</a:t>
            </a:r>
            <a:r>
              <a:rPr dirty="0" sz="1800" spc="-36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순회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방법</a:t>
            </a:r>
            <a:endParaRPr sz="1800">
              <a:latin typeface="GulimChe"/>
              <a:cs typeface="GulimChe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F6B515"/>
              </a:buClr>
              <a:buSzPct val="77777"/>
              <a:buFont typeface="Arial"/>
              <a:buChar char="■"/>
              <a:tabLst>
                <a:tab pos="354965" algn="l"/>
              </a:tabLst>
            </a:pPr>
            <a:r>
              <a:rPr dirty="0" sz="1800" spc="-25">
                <a:latin typeface="GulimChe"/>
                <a:cs typeface="GulimChe"/>
              </a:rPr>
              <a:t>반복적순회</a:t>
            </a:r>
            <a:r>
              <a:rPr dirty="0" sz="1800" spc="-33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법이</a:t>
            </a:r>
            <a:endParaRPr sz="1800">
              <a:latin typeface="GulimChe"/>
              <a:cs typeface="GulimChe"/>
            </a:endParaRPr>
          </a:p>
          <a:p>
            <a:pPr marL="354965" marR="5080">
              <a:lnSpc>
                <a:spcPct val="100000"/>
              </a:lnSpc>
              <a:spcBef>
                <a:spcPts val="434"/>
              </a:spcBef>
            </a:pPr>
            <a:r>
              <a:rPr dirty="0" sz="1800" spc="-25">
                <a:latin typeface="GulimChe"/>
                <a:cs typeface="GulimChe"/>
              </a:rPr>
              <a:t>스택을</a:t>
            </a:r>
            <a:r>
              <a:rPr dirty="0" sz="1800" spc="-35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사용했던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것에</a:t>
            </a:r>
            <a:r>
              <a:rPr dirty="0" sz="1800" spc="-36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비해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레벨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순회는 </a:t>
            </a:r>
            <a:r>
              <a:rPr dirty="0" sz="1800" spc="-20">
                <a:latin typeface="GulimChe"/>
                <a:cs typeface="GulimChe"/>
              </a:rPr>
              <a:t>큐</a:t>
            </a:r>
            <a:r>
              <a:rPr dirty="0" sz="1800" spc="-20">
                <a:latin typeface="Trebuchet MS"/>
                <a:cs typeface="Trebuchet MS"/>
              </a:rPr>
              <a:t>(FIFO)</a:t>
            </a:r>
            <a:r>
              <a:rPr dirty="0" sz="1800" spc="-20">
                <a:latin typeface="GulimChe"/>
                <a:cs typeface="GulimChe"/>
              </a:rPr>
              <a:t>를</a:t>
            </a:r>
            <a:r>
              <a:rPr dirty="0" sz="1800" spc="-33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사용하는</a:t>
            </a:r>
            <a:r>
              <a:rPr dirty="0" sz="1800" spc="-33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순회</a:t>
            </a:r>
            <a:r>
              <a:rPr dirty="0" sz="1800" spc="-330">
                <a:latin typeface="GulimChe"/>
                <a:cs typeface="GulimChe"/>
              </a:rPr>
              <a:t> </a:t>
            </a:r>
            <a:r>
              <a:rPr dirty="0" sz="1800" spc="-20">
                <a:latin typeface="GulimChe"/>
                <a:cs typeface="GulimChe"/>
              </a:rPr>
              <a:t>법이다</a:t>
            </a:r>
            <a:r>
              <a:rPr dirty="0" sz="1800" spc="-2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6832" y="854506"/>
            <a:ext cx="4553305" cy="33966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17467" y="4362081"/>
            <a:ext cx="361569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F6B515"/>
              </a:buClr>
              <a:buSzPct val="77777"/>
              <a:buFont typeface="Arial"/>
              <a:buChar char="■"/>
              <a:tabLst>
                <a:tab pos="354965" algn="l"/>
              </a:tabLst>
            </a:pPr>
            <a:r>
              <a:rPr dirty="0" sz="1800" spc="-25">
                <a:latin typeface="GulimChe"/>
                <a:cs typeface="GulimChe"/>
              </a:rPr>
              <a:t>레벨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>
                <a:latin typeface="GulimChe"/>
                <a:cs typeface="GulimChe"/>
              </a:rPr>
              <a:t>순회</a:t>
            </a:r>
            <a:r>
              <a:rPr dirty="0" sz="1800">
                <a:latin typeface="Trebuchet MS"/>
                <a:cs typeface="Trebuchet MS"/>
              </a:rPr>
              <a:t>(level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order)</a:t>
            </a:r>
            <a:r>
              <a:rPr dirty="0" sz="1800" spc="-10">
                <a:latin typeface="GulimChe"/>
                <a:cs typeface="GulimChe"/>
              </a:rPr>
              <a:t>가</a:t>
            </a:r>
            <a:r>
              <a:rPr dirty="0" sz="1800" spc="-36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보장되 는</a:t>
            </a:r>
            <a:r>
              <a:rPr dirty="0" sz="1800" spc="-35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이유는</a:t>
            </a:r>
            <a:r>
              <a:rPr dirty="0" sz="1800" spc="-350">
                <a:latin typeface="GulimChe"/>
                <a:cs typeface="GulimChe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dequeue</a:t>
            </a:r>
            <a:r>
              <a:rPr dirty="0" sz="1800" spc="-10">
                <a:latin typeface="GulimChe"/>
                <a:cs typeface="GulimChe"/>
              </a:rPr>
              <a:t>시</a:t>
            </a:r>
            <a:r>
              <a:rPr dirty="0" sz="1800" spc="-345">
                <a:latin typeface="GulimChe"/>
                <a:cs typeface="GulimChe"/>
              </a:rPr>
              <a:t> </a:t>
            </a:r>
            <a:r>
              <a:rPr dirty="0" sz="1800" spc="-20">
                <a:latin typeface="GulimChe"/>
                <a:cs typeface="GulimChe"/>
              </a:rPr>
              <a:t>자식노드 </a:t>
            </a:r>
            <a:r>
              <a:rPr dirty="0" sz="1800" spc="-25">
                <a:latin typeface="Trebuchet MS"/>
                <a:cs typeface="Trebuchet MS"/>
              </a:rPr>
              <a:t>(</a:t>
            </a:r>
            <a:r>
              <a:rPr dirty="0" sz="1800" spc="-25">
                <a:latin typeface="GulimChe"/>
                <a:cs typeface="GulimChe"/>
              </a:rPr>
              <a:t>손자노드가</a:t>
            </a:r>
            <a:r>
              <a:rPr dirty="0" sz="1800" spc="-325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아님</a:t>
            </a:r>
            <a:r>
              <a:rPr dirty="0" sz="1800" spc="-25">
                <a:latin typeface="Trebuchet MS"/>
                <a:cs typeface="Trebuchet MS"/>
              </a:rPr>
              <a:t>)</a:t>
            </a:r>
            <a:r>
              <a:rPr dirty="0" sz="1800" spc="-25">
                <a:latin typeface="GulimChe"/>
                <a:cs typeface="GulimChe"/>
              </a:rPr>
              <a:t>만</a:t>
            </a:r>
            <a:r>
              <a:rPr dirty="0" sz="1800" spc="-325">
                <a:latin typeface="GulimChe"/>
                <a:cs typeface="GulimChe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enqueue</a:t>
            </a:r>
            <a:r>
              <a:rPr dirty="0" sz="1800" spc="-10">
                <a:latin typeface="GulimChe"/>
                <a:cs typeface="GulimChe"/>
              </a:rPr>
              <a:t>하 </a:t>
            </a:r>
            <a:r>
              <a:rPr dirty="0" sz="1800" spc="-25">
                <a:latin typeface="GulimChe"/>
                <a:cs typeface="GulimChe"/>
              </a:rPr>
              <a:t>기</a:t>
            </a:r>
            <a:r>
              <a:rPr dirty="0" sz="1800" spc="-360">
                <a:latin typeface="GulimChe"/>
                <a:cs typeface="GulimChe"/>
              </a:rPr>
              <a:t> </a:t>
            </a:r>
            <a:r>
              <a:rPr dirty="0" sz="1800" spc="-25">
                <a:latin typeface="GulimChe"/>
                <a:cs typeface="GulimChe"/>
              </a:rPr>
              <a:t>때문</a:t>
            </a:r>
            <a:r>
              <a:rPr dirty="0" sz="1800" spc="-355">
                <a:latin typeface="GulimChe"/>
                <a:cs typeface="GulimChe"/>
              </a:rPr>
              <a:t> </a:t>
            </a:r>
            <a:r>
              <a:rPr dirty="0" sz="1800" spc="1015">
                <a:latin typeface="Arial"/>
                <a:cs typeface="Arial"/>
              </a:rPr>
              <a:t>ç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 spc="-25">
                <a:latin typeface="GulimChe"/>
                <a:cs typeface="GulimChe"/>
              </a:rPr>
              <a:t>다음</a:t>
            </a:r>
            <a:r>
              <a:rPr dirty="0" sz="1800" spc="-355">
                <a:latin typeface="GulimChe"/>
                <a:cs typeface="GulimChe"/>
              </a:rPr>
              <a:t> </a:t>
            </a:r>
            <a:r>
              <a:rPr dirty="0" sz="1800" spc="-20">
                <a:latin typeface="GulimChe"/>
                <a:cs typeface="GulimChe"/>
              </a:rPr>
              <a:t>레벨보장</a:t>
            </a:r>
            <a:endParaRPr sz="1800">
              <a:latin typeface="GulimChe"/>
              <a:cs typeface="GulimCh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4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994"/>
              <a:t>레벨</a:t>
            </a:r>
            <a:r>
              <a:rPr dirty="0" sz="3200" spc="-165"/>
              <a:t> </a:t>
            </a:r>
            <a:r>
              <a:rPr dirty="0" sz="3200" spc="-1620"/>
              <a:t>순회</a:t>
            </a:r>
            <a:r>
              <a:rPr dirty="0" sz="3200" spc="-170"/>
              <a:t> </a:t>
            </a:r>
            <a:r>
              <a:rPr dirty="0" sz="3200" spc="-1670"/>
              <a:t>프로그램</a:t>
            </a:r>
            <a:r>
              <a:rPr dirty="0" sz="3200" spc="-150"/>
              <a:t> </a:t>
            </a:r>
            <a:r>
              <a:rPr dirty="0" sz="3200">
                <a:latin typeface="Tw Cen MT"/>
                <a:cs typeface="Tw Cen MT"/>
              </a:rPr>
              <a:t>(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tree4.c,</a:t>
            </a:r>
            <a:r>
              <a:rPr dirty="0" sz="3200" spc="-20">
                <a:latin typeface="Tw Cen MT"/>
                <a:cs typeface="Tw Cen MT"/>
              </a:rPr>
              <a:t> </a:t>
            </a:r>
            <a:r>
              <a:rPr dirty="0" sz="3200" spc="-855">
                <a:latin typeface="Tw Cen MT"/>
                <a:cs typeface="Tw Cen MT"/>
              </a:rPr>
              <a:t>tree</a:t>
            </a:r>
            <a:r>
              <a:rPr dirty="0" sz="3200" spc="-855"/>
              <a:t>자료구조와</a:t>
            </a:r>
            <a:r>
              <a:rPr dirty="0" sz="3200" spc="-170"/>
              <a:t> </a:t>
            </a:r>
            <a:r>
              <a:rPr dirty="0" sz="3200" spc="-745">
                <a:latin typeface="Tw Cen MT"/>
                <a:cs typeface="Tw Cen MT"/>
              </a:rPr>
              <a:t>queue</a:t>
            </a:r>
            <a:r>
              <a:rPr dirty="0" sz="3200" spc="-745"/>
              <a:t>자료구조</a:t>
            </a:r>
            <a:r>
              <a:rPr dirty="0" sz="3200" spc="-185"/>
              <a:t> </a:t>
            </a:r>
            <a:r>
              <a:rPr dirty="0" sz="3200" spc="-990"/>
              <a:t>사용</a:t>
            </a:r>
            <a:r>
              <a:rPr dirty="0" sz="3200" spc="-990">
                <a:latin typeface="Tw Cen MT"/>
                <a:cs typeface="Tw Cen MT"/>
              </a:rPr>
              <a:t>)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3804" y="1949665"/>
            <a:ext cx="8144509" cy="493268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</a:t>
            </a:r>
            <a:endParaRPr sz="1400">
              <a:latin typeface="Trebuchet MS"/>
              <a:cs typeface="Trebuchet MS"/>
            </a:endParaRPr>
          </a:p>
          <a:p>
            <a:pPr marL="90805" marR="6345555">
              <a:lnSpc>
                <a:spcPct val="141400"/>
              </a:lnSpc>
              <a:spcBef>
                <a:spcPts val="1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&lt;memory.h&gt;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data;</a:t>
            </a: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*left,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*right;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TreeNode;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 spc="-10">
                <a:latin typeface="Trebuchet MS"/>
                <a:cs typeface="Trebuchet MS"/>
              </a:rPr>
              <a:t>================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원형큐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시작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=================</a:t>
            </a:r>
            <a:endParaRPr sz="1400">
              <a:latin typeface="Trebuchet MS"/>
              <a:cs typeface="Trebuchet MS"/>
            </a:endParaRPr>
          </a:p>
          <a:p>
            <a:pPr marL="90805" marR="5674360">
              <a:lnSpc>
                <a:spcPts val="2370"/>
              </a:lnSpc>
              <a:spcBef>
                <a:spcPts val="185"/>
              </a:spcBef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MAX_QUEUE_SIZE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100 </a:t>
            </a: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8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0">
                <a:latin typeface="Trebuchet MS"/>
                <a:cs typeface="Trebuchet MS"/>
              </a:rPr>
              <a:t> element;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530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타입</a:t>
            </a:r>
            <a:endParaRPr sz="1400">
              <a:latin typeface="Gulim"/>
              <a:cs typeface="Gulim"/>
            </a:endParaRPr>
          </a:p>
          <a:p>
            <a:pPr marL="1004569" marR="4427855">
              <a:lnSpc>
                <a:spcPts val="2370"/>
              </a:lnSpc>
              <a:spcBef>
                <a:spcPts val="190"/>
              </a:spcBef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39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data[MAX_QUEUE_SIZE];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front,</a:t>
            </a:r>
            <a:r>
              <a:rPr dirty="0" sz="1400" spc="-20">
                <a:latin typeface="Trebuchet MS"/>
                <a:cs typeface="Trebuchet MS"/>
              </a:rPr>
              <a:t> rear;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505"/>
              </a:spcBef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QueueType;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레벨</a:t>
            </a:r>
            <a:r>
              <a:rPr dirty="0" spc="-260"/>
              <a:t> </a:t>
            </a:r>
            <a:r>
              <a:rPr dirty="0" spc="-2225"/>
              <a:t>순회</a:t>
            </a:r>
            <a:r>
              <a:rPr dirty="0" spc="-250"/>
              <a:t> </a:t>
            </a:r>
            <a:r>
              <a:rPr dirty="0" spc="-2315"/>
              <a:t>프로그램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3804" y="2429471"/>
            <a:ext cx="8144509" cy="445262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0805">
              <a:lnSpc>
                <a:spcPts val="1670"/>
              </a:lnSpc>
              <a:spcBef>
                <a:spcPts val="3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오류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90805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error(char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*message)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4569" marR="461264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fprintf(stderr,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"%s\n",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message); exit(1);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공백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상태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검출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90805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init_queue(QueueType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*q)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q-</a:t>
            </a:r>
            <a:r>
              <a:rPr dirty="0" sz="1400">
                <a:latin typeface="Trebuchet MS"/>
                <a:cs typeface="Trebuchet MS"/>
              </a:rPr>
              <a:t>&gt;front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q-</a:t>
            </a:r>
            <a:r>
              <a:rPr dirty="0" sz="1400">
                <a:latin typeface="Trebuchet MS"/>
                <a:cs typeface="Trebuchet MS"/>
              </a:rPr>
              <a:t>&gt;rear 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rebuchet MS"/>
              <a:cs typeface="Trebuchet MS"/>
            </a:endParaRPr>
          </a:p>
          <a:p>
            <a:pPr marL="90805">
              <a:lnSpc>
                <a:spcPts val="167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공백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상태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검출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90805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is_empty(QueueType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*q)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(q-</a:t>
            </a:r>
            <a:r>
              <a:rPr dirty="0" sz="1400">
                <a:latin typeface="Trebuchet MS"/>
                <a:cs typeface="Trebuchet MS"/>
              </a:rPr>
              <a:t>&gt;front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q-&gt;rear);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239" y="1564316"/>
            <a:ext cx="8154034" cy="5641975"/>
            <a:chOff x="1379239" y="1564316"/>
            <a:chExt cx="8154034" cy="5641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1568881"/>
              <a:ext cx="8144509" cy="5313045"/>
            </a:xfrm>
            <a:custGeom>
              <a:avLst/>
              <a:gdLst/>
              <a:ahLst/>
              <a:cxnLst/>
              <a:rect l="l" t="t" r="r" b="b"/>
              <a:pathLst>
                <a:path w="8144509" h="5313045">
                  <a:moveTo>
                    <a:pt x="8144484" y="0"/>
                  </a:moveTo>
                  <a:lnTo>
                    <a:pt x="0" y="0"/>
                  </a:lnTo>
                  <a:lnTo>
                    <a:pt x="0" y="5312854"/>
                  </a:lnTo>
                  <a:lnTo>
                    <a:pt x="8144484" y="5312854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1568881"/>
              <a:ext cx="8144509" cy="5313045"/>
            </a:xfrm>
            <a:custGeom>
              <a:avLst/>
              <a:gdLst/>
              <a:ahLst/>
              <a:cxnLst/>
              <a:rect l="l" t="t" r="r" b="b"/>
              <a:pathLst>
                <a:path w="8144509" h="5313045">
                  <a:moveTo>
                    <a:pt x="0" y="0"/>
                  </a:moveTo>
                  <a:lnTo>
                    <a:pt x="8144484" y="0"/>
                  </a:lnTo>
                  <a:lnTo>
                    <a:pt x="8144484" y="5312854"/>
                  </a:lnTo>
                  <a:lnTo>
                    <a:pt x="0" y="5312854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273748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레벨</a:t>
            </a:r>
            <a:r>
              <a:rPr dirty="0" spc="-260"/>
              <a:t> </a:t>
            </a:r>
            <a:r>
              <a:rPr dirty="0" spc="-2225"/>
              <a:t>순회</a:t>
            </a:r>
            <a:r>
              <a:rPr dirty="0" spc="-250"/>
              <a:t> </a:t>
            </a:r>
            <a:r>
              <a:rPr dirty="0" spc="-2315"/>
              <a:t>프로그램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2442" y="1598827"/>
            <a:ext cx="5250180" cy="492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포화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상태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검출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is_full(QueueType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*q)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((q-</a:t>
            </a:r>
            <a:r>
              <a:rPr dirty="0" sz="1400">
                <a:latin typeface="Trebuchet MS"/>
                <a:cs typeface="Trebuchet MS"/>
              </a:rPr>
              <a:t>&gt;rear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1)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</a:t>
            </a:r>
            <a:r>
              <a:rPr dirty="0" sz="1400" spc="-10">
                <a:latin typeface="Trebuchet MS"/>
                <a:cs typeface="Trebuchet MS"/>
              </a:rPr>
              <a:t> MAX_QUEUE_SIZE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q-&gt;front);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삽입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enqueue(QueueType </a:t>
            </a:r>
            <a:r>
              <a:rPr dirty="0" sz="1400">
                <a:latin typeface="Trebuchet MS"/>
                <a:cs typeface="Trebuchet MS"/>
              </a:rPr>
              <a:t>*q,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item)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(is_full(q))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error("</a:t>
            </a:r>
            <a:r>
              <a:rPr dirty="0" sz="1400">
                <a:latin typeface="Gulim"/>
                <a:cs typeface="Gulim"/>
              </a:rPr>
              <a:t>큐가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포화상태입니다</a:t>
            </a:r>
            <a:r>
              <a:rPr dirty="0" sz="1400" spc="-10">
                <a:latin typeface="Trebuchet MS"/>
                <a:cs typeface="Trebuchet MS"/>
              </a:rPr>
              <a:t>");</a:t>
            </a:r>
            <a:endParaRPr sz="1400">
              <a:latin typeface="Trebuchet MS"/>
              <a:cs typeface="Trebuchet MS"/>
            </a:endParaRPr>
          </a:p>
          <a:p>
            <a:pPr marL="925830" marR="848360">
              <a:lnSpc>
                <a:spcPts val="1680"/>
              </a:lnSpc>
              <a:spcBef>
                <a:spcPts val="40"/>
              </a:spcBef>
            </a:pPr>
            <a:r>
              <a:rPr dirty="0" sz="1400" spc="-10">
                <a:latin typeface="Trebuchet MS"/>
                <a:cs typeface="Trebuchet MS"/>
              </a:rPr>
              <a:t>q-</a:t>
            </a:r>
            <a:r>
              <a:rPr dirty="0" sz="1400">
                <a:latin typeface="Trebuchet MS"/>
                <a:cs typeface="Trebuchet MS"/>
              </a:rPr>
              <a:t>&gt;rear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(q-</a:t>
            </a:r>
            <a:r>
              <a:rPr dirty="0" sz="1400">
                <a:latin typeface="Trebuchet MS"/>
                <a:cs typeface="Trebuchet MS"/>
              </a:rPr>
              <a:t>&gt;rear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MAX_QUEUE_SIZE; q-&gt;data[q-</a:t>
            </a:r>
            <a:r>
              <a:rPr dirty="0" sz="1400">
                <a:latin typeface="Trebuchet MS"/>
                <a:cs typeface="Trebuchet MS"/>
              </a:rPr>
              <a:t>&gt;rear]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item;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삭제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dequeue(QueueType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*q)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(is_empty(q))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error("</a:t>
            </a:r>
            <a:r>
              <a:rPr dirty="0" sz="1400">
                <a:latin typeface="Gulim"/>
                <a:cs typeface="Gulim"/>
              </a:rPr>
              <a:t>큐가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공백상태입니다</a:t>
            </a:r>
            <a:r>
              <a:rPr dirty="0" sz="1400" spc="-10">
                <a:latin typeface="Trebuchet MS"/>
                <a:cs typeface="Trebuchet MS"/>
              </a:rPr>
              <a:t>");</a:t>
            </a:r>
            <a:endParaRPr sz="1400">
              <a:latin typeface="Trebuchet MS"/>
              <a:cs typeface="Trebuchet MS"/>
            </a:endParaRPr>
          </a:p>
          <a:p>
            <a:pPr marL="925830" marR="715645">
              <a:lnSpc>
                <a:spcPts val="1680"/>
              </a:lnSpc>
              <a:spcBef>
                <a:spcPts val="45"/>
              </a:spcBef>
            </a:pPr>
            <a:r>
              <a:rPr dirty="0" sz="1400" spc="-10">
                <a:latin typeface="Trebuchet MS"/>
                <a:cs typeface="Trebuchet MS"/>
              </a:rPr>
              <a:t>q-</a:t>
            </a:r>
            <a:r>
              <a:rPr dirty="0" sz="1400">
                <a:latin typeface="Trebuchet MS"/>
                <a:cs typeface="Trebuchet MS"/>
              </a:rPr>
              <a:t>&gt;front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(q-</a:t>
            </a:r>
            <a:r>
              <a:rPr dirty="0" sz="1400">
                <a:latin typeface="Trebuchet MS"/>
                <a:cs typeface="Trebuchet MS"/>
              </a:rPr>
              <a:t>&gt;front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+ 1)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</a:t>
            </a:r>
            <a:r>
              <a:rPr dirty="0" sz="1400" spc="-10">
                <a:latin typeface="Trebuchet MS"/>
                <a:cs typeface="Trebuchet MS"/>
              </a:rPr>
              <a:t> MAX_QUEUE_SIZE;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q-&gt;data[q-&gt;front];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239" y="2424906"/>
            <a:ext cx="8154034" cy="4781550"/>
            <a:chOff x="1379239" y="2424906"/>
            <a:chExt cx="8154034" cy="478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2429484"/>
              <a:ext cx="8144509" cy="4452620"/>
            </a:xfrm>
            <a:custGeom>
              <a:avLst/>
              <a:gdLst/>
              <a:ahLst/>
              <a:cxnLst/>
              <a:rect l="l" t="t" r="r" b="b"/>
              <a:pathLst>
                <a:path w="8144509" h="4452620">
                  <a:moveTo>
                    <a:pt x="8144484" y="0"/>
                  </a:moveTo>
                  <a:lnTo>
                    <a:pt x="0" y="0"/>
                  </a:lnTo>
                  <a:lnTo>
                    <a:pt x="0" y="4452251"/>
                  </a:lnTo>
                  <a:lnTo>
                    <a:pt x="8144484" y="4452251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2429471"/>
              <a:ext cx="8144509" cy="4452620"/>
            </a:xfrm>
            <a:custGeom>
              <a:avLst/>
              <a:gdLst/>
              <a:ahLst/>
              <a:cxnLst/>
              <a:rect l="l" t="t" r="r" b="b"/>
              <a:pathLst>
                <a:path w="8144509" h="4452620">
                  <a:moveTo>
                    <a:pt x="0" y="0"/>
                  </a:moveTo>
                  <a:lnTo>
                    <a:pt x="8144484" y="0"/>
                  </a:lnTo>
                  <a:lnTo>
                    <a:pt x="8144484" y="4452264"/>
                  </a:lnTo>
                  <a:lnTo>
                    <a:pt x="0" y="4452264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레벨</a:t>
            </a:r>
            <a:r>
              <a:rPr dirty="0" spc="-260"/>
              <a:t> </a:t>
            </a:r>
            <a:r>
              <a:rPr dirty="0" spc="-2225"/>
              <a:t>순회</a:t>
            </a:r>
            <a:r>
              <a:rPr dirty="0" spc="-250"/>
              <a:t> </a:t>
            </a:r>
            <a:r>
              <a:rPr dirty="0" spc="-2315"/>
              <a:t>프로그램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5142" y="2454966"/>
            <a:ext cx="2547620" cy="109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level_order(TreeNode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*ptr)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QueueType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q;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init_queue(&amp;q);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8626" y="3310994"/>
            <a:ext cx="1021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142" y="3734438"/>
            <a:ext cx="4742815" cy="237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3130" marR="195643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(ptr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return; </a:t>
            </a: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ptr); </a:t>
            </a: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(!is_empty(&amp;q))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26260" marR="83566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Trebuchet MS"/>
                <a:cs typeface="Trebuchet MS"/>
              </a:rPr>
              <a:t>ptr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dequeue(&amp;q); </a:t>
            </a: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[%d]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ptr-&gt;data);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(ptr-&gt;left)</a:t>
            </a:r>
            <a:endParaRPr sz="1400">
              <a:latin typeface="Trebuchet MS"/>
              <a:cs typeface="Trebuchet MS"/>
            </a:endParaRPr>
          </a:p>
          <a:p>
            <a:pPr marL="2740025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ptr-&gt;left);</a:t>
            </a:r>
            <a:endParaRPr sz="1400">
              <a:latin typeface="Trebuchet MS"/>
              <a:cs typeface="Trebuchet MS"/>
            </a:endParaRPr>
          </a:p>
          <a:p>
            <a:pPr marL="18262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(ptr-&gt;right)</a:t>
            </a:r>
            <a:endParaRPr sz="1400">
              <a:latin typeface="Trebuchet MS"/>
              <a:cs typeface="Trebuchet MS"/>
            </a:endParaRPr>
          </a:p>
          <a:p>
            <a:pPr marL="274002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ptr-&gt;right);</a:t>
            </a: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239" y="2424906"/>
            <a:ext cx="8154034" cy="4781550"/>
            <a:chOff x="1379239" y="2424906"/>
            <a:chExt cx="8154034" cy="4781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2429484"/>
              <a:ext cx="8144509" cy="4452620"/>
            </a:xfrm>
            <a:custGeom>
              <a:avLst/>
              <a:gdLst/>
              <a:ahLst/>
              <a:cxnLst/>
              <a:rect l="l" t="t" r="r" b="b"/>
              <a:pathLst>
                <a:path w="8144509" h="4452620">
                  <a:moveTo>
                    <a:pt x="8144484" y="0"/>
                  </a:moveTo>
                  <a:lnTo>
                    <a:pt x="0" y="0"/>
                  </a:lnTo>
                  <a:lnTo>
                    <a:pt x="0" y="4452251"/>
                  </a:lnTo>
                  <a:lnTo>
                    <a:pt x="8144484" y="4452251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2429471"/>
              <a:ext cx="8144509" cy="4452620"/>
            </a:xfrm>
            <a:custGeom>
              <a:avLst/>
              <a:gdLst/>
              <a:ahLst/>
              <a:cxnLst/>
              <a:rect l="l" t="t" r="r" b="b"/>
              <a:pathLst>
                <a:path w="8144509" h="4452620">
                  <a:moveTo>
                    <a:pt x="0" y="0"/>
                  </a:moveTo>
                  <a:lnTo>
                    <a:pt x="8144484" y="0"/>
                  </a:lnTo>
                  <a:lnTo>
                    <a:pt x="8144484" y="4452264"/>
                  </a:lnTo>
                  <a:lnTo>
                    <a:pt x="0" y="4452264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레벨</a:t>
            </a:r>
            <a:r>
              <a:rPr dirty="0" spc="-260"/>
              <a:t> </a:t>
            </a:r>
            <a:r>
              <a:rPr dirty="0" spc="-2225"/>
              <a:t>순회</a:t>
            </a:r>
            <a:r>
              <a:rPr dirty="0" spc="-250"/>
              <a:t> </a:t>
            </a:r>
            <a:r>
              <a:rPr dirty="0" spc="-2315"/>
              <a:t>프로그램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54548" y="2454966"/>
            <a:ext cx="199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15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3601" y="2668211"/>
            <a:ext cx="106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142" y="2454966"/>
            <a:ext cx="50990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03225" algn="l"/>
              </a:tabLst>
            </a:pPr>
            <a:r>
              <a:rPr dirty="0" sz="1400" spc="-25">
                <a:latin typeface="Trebuchet MS"/>
                <a:cs typeface="Trebuchet MS"/>
              </a:rPr>
              <a:t>//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4714" y="2668211"/>
            <a:ext cx="4933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20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16</a:t>
            </a:r>
            <a:r>
              <a:rPr dirty="0" sz="1400" spc="40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142" y="3094702"/>
            <a:ext cx="2748915" cy="3225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n1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4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n2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&amp;n1,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n3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16,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n4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25,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algn="just" marR="131445">
              <a:lnSpc>
                <a:spcPts val="1680"/>
              </a:lnSpc>
              <a:spcBef>
                <a:spcPts val="5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n5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20, &amp;n3,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&amp;n4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n6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15, &amp;n2,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&amp;n5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&amp;n6;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13130" marR="207010">
              <a:lnSpc>
                <a:spcPct val="99200"/>
              </a:lnSpc>
              <a:spcBef>
                <a:spcPts val="35"/>
              </a:spcBef>
            </a:pP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레벨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순회</a:t>
            </a:r>
            <a:r>
              <a:rPr dirty="0" sz="1400" spc="-10">
                <a:latin typeface="Trebuchet MS"/>
                <a:cs typeface="Trebuchet MS"/>
              </a:rPr>
              <a:t>="); level_order(root); printf("\n");</a:t>
            </a: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24460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레벨</a:t>
            </a:r>
            <a:r>
              <a:rPr dirty="0" sz="16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[15]</a:t>
            </a:r>
            <a:r>
              <a:rPr dirty="0" sz="1600" spc="4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[4]</a:t>
            </a:r>
            <a:r>
              <a:rPr dirty="0" sz="1600" spc="459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4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[1]</a:t>
            </a:r>
            <a:r>
              <a:rPr dirty="0" sz="1600" spc="4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[16]</a:t>
            </a:r>
            <a:r>
              <a:rPr dirty="0" sz="1600" spc="459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[25]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99597" y="3323583"/>
            <a:ext cx="8154034" cy="2303145"/>
            <a:chOff x="1199597" y="3323583"/>
            <a:chExt cx="8154034" cy="2303145"/>
          </a:xfrm>
        </p:grpSpPr>
        <p:sp>
          <p:nvSpPr>
            <p:cNvPr id="6" name="object 6"/>
            <p:cNvSpPr/>
            <p:nvPr/>
          </p:nvSpPr>
          <p:spPr>
            <a:xfrm>
              <a:off x="1204163" y="3328149"/>
              <a:ext cx="8144509" cy="2294255"/>
            </a:xfrm>
            <a:custGeom>
              <a:avLst/>
              <a:gdLst/>
              <a:ahLst/>
              <a:cxnLst/>
              <a:rect l="l" t="t" r="r" b="b"/>
              <a:pathLst>
                <a:path w="8144509" h="2294254">
                  <a:moveTo>
                    <a:pt x="8144484" y="0"/>
                  </a:moveTo>
                  <a:lnTo>
                    <a:pt x="0" y="0"/>
                  </a:lnTo>
                  <a:lnTo>
                    <a:pt x="0" y="2293912"/>
                  </a:lnTo>
                  <a:lnTo>
                    <a:pt x="8144484" y="2293912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04163" y="3328149"/>
              <a:ext cx="8144509" cy="2294255"/>
            </a:xfrm>
            <a:custGeom>
              <a:avLst/>
              <a:gdLst/>
              <a:ahLst/>
              <a:cxnLst/>
              <a:rect l="l" t="t" r="r" b="b"/>
              <a:pathLst>
                <a:path w="8144509" h="2294254">
                  <a:moveTo>
                    <a:pt x="0" y="0"/>
                  </a:moveTo>
                  <a:lnTo>
                    <a:pt x="8144497" y="0"/>
                  </a:lnTo>
                  <a:lnTo>
                    <a:pt x="8144497" y="2293912"/>
                  </a:lnTo>
                  <a:lnTo>
                    <a:pt x="0" y="2293912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967090" y="3354583"/>
            <a:ext cx="199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15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4232" y="3354583"/>
            <a:ext cx="61658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509905" algn="l"/>
              </a:tabLst>
            </a:pPr>
            <a:r>
              <a:rPr dirty="0" sz="1400" spc="-25">
                <a:latin typeface="Trebuchet MS"/>
                <a:cs typeface="Trebuchet MS"/>
              </a:rPr>
              <a:t>//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5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03225" algn="l"/>
              </a:tabLst>
            </a:pPr>
            <a:r>
              <a:rPr dirty="0" sz="1400" spc="-25">
                <a:latin typeface="Trebuchet MS"/>
                <a:cs typeface="Trebuchet MS"/>
              </a:rPr>
              <a:t>//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8038" y="3567829"/>
            <a:ext cx="64198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20</a:t>
            </a:r>
            <a:endParaRPr sz="1400">
              <a:latin typeface="Trebuchet MS"/>
              <a:cs typeface="Trebuchet MS"/>
            </a:endParaRPr>
          </a:p>
          <a:p>
            <a:pPr marL="39370">
              <a:lnSpc>
                <a:spcPct val="100000"/>
              </a:lnSpc>
              <a:tabLst>
                <a:tab pos="442595" algn="l"/>
              </a:tabLst>
            </a:pPr>
            <a:r>
              <a:rPr dirty="0" sz="1400" spc="-25">
                <a:latin typeface="Trebuchet MS"/>
                <a:cs typeface="Trebuchet MS"/>
              </a:rPr>
              <a:t>16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4232" y="3994319"/>
            <a:ext cx="2748915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n1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4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n2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&amp;n1,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n3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16,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n4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25,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algn="just" marR="131445">
              <a:lnSpc>
                <a:spcPts val="1680"/>
              </a:lnSpc>
              <a:spcBef>
                <a:spcPts val="5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n5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20, &amp;n3,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&amp;n4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n6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15, &amp;n2,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&amp;n5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&amp;n6;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43053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8433" y="3981399"/>
            <a:ext cx="8582025" cy="3225165"/>
            <a:chOff x="928433" y="3981399"/>
            <a:chExt cx="8582025" cy="3225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7" y="6312065"/>
              <a:ext cx="934707" cy="894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3196" y="3986161"/>
              <a:ext cx="5530850" cy="3121025"/>
            </a:xfrm>
            <a:custGeom>
              <a:avLst/>
              <a:gdLst/>
              <a:ahLst/>
              <a:cxnLst/>
              <a:rect l="l" t="t" r="r" b="b"/>
              <a:pathLst>
                <a:path w="5530850" h="3121025">
                  <a:moveTo>
                    <a:pt x="5530646" y="0"/>
                  </a:moveTo>
                  <a:lnTo>
                    <a:pt x="0" y="0"/>
                  </a:lnTo>
                  <a:lnTo>
                    <a:pt x="0" y="3120999"/>
                  </a:lnTo>
                  <a:lnTo>
                    <a:pt x="5530646" y="3120999"/>
                  </a:lnTo>
                  <a:lnTo>
                    <a:pt x="553064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33196" y="3986161"/>
              <a:ext cx="5530850" cy="3121025"/>
            </a:xfrm>
            <a:custGeom>
              <a:avLst/>
              <a:gdLst/>
              <a:ahLst/>
              <a:cxnLst/>
              <a:rect l="l" t="t" r="r" b="b"/>
              <a:pathLst>
                <a:path w="5530850" h="3121025">
                  <a:moveTo>
                    <a:pt x="0" y="0"/>
                  </a:moveTo>
                  <a:lnTo>
                    <a:pt x="5530634" y="0"/>
                  </a:lnTo>
                  <a:lnTo>
                    <a:pt x="5530634" y="3120999"/>
                  </a:lnTo>
                  <a:lnTo>
                    <a:pt x="0" y="3120999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60"/>
              <a:t> </a:t>
            </a:r>
            <a:r>
              <a:rPr dirty="0" spc="-1639"/>
              <a:t>한줄씩</a:t>
            </a:r>
            <a:r>
              <a:rPr dirty="0" spc="-260"/>
              <a:t> </a:t>
            </a:r>
            <a:r>
              <a:rPr dirty="0" spc="-1525"/>
              <a:t>실행</a:t>
            </a:r>
            <a:r>
              <a:rPr dirty="0" spc="-260"/>
              <a:t> </a:t>
            </a:r>
            <a:r>
              <a:rPr dirty="0">
                <a:latin typeface="Tw Cen MT"/>
                <a:cs typeface="Tw Cen MT"/>
              </a:rPr>
              <a:t>(tree4.c</a:t>
            </a:r>
            <a:r>
              <a:rPr dirty="0" spc="-55">
                <a:latin typeface="Tw Cen MT"/>
                <a:cs typeface="Tw Cen MT"/>
              </a:rPr>
              <a:t> </a:t>
            </a:r>
            <a:r>
              <a:rPr dirty="0" spc="-955">
                <a:latin typeface="Tw Cen MT"/>
                <a:cs typeface="Tw Cen MT"/>
              </a:rPr>
              <a:t>72</a:t>
            </a:r>
            <a:r>
              <a:rPr dirty="0" spc="-955"/>
              <a:t>번라인</a:t>
            </a:r>
            <a:r>
              <a:rPr dirty="0" spc="-250"/>
              <a:t> </a:t>
            </a:r>
            <a:r>
              <a:rPr dirty="0" spc="-1885"/>
              <a:t>중단점</a:t>
            </a:r>
            <a:r>
              <a:rPr dirty="0" spc="-140"/>
              <a:t> </a:t>
            </a:r>
            <a:r>
              <a:rPr dirty="0" spc="-50">
                <a:latin typeface="Trebuchet MS"/>
                <a:cs typeface="Trebuchet MS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5281" y="4442011"/>
            <a:ext cx="6953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830">
                <a:latin typeface="Gulim"/>
                <a:cs typeface="Gulim"/>
              </a:rPr>
              <a:t>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64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797" y="4012474"/>
            <a:ext cx="280416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level_order(TreeNode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*ptr){</a:t>
            </a:r>
            <a:endParaRPr sz="1400">
              <a:latin typeface="Trebuchet MS"/>
              <a:cs typeface="Trebuchet MS"/>
            </a:endParaRPr>
          </a:p>
          <a:p>
            <a:pPr marL="925830" marR="598170">
              <a:lnSpc>
                <a:spcPts val="1700"/>
              </a:lnSpc>
              <a:spcBef>
                <a:spcPts val="40"/>
              </a:spcBef>
            </a:pPr>
            <a:r>
              <a:rPr dirty="0" sz="1400" spc="-20">
                <a:latin typeface="Trebuchet MS"/>
                <a:cs typeface="Trebuchet MS"/>
              </a:rPr>
              <a:t>QueueType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q; </a:t>
            </a:r>
            <a:r>
              <a:rPr dirty="0" sz="1400" spc="-10">
                <a:latin typeface="Trebuchet MS"/>
                <a:cs typeface="Trebuchet MS"/>
              </a:rPr>
              <a:t>init_queue(&amp;q);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(ptr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return;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ptr); </a:t>
            </a: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(!is_empty(&amp;q))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1797" y="5291946"/>
            <a:ext cx="4755515" cy="1729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8960" marR="83566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ptr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dequeue(&amp;q); </a:t>
            </a: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[%d]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ptr-&gt;data);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(ptr-&gt;left)</a:t>
            </a:r>
            <a:endParaRPr sz="1400">
              <a:latin typeface="Trebuchet MS"/>
              <a:cs typeface="Trebuchet MS"/>
            </a:endParaRPr>
          </a:p>
          <a:p>
            <a:pPr marL="1838960" marR="94615" indent="91313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ptr-&gt;left);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(ptr-&gt;right)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enqueue(&amp;q,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ptr-&gt;right);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64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1797" y="1915198"/>
            <a:ext cx="589915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ptr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=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dequeue(&amp;q);//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data=15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출력</a:t>
            </a:r>
            <a:endParaRPr sz="2400">
              <a:latin typeface="Gulim"/>
              <a:cs typeface="Gulim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98294" y="4044054"/>
            <a:ext cx="4692015" cy="3103245"/>
            <a:chOff x="5098294" y="4044054"/>
            <a:chExt cx="4692015" cy="310324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0312" y="4587824"/>
              <a:ext cx="3429825" cy="25589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02859" y="4048620"/>
              <a:ext cx="1257935" cy="788035"/>
            </a:xfrm>
            <a:custGeom>
              <a:avLst/>
              <a:gdLst/>
              <a:ahLst/>
              <a:cxnLst/>
              <a:rect l="l" t="t" r="r" b="b"/>
              <a:pathLst>
                <a:path w="1257935" h="788035">
                  <a:moveTo>
                    <a:pt x="0" y="0"/>
                  </a:moveTo>
                  <a:lnTo>
                    <a:pt x="1257452" y="0"/>
                  </a:lnTo>
                  <a:lnTo>
                    <a:pt x="1257452" y="787476"/>
                  </a:lnTo>
                  <a:lnTo>
                    <a:pt x="0" y="787476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409026" y="4074276"/>
            <a:ext cx="199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15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92855" y="4287522"/>
            <a:ext cx="10198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  <a:tabLst>
                <a:tab pos="416559" algn="l"/>
              </a:tabLst>
            </a:pPr>
            <a:r>
              <a:rPr dirty="0" sz="1400" spc="-50">
                <a:latin typeface="Trebuchet MS"/>
                <a:cs typeface="Trebuchet MS"/>
              </a:rPr>
              <a:t>4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16559" algn="l"/>
                <a:tab pos="820419" algn="l"/>
              </a:tabLst>
            </a:pPr>
            <a:r>
              <a:rPr dirty="0" sz="1400" spc="-50">
                <a:latin typeface="Trebuchet MS"/>
                <a:cs typeface="Trebuchet MS"/>
              </a:rPr>
              <a:t>1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16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9980" y="1888744"/>
            <a:ext cx="1464487" cy="132364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65"/>
              <a:t> </a:t>
            </a:r>
            <a:r>
              <a:rPr dirty="0" spc="-1635"/>
              <a:t>한줄씩</a:t>
            </a:r>
            <a:r>
              <a:rPr dirty="0" spc="-254"/>
              <a:t> </a:t>
            </a:r>
            <a:r>
              <a:rPr dirty="0" spc="-1525"/>
              <a:t>실행</a:t>
            </a:r>
            <a:r>
              <a:rPr dirty="0" spc="-254"/>
              <a:t> </a:t>
            </a:r>
            <a:r>
              <a:rPr dirty="0">
                <a:latin typeface="Tw Cen MT"/>
                <a:cs typeface="Tw Cen MT"/>
              </a:rPr>
              <a:t>(</a:t>
            </a:r>
            <a:r>
              <a:rPr dirty="0" spc="-5">
                <a:latin typeface="Tw Cen MT"/>
                <a:cs typeface="Tw Cen MT"/>
              </a:rPr>
              <a:t> </a:t>
            </a:r>
            <a:r>
              <a:rPr dirty="0" spc="-1800"/>
              <a:t>레벨순회</a:t>
            </a:r>
            <a:r>
              <a:rPr dirty="0" spc="-130"/>
              <a:t> </a:t>
            </a:r>
            <a:r>
              <a:rPr dirty="0" spc="-50">
                <a:latin typeface="Trebuchet MS"/>
                <a:cs typeface="Trebuchet MS"/>
              </a:rPr>
              <a:t>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3198" y="3165176"/>
            <a:ext cx="1268730" cy="798195"/>
            <a:chOff x="1513198" y="3165176"/>
            <a:chExt cx="1268730" cy="798195"/>
          </a:xfrm>
        </p:grpSpPr>
        <p:sp>
          <p:nvSpPr>
            <p:cNvPr id="5" name="object 5"/>
            <p:cNvSpPr/>
            <p:nvPr/>
          </p:nvSpPr>
          <p:spPr>
            <a:xfrm>
              <a:off x="1517764" y="3169729"/>
              <a:ext cx="1259205" cy="789305"/>
            </a:xfrm>
            <a:custGeom>
              <a:avLst/>
              <a:gdLst/>
              <a:ahLst/>
              <a:cxnLst/>
              <a:rect l="l" t="t" r="r" b="b"/>
              <a:pathLst>
                <a:path w="1259205" h="789304">
                  <a:moveTo>
                    <a:pt x="1258976" y="0"/>
                  </a:moveTo>
                  <a:lnTo>
                    <a:pt x="0" y="0"/>
                  </a:lnTo>
                  <a:lnTo>
                    <a:pt x="0" y="789012"/>
                  </a:lnTo>
                  <a:lnTo>
                    <a:pt x="1258976" y="789012"/>
                  </a:lnTo>
                  <a:lnTo>
                    <a:pt x="12589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17764" y="3169742"/>
              <a:ext cx="1259205" cy="789305"/>
            </a:xfrm>
            <a:custGeom>
              <a:avLst/>
              <a:gdLst/>
              <a:ahLst/>
              <a:cxnLst/>
              <a:rect l="l" t="t" r="r" b="b"/>
              <a:pathLst>
                <a:path w="1259205" h="789304">
                  <a:moveTo>
                    <a:pt x="0" y="0"/>
                  </a:moveTo>
                  <a:lnTo>
                    <a:pt x="1258976" y="0"/>
                  </a:lnTo>
                  <a:lnTo>
                    <a:pt x="1258976" y="789000"/>
                  </a:lnTo>
                  <a:lnTo>
                    <a:pt x="0" y="789000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08923" y="3195829"/>
            <a:ext cx="101981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15</a:t>
            </a:r>
            <a:endParaRPr sz="1400">
              <a:latin typeface="Trebuchet MS"/>
              <a:cs typeface="Trebuchet MS"/>
            </a:endParaRPr>
          </a:p>
          <a:p>
            <a:pPr marL="107950">
              <a:lnSpc>
                <a:spcPct val="100000"/>
              </a:lnSpc>
              <a:tabLst>
                <a:tab pos="416559" algn="l"/>
              </a:tabLst>
            </a:pPr>
            <a:r>
              <a:rPr dirty="0" sz="1400" spc="-50">
                <a:latin typeface="Trebuchet MS"/>
                <a:cs typeface="Trebuchet MS"/>
              </a:rPr>
              <a:t>4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416559" algn="l"/>
                <a:tab pos="820419" algn="l"/>
              </a:tabLst>
            </a:pPr>
            <a:r>
              <a:rPr dirty="0" sz="1400" spc="-50">
                <a:latin typeface="Trebuchet MS"/>
                <a:cs typeface="Trebuchet MS"/>
              </a:rPr>
              <a:t>1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16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5134" y="1957132"/>
            <a:ext cx="376174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enqueue(&amp;q,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ptr-</a:t>
            </a:r>
            <a:r>
              <a:rPr dirty="0" sz="2400" spc="-10">
                <a:latin typeface="Trebuchet MS"/>
                <a:cs typeface="Trebuchet MS"/>
              </a:rPr>
              <a:t>&gt;left); </a:t>
            </a:r>
            <a:r>
              <a:rPr dirty="0" sz="2400">
                <a:latin typeface="Trebuchet MS"/>
                <a:cs typeface="Trebuchet MS"/>
              </a:rPr>
              <a:t>enqueue(&amp;q,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ptr-</a:t>
            </a:r>
            <a:r>
              <a:rPr dirty="0" sz="2400" spc="-10">
                <a:latin typeface="Trebuchet MS"/>
                <a:cs typeface="Trebuchet MS"/>
              </a:rPr>
              <a:t>&gt;right);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5239" y="3167089"/>
            <a:ext cx="1951814" cy="21707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4275" y="2028875"/>
            <a:ext cx="1768944" cy="17318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0377" y="4002913"/>
            <a:ext cx="2530119" cy="124975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2786380" cy="228600"/>
          </a:xfrm>
          <a:custGeom>
            <a:avLst/>
            <a:gdLst/>
            <a:ahLst/>
            <a:cxnLst/>
            <a:rect l="l" t="t" r="r" b="b"/>
            <a:pathLst>
              <a:path w="2786379" h="228600">
                <a:moveTo>
                  <a:pt x="0" y="228473"/>
                </a:moveTo>
                <a:lnTo>
                  <a:pt x="2785871" y="228473"/>
                </a:lnTo>
                <a:lnTo>
                  <a:pt x="2785871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23758" y="1629803"/>
            <a:ext cx="1982470" cy="228600"/>
          </a:xfrm>
          <a:custGeom>
            <a:avLst/>
            <a:gdLst/>
            <a:ahLst/>
            <a:cxnLst/>
            <a:rect l="l" t="t" r="r" b="b"/>
            <a:pathLst>
              <a:path w="1982470" h="228600">
                <a:moveTo>
                  <a:pt x="0" y="228473"/>
                </a:moveTo>
                <a:lnTo>
                  <a:pt x="1982076" y="228473"/>
                </a:lnTo>
                <a:lnTo>
                  <a:pt x="1982076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616198" y="703197"/>
            <a:ext cx="6064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1797" y="1922119"/>
            <a:ext cx="6106160" cy="479298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개념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소개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35">
                <a:latin typeface="Gulim"/>
                <a:cs typeface="Gulim"/>
              </a:rPr>
              <a:t>표현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10">
                <a:latin typeface="Gulim"/>
                <a:cs typeface="Gulim"/>
              </a:rPr>
              <a:t>순회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10">
                <a:latin typeface="Gulim"/>
                <a:cs typeface="Gulim"/>
              </a:rPr>
              <a:t>순환방식</a:t>
            </a:r>
            <a:r>
              <a:rPr dirty="0" sz="1700" spc="-1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93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반복적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순회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레벨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순회</a:t>
            </a:r>
            <a:endParaRPr sz="1700">
              <a:latin typeface="Gulim"/>
              <a:cs typeface="Gulim"/>
            </a:endParaRPr>
          </a:p>
          <a:p>
            <a:pPr marL="469265">
              <a:lnSpc>
                <a:spcPct val="100000"/>
              </a:lnSpc>
              <a:spcBef>
                <a:spcPts val="1225"/>
              </a:spcBef>
            </a:pPr>
            <a:r>
              <a:rPr dirty="0" sz="170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dirty="0" sz="17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코드는</a:t>
            </a:r>
            <a:r>
              <a:rPr dirty="0" sz="1700" spc="-12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복잡하지만</a:t>
            </a:r>
            <a:r>
              <a:rPr dirty="0" sz="1700" spc="-114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그림과</a:t>
            </a:r>
            <a:r>
              <a:rPr dirty="0" sz="1700" spc="-10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코드를</a:t>
            </a:r>
            <a:r>
              <a:rPr dirty="0" sz="1700" spc="-10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동시에</a:t>
            </a:r>
            <a:r>
              <a:rPr dirty="0" sz="1700" spc="-114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>
                <a:solidFill>
                  <a:srgbClr val="FF0000"/>
                </a:solidFill>
                <a:latin typeface="Gulim"/>
                <a:cs typeface="Gulim"/>
              </a:rPr>
              <a:t>보면서</a:t>
            </a:r>
            <a:r>
              <a:rPr dirty="0" sz="1700" spc="-10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700" spc="-25">
                <a:solidFill>
                  <a:srgbClr val="FF0000"/>
                </a:solidFill>
                <a:latin typeface="Gulim"/>
                <a:cs typeface="Gulim"/>
              </a:rPr>
              <a:t>이해함</a:t>
            </a:r>
            <a:endParaRPr sz="17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수식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처리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디렉토리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용량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계산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추가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연산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스레드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35">
                <a:latin typeface="Gulim"/>
                <a:cs typeface="Gulim"/>
              </a:rPr>
              <a:t>트리</a:t>
            </a:r>
            <a:endParaRPr sz="17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 startAt="7"/>
            </a:pP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탐색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트리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Font typeface="Arial"/>
              <a:buAutoNum type="arabicPeriod" startAt="7"/>
              <a:tabLst>
                <a:tab pos="469265" algn="l"/>
              </a:tabLst>
            </a:pPr>
            <a:r>
              <a:rPr dirty="0" sz="1700">
                <a:latin typeface="Gulim"/>
                <a:cs typeface="Gulim"/>
              </a:rPr>
              <a:t>이진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탐색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트리의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응용</a:t>
            </a:r>
            <a:r>
              <a:rPr dirty="0" sz="1700">
                <a:latin typeface="Arial"/>
                <a:cs typeface="Arial"/>
              </a:rPr>
              <a:t>: </a:t>
            </a:r>
            <a:r>
              <a:rPr dirty="0" sz="1700">
                <a:latin typeface="Gulim"/>
                <a:cs typeface="Gulim"/>
              </a:rPr>
              <a:t>영어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사전</a:t>
            </a:r>
            <a:endParaRPr sz="1700">
              <a:latin typeface="Gulim"/>
              <a:cs typeface="Gulim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43603" y="490270"/>
            <a:ext cx="3785235" cy="2618740"/>
            <a:chOff x="4143603" y="490270"/>
            <a:chExt cx="3785235" cy="2618740"/>
          </a:xfrm>
        </p:grpSpPr>
        <p:sp>
          <p:nvSpPr>
            <p:cNvPr id="10" name="object 10"/>
            <p:cNvSpPr/>
            <p:nvPr/>
          </p:nvSpPr>
          <p:spPr>
            <a:xfrm>
              <a:off x="4148366" y="495033"/>
              <a:ext cx="3775710" cy="2609215"/>
            </a:xfrm>
            <a:custGeom>
              <a:avLst/>
              <a:gdLst/>
              <a:ahLst/>
              <a:cxnLst/>
              <a:rect l="l" t="t" r="r" b="b"/>
              <a:pathLst>
                <a:path w="3775709" h="2609215">
                  <a:moveTo>
                    <a:pt x="3775392" y="0"/>
                  </a:moveTo>
                  <a:lnTo>
                    <a:pt x="0" y="0"/>
                  </a:lnTo>
                  <a:lnTo>
                    <a:pt x="0" y="2609214"/>
                  </a:lnTo>
                  <a:lnTo>
                    <a:pt x="3775392" y="2609214"/>
                  </a:lnTo>
                  <a:lnTo>
                    <a:pt x="37753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48366" y="495033"/>
              <a:ext cx="3775710" cy="2609215"/>
            </a:xfrm>
            <a:custGeom>
              <a:avLst/>
              <a:gdLst/>
              <a:ahLst/>
              <a:cxnLst/>
              <a:rect l="l" t="t" r="r" b="b"/>
              <a:pathLst>
                <a:path w="3775709" h="2609215">
                  <a:moveTo>
                    <a:pt x="0" y="0"/>
                  </a:moveTo>
                  <a:lnTo>
                    <a:pt x="3775379" y="0"/>
                  </a:lnTo>
                  <a:lnTo>
                    <a:pt x="3775379" y="2609214"/>
                  </a:lnTo>
                  <a:lnTo>
                    <a:pt x="0" y="2609214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225797" y="520792"/>
            <a:ext cx="3595370" cy="237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inorder_iter(TreeNode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*root)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(1)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335280" marR="5080" indent="-1066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&gt;left)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 (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[L]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 </a:t>
            </a:r>
            <a:r>
              <a:rPr dirty="0" sz="1400" spc="-10">
                <a:latin typeface="Trebuchet MS"/>
                <a:cs typeface="Trebuchet MS"/>
              </a:rPr>
              <a:t>push(root);</a:t>
            </a:r>
            <a:endParaRPr sz="1400">
              <a:latin typeface="Trebuchet MS"/>
              <a:cs typeface="Trebuchet MS"/>
            </a:endParaRPr>
          </a:p>
          <a:p>
            <a:pPr marL="22860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pop();</a:t>
            </a:r>
            <a:endParaRPr sz="140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(!root)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break;</a:t>
            </a:r>
            <a:endParaRPr sz="1400">
              <a:latin typeface="Trebuchet MS"/>
              <a:cs typeface="Trebuchet MS"/>
            </a:endParaRPr>
          </a:p>
          <a:p>
            <a:pPr marL="228600" marR="13081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printf("[%d]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&gt;data);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[V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]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4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[R]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2065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7626" y="2574175"/>
            <a:ext cx="4128566" cy="146834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8014" y="5506300"/>
            <a:ext cx="7362190" cy="1699895"/>
            <a:chOff x="2148014" y="5506300"/>
            <a:chExt cx="7362190" cy="169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014" y="5506300"/>
              <a:ext cx="6888568" cy="133125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40"/>
              <a:t>수식</a:t>
            </a:r>
            <a:r>
              <a:rPr dirty="0" spc="-254"/>
              <a:t> </a:t>
            </a:r>
            <a:r>
              <a:rPr dirty="0" spc="-2250"/>
              <a:t>트리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442" y="1883659"/>
            <a:ext cx="6440805" cy="21488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2038350" algn="l"/>
                <a:tab pos="5089525" algn="l"/>
              </a:tabLst>
            </a:pPr>
            <a:r>
              <a:rPr dirty="0" sz="2400" spc="-10">
                <a:latin typeface="Gulim"/>
                <a:cs typeface="Gulim"/>
              </a:rPr>
              <a:t>수식연산은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>
                <a:latin typeface="Lucida Console"/>
                <a:cs typeface="Lucida Console"/>
              </a:rPr>
              <a:t>4.5</a:t>
            </a:r>
            <a:r>
              <a:rPr dirty="0" sz="2400" spc="-45">
                <a:latin typeface="Lucida Console"/>
                <a:cs typeface="Lucida Console"/>
              </a:rPr>
              <a:t> </a:t>
            </a:r>
            <a:r>
              <a:rPr dirty="0" sz="2400" spc="-10">
                <a:latin typeface="Gulim"/>
                <a:cs typeface="Gulim"/>
              </a:rPr>
              <a:t>스택응용에서도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다룸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3320415" algn="l"/>
                <a:tab pos="5025390" algn="l"/>
                <a:tab pos="6122670" algn="l"/>
              </a:tabLst>
            </a:pPr>
            <a:r>
              <a:rPr dirty="0" sz="2400">
                <a:latin typeface="Gulim"/>
                <a:cs typeface="Gulim"/>
              </a:rPr>
              <a:t>수식트리</a:t>
            </a:r>
            <a:r>
              <a:rPr dirty="0" sz="2400">
                <a:latin typeface="Lucida Console"/>
                <a:cs typeface="Lucida Console"/>
              </a:rPr>
              <a:t>:</a:t>
            </a:r>
            <a:r>
              <a:rPr dirty="0" sz="2400" spc="-105">
                <a:latin typeface="Lucida Console"/>
                <a:cs typeface="Lucida Console"/>
              </a:rPr>
              <a:t> </a:t>
            </a:r>
            <a:r>
              <a:rPr dirty="0" sz="2400" spc="-20">
                <a:latin typeface="Gulim"/>
                <a:cs typeface="Gulim"/>
              </a:rPr>
              <a:t>산술식을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Gulim"/>
                <a:cs typeface="Gulim"/>
              </a:rPr>
              <a:t>트리형태로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표현한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50">
                <a:latin typeface="Gulim"/>
                <a:cs typeface="Gulim"/>
              </a:rPr>
              <a:t>것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1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비단말노드</a:t>
            </a:r>
            <a:r>
              <a:rPr dirty="0" sz="2000">
                <a:latin typeface="Lucida Console"/>
                <a:cs typeface="Lucida Console"/>
              </a:rPr>
              <a:t>:</a:t>
            </a:r>
            <a:r>
              <a:rPr dirty="0" sz="2000" spc="-30">
                <a:latin typeface="Lucida Console"/>
                <a:cs typeface="Lucida Console"/>
              </a:rPr>
              <a:t> </a:t>
            </a:r>
            <a:r>
              <a:rPr dirty="0" sz="2000" spc="-10">
                <a:latin typeface="Gulim"/>
                <a:cs typeface="Gulim"/>
              </a:rPr>
              <a:t>연산자</a:t>
            </a:r>
            <a:r>
              <a:rPr dirty="0" sz="2000" spc="-10">
                <a:latin typeface="Lucida Console"/>
                <a:cs typeface="Lucida Console"/>
              </a:rPr>
              <a:t>(operator)</a:t>
            </a:r>
            <a:endParaRPr sz="2000">
              <a:latin typeface="Lucida Console"/>
              <a:cs typeface="Lucida Console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단말노드</a:t>
            </a:r>
            <a:r>
              <a:rPr dirty="0" sz="2000">
                <a:latin typeface="Lucida Console"/>
                <a:cs typeface="Lucida Console"/>
              </a:rPr>
              <a:t>:</a:t>
            </a:r>
            <a:r>
              <a:rPr dirty="0" sz="2000" spc="-20">
                <a:latin typeface="Lucida Console"/>
                <a:cs typeface="Lucida Console"/>
              </a:rPr>
              <a:t> </a:t>
            </a:r>
            <a:r>
              <a:rPr dirty="0" sz="2000" spc="-10">
                <a:latin typeface="Gulim"/>
                <a:cs typeface="Gulim"/>
              </a:rPr>
              <a:t>피연산자</a:t>
            </a:r>
            <a:r>
              <a:rPr dirty="0" sz="2000" spc="-10">
                <a:latin typeface="Lucida Console"/>
                <a:cs typeface="Lucida Console"/>
              </a:rPr>
              <a:t>(operand)</a:t>
            </a:r>
            <a:endParaRPr sz="2000">
              <a:latin typeface="Lucida Console"/>
              <a:cs typeface="Lucida Console"/>
            </a:endParaRPr>
          </a:p>
          <a:p>
            <a:pPr marL="332105" indent="-319405">
              <a:lnSpc>
                <a:spcPct val="100000"/>
              </a:lnSpc>
              <a:spcBef>
                <a:spcPts val="68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5">
                <a:latin typeface="Gulim"/>
                <a:cs typeface="Gulim"/>
              </a:rPr>
              <a:t>예</a:t>
            </a:r>
            <a:r>
              <a:rPr dirty="0" sz="2400" spc="-25">
                <a:latin typeface="Lucida Console"/>
                <a:cs typeface="Lucida Console"/>
              </a:rPr>
              <a:t>)</a:t>
            </a:r>
            <a:endParaRPr sz="2400">
              <a:latin typeface="Lucida Console"/>
              <a:cs typeface="Lucida Console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1643" y="3742461"/>
            <a:ext cx="5557364" cy="163783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40"/>
              <a:t>수식</a:t>
            </a:r>
            <a:r>
              <a:rPr dirty="0" spc="-260"/>
              <a:t> </a:t>
            </a:r>
            <a:r>
              <a:rPr dirty="0" spc="-2225"/>
              <a:t>트리</a:t>
            </a:r>
            <a:r>
              <a:rPr dirty="0" spc="-250"/>
              <a:t> </a:t>
            </a:r>
            <a:r>
              <a:rPr dirty="0" spc="-1395"/>
              <a:t>계산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752" y="1887620"/>
            <a:ext cx="8439785" cy="172275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 spc="-10">
                <a:latin typeface="Gulim"/>
                <a:cs typeface="Gulim"/>
              </a:rPr>
              <a:t>후위순회만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사용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 spc="-10">
                <a:latin typeface="Arial"/>
                <a:cs typeface="Arial"/>
              </a:rPr>
              <a:t>(</a:t>
            </a:r>
            <a:r>
              <a:rPr dirty="0" sz="2200" spc="-10">
                <a:latin typeface="Gulim"/>
                <a:cs typeface="Gulim"/>
              </a:rPr>
              <a:t>루트노드보다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자식노드를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먼저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방문해야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하기에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 spc="-10">
                <a:latin typeface="Gulim"/>
                <a:cs typeface="Gulim"/>
              </a:rPr>
              <a:t>서브트리의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값을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순환호출로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계산</a:t>
            </a:r>
            <a:endParaRPr sz="2200">
              <a:latin typeface="Gulim"/>
              <a:cs typeface="Gulim"/>
            </a:endParaRPr>
          </a:p>
          <a:p>
            <a:pPr marL="332105" marR="578485" indent="-320040">
              <a:lnSpc>
                <a:spcPct val="126299"/>
              </a:lnSpc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 spc="-10">
                <a:latin typeface="Gulim"/>
                <a:cs typeface="Gulim"/>
              </a:rPr>
              <a:t>비단말노드를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방문할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때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양쪽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서브트리의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값을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노드에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저장된 </a:t>
            </a:r>
            <a:r>
              <a:rPr dirty="0" sz="2200" spc="-10">
                <a:latin typeface="Gulim"/>
                <a:cs typeface="Gulim"/>
              </a:rPr>
              <a:t>연산자를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이용하여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계산한다</a:t>
            </a:r>
            <a:endParaRPr sz="22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3657" y="3931245"/>
            <a:ext cx="2930385" cy="21828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40"/>
              <a:t>수식</a:t>
            </a:r>
            <a:r>
              <a:rPr dirty="0" spc="-254"/>
              <a:t> </a:t>
            </a:r>
            <a:r>
              <a:rPr dirty="0" spc="-2225"/>
              <a:t>트리</a:t>
            </a:r>
            <a:r>
              <a:rPr dirty="0" spc="-250"/>
              <a:t> </a:t>
            </a:r>
            <a:r>
              <a:rPr dirty="0" spc="-2105"/>
              <a:t>알고리즘</a:t>
            </a:r>
            <a:r>
              <a:rPr dirty="0" spc="-254"/>
              <a:t> </a:t>
            </a:r>
            <a:r>
              <a:rPr dirty="0" spc="-1645">
                <a:latin typeface="Tw Cen MT"/>
                <a:cs typeface="Tw Cen MT"/>
              </a:rPr>
              <a:t>(</a:t>
            </a:r>
            <a:r>
              <a:rPr dirty="0" spc="-1645"/>
              <a:t>후위</a:t>
            </a:r>
            <a:r>
              <a:rPr dirty="0" spc="-250"/>
              <a:t> </a:t>
            </a:r>
            <a:r>
              <a:rPr dirty="0" spc="-2225"/>
              <a:t>순회</a:t>
            </a:r>
            <a:r>
              <a:rPr dirty="0" spc="-140"/>
              <a:t> </a:t>
            </a:r>
            <a:r>
              <a:rPr dirty="0">
                <a:latin typeface="Trebuchet MS"/>
                <a:cs typeface="Trebuchet MS"/>
              </a:rPr>
              <a:t>:</a:t>
            </a:r>
            <a:r>
              <a:rPr dirty="0" spc="-15">
                <a:latin typeface="Trebuchet MS"/>
                <a:cs typeface="Trebuchet MS"/>
              </a:rPr>
              <a:t> </a:t>
            </a:r>
            <a:r>
              <a:rPr dirty="0" spc="-20">
                <a:latin typeface="Trebuchet MS"/>
                <a:cs typeface="Trebuchet MS"/>
              </a:rPr>
              <a:t>LRV)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5988" y="2145410"/>
            <a:ext cx="7399020" cy="2432685"/>
            <a:chOff x="1685988" y="2145410"/>
            <a:chExt cx="7399020" cy="2432685"/>
          </a:xfrm>
        </p:grpSpPr>
        <p:sp>
          <p:nvSpPr>
            <p:cNvPr id="5" name="object 5"/>
            <p:cNvSpPr/>
            <p:nvPr/>
          </p:nvSpPr>
          <p:spPr>
            <a:xfrm>
              <a:off x="1698929" y="2158352"/>
              <a:ext cx="7372984" cy="2406650"/>
            </a:xfrm>
            <a:custGeom>
              <a:avLst/>
              <a:gdLst/>
              <a:ahLst/>
              <a:cxnLst/>
              <a:rect l="l" t="t" r="r" b="b"/>
              <a:pathLst>
                <a:path w="7372984" h="2406650">
                  <a:moveTo>
                    <a:pt x="7372667" y="0"/>
                  </a:moveTo>
                  <a:lnTo>
                    <a:pt x="0" y="0"/>
                  </a:lnTo>
                  <a:lnTo>
                    <a:pt x="0" y="2406624"/>
                  </a:lnTo>
                  <a:lnTo>
                    <a:pt x="7372667" y="2406624"/>
                  </a:lnTo>
                  <a:lnTo>
                    <a:pt x="737266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98929" y="2158352"/>
              <a:ext cx="7372984" cy="2406650"/>
            </a:xfrm>
            <a:custGeom>
              <a:avLst/>
              <a:gdLst/>
              <a:ahLst/>
              <a:cxnLst/>
              <a:rect l="l" t="t" r="r" b="b"/>
              <a:pathLst>
                <a:path w="7372984" h="2406650">
                  <a:moveTo>
                    <a:pt x="0" y="0"/>
                  </a:moveTo>
                  <a:lnTo>
                    <a:pt x="7372667" y="0"/>
                  </a:lnTo>
                  <a:lnTo>
                    <a:pt x="7372667" y="2406624"/>
                  </a:lnTo>
                  <a:lnTo>
                    <a:pt x="0" y="2406624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89250" y="2178333"/>
            <a:ext cx="127317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rebuchet MS"/>
                <a:cs typeface="Trebuchet MS"/>
              </a:rPr>
              <a:t>evaluate(exp)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9250" y="2667882"/>
            <a:ext cx="158115" cy="1780539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94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1.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2.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3.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4.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5.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1250" spc="-25">
                <a:solidFill>
                  <a:srgbClr val="F6B515"/>
                </a:solidFill>
                <a:latin typeface="Trebuchet MS"/>
                <a:cs typeface="Trebuchet MS"/>
              </a:rPr>
              <a:t>6.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6375" y="2713882"/>
            <a:ext cx="2748915" cy="1780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48590" marR="1301115" indent="-123825">
              <a:lnSpc>
                <a:spcPct val="119900"/>
              </a:lnSpc>
              <a:spcBef>
                <a:spcPts val="100"/>
              </a:spcBef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exp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 </a:t>
            </a:r>
            <a:r>
              <a:rPr dirty="0" sz="1600" spc="-20">
                <a:latin typeface="Trebuchet MS"/>
                <a:cs typeface="Trebuchet MS"/>
              </a:rPr>
              <a:t>NULL </a:t>
            </a:r>
            <a:r>
              <a:rPr dirty="0" sz="1600">
                <a:latin typeface="Trebuchet MS"/>
                <a:cs typeface="Trebuchet MS"/>
              </a:rPr>
              <a:t>then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 algn="just" marL="457200" marR="30480" indent="-309245">
              <a:lnSpc>
                <a:spcPct val="119900"/>
              </a:lnSpc>
            </a:pPr>
            <a:r>
              <a:rPr dirty="0" sz="1600">
                <a:latin typeface="Trebuchet MS"/>
                <a:cs typeface="Trebuchet MS"/>
              </a:rPr>
              <a:t>else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x</a:t>
            </a:r>
            <a:r>
              <a:rPr dirty="0" baseline="-8680" sz="2400" spc="-15">
                <a:latin typeface="Malgun Gothic"/>
                <a:cs typeface="Malgun Gothic"/>
              </a:rPr>
              <a:t>←</a:t>
            </a:r>
            <a:r>
              <a:rPr dirty="0" sz="1600" spc="-10">
                <a:latin typeface="Trebuchet MS"/>
                <a:cs typeface="Trebuchet MS"/>
              </a:rPr>
              <a:t>evaluate(exp-&gt;left); y</a:t>
            </a:r>
            <a:r>
              <a:rPr dirty="0" baseline="-8680" sz="2400" spc="-15">
                <a:latin typeface="Malgun Gothic"/>
                <a:cs typeface="Malgun Gothic"/>
              </a:rPr>
              <a:t>←</a:t>
            </a:r>
            <a:r>
              <a:rPr dirty="0" sz="1600" spc="-10">
                <a:latin typeface="Trebuchet MS"/>
                <a:cs typeface="Trebuchet MS"/>
              </a:rPr>
              <a:t>evaluate(exp-&gt;right); op</a:t>
            </a:r>
            <a:r>
              <a:rPr dirty="0" baseline="-8680" sz="2400" spc="-15">
                <a:latin typeface="Malgun Gothic"/>
                <a:cs typeface="Malgun Gothic"/>
              </a:rPr>
              <a:t>←</a:t>
            </a:r>
            <a:r>
              <a:rPr dirty="0" sz="1600" spc="-10">
                <a:latin typeface="Trebuchet MS"/>
                <a:cs typeface="Trebuchet MS"/>
              </a:rPr>
              <a:t>exp-&gt;data;</a:t>
            </a:r>
            <a:endParaRPr sz="1600">
              <a:latin typeface="Trebuchet MS"/>
              <a:cs typeface="Trebuchet MS"/>
            </a:endParaRPr>
          </a:p>
          <a:p>
            <a:pPr algn="just" marL="457200">
              <a:lnSpc>
                <a:spcPct val="100000"/>
              </a:lnSpc>
              <a:spcBef>
                <a:spcPts val="385"/>
              </a:spcBef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(x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op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y);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239" y="1945100"/>
            <a:ext cx="8154034" cy="5261610"/>
            <a:chOff x="1379239" y="1945100"/>
            <a:chExt cx="8154034" cy="526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1949665"/>
              <a:ext cx="8144509" cy="4493895"/>
            </a:xfrm>
            <a:custGeom>
              <a:avLst/>
              <a:gdLst/>
              <a:ahLst/>
              <a:cxnLst/>
              <a:rect l="l" t="t" r="r" b="b"/>
              <a:pathLst>
                <a:path w="8144509" h="4493895">
                  <a:moveTo>
                    <a:pt x="8144484" y="0"/>
                  </a:moveTo>
                  <a:lnTo>
                    <a:pt x="0" y="0"/>
                  </a:lnTo>
                  <a:lnTo>
                    <a:pt x="0" y="4493387"/>
                  </a:lnTo>
                  <a:lnTo>
                    <a:pt x="8144484" y="4493387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1949665"/>
              <a:ext cx="8144509" cy="4493895"/>
            </a:xfrm>
            <a:custGeom>
              <a:avLst/>
              <a:gdLst/>
              <a:ahLst/>
              <a:cxnLst/>
              <a:rect l="l" t="t" r="r" b="b"/>
              <a:pathLst>
                <a:path w="8144509" h="4493895">
                  <a:moveTo>
                    <a:pt x="0" y="0"/>
                  </a:moveTo>
                  <a:lnTo>
                    <a:pt x="8144484" y="0"/>
                  </a:lnTo>
                  <a:lnTo>
                    <a:pt x="8144484" y="4493387"/>
                  </a:lnTo>
                  <a:lnTo>
                    <a:pt x="0" y="449338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396747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5"/>
              <a:t>프로그램</a:t>
            </a:r>
            <a:r>
              <a:rPr dirty="0" spc="-250"/>
              <a:t> </a:t>
            </a:r>
            <a:r>
              <a:rPr dirty="0" spc="-10">
                <a:latin typeface="Tw Cen MT"/>
                <a:cs typeface="Tw Cen MT"/>
              </a:rPr>
              <a:t>(exp_eval.c)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5142" y="1887315"/>
            <a:ext cx="3220720" cy="12350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data;</a:t>
            </a:r>
            <a:endParaRPr sz="14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*left,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*right;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TreeNode;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1824" y="3487570"/>
            <a:ext cx="654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*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142" y="3098244"/>
            <a:ext cx="1986280" cy="9302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  <a:tabLst>
                <a:tab pos="1879600" algn="l"/>
              </a:tabLst>
            </a:pPr>
            <a:r>
              <a:rPr dirty="0" sz="1400" spc="-25">
                <a:latin typeface="Trebuchet MS"/>
                <a:cs typeface="Trebuchet MS"/>
              </a:rPr>
              <a:t>//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50">
                <a:latin typeface="Trebuchet MS"/>
                <a:cs typeface="Trebuchet MS"/>
              </a:rPr>
              <a:t>+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8542" y="3789159"/>
            <a:ext cx="2413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1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5344" y="3399834"/>
            <a:ext cx="440055" cy="6286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795"/>
              </a:spcBef>
            </a:pPr>
            <a:r>
              <a:rPr dirty="0" sz="1400" spc="-50">
                <a:latin typeface="Trebuchet MS"/>
                <a:cs typeface="Trebuchet MS"/>
              </a:rPr>
              <a:t>+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Trebuchet MS"/>
                <a:cs typeface="Trebuchet MS"/>
              </a:rPr>
              <a:t>16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5142" y="4004536"/>
            <a:ext cx="2540000" cy="2441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99060">
              <a:lnSpc>
                <a:spcPct val="141400"/>
              </a:lnSpc>
              <a:spcBef>
                <a:spcPts val="9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n1={1,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n2={4,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NULL};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n3={'*',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&amp;n1,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&amp;n2};</a:t>
            </a:r>
            <a:endParaRPr sz="1400">
              <a:latin typeface="Trebuchet MS"/>
              <a:cs typeface="Trebuchet MS"/>
            </a:endParaRPr>
          </a:p>
          <a:p>
            <a:pPr marR="5080">
              <a:lnSpc>
                <a:spcPct val="141400"/>
              </a:lnSpc>
              <a:spcBef>
                <a:spcPts val="1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n4={16,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NULL};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n5={25,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NULL};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n6={'+',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&amp;n4,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&amp;n5};</a:t>
            </a:r>
            <a:endParaRPr sz="1400">
              <a:latin typeface="Trebuchet MS"/>
              <a:cs typeface="Trebuchet MS"/>
            </a:endParaRPr>
          </a:p>
          <a:p>
            <a:pPr marR="228600">
              <a:lnSpc>
                <a:spcPct val="141400"/>
              </a:lnSpc>
              <a:spcBef>
                <a:spcPts val="10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n7={'+',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&amp;n3,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&amp;n6}; 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*exp=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&amp;n7;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0831" y="537679"/>
            <a:ext cx="8499475" cy="6668770"/>
            <a:chOff x="1010831" y="537679"/>
            <a:chExt cx="8499475" cy="6668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4163" y="810336"/>
              <a:ext cx="8220709" cy="6161405"/>
            </a:xfrm>
            <a:custGeom>
              <a:avLst/>
              <a:gdLst/>
              <a:ahLst/>
              <a:cxnLst/>
              <a:rect l="l" t="t" r="r" b="b"/>
              <a:pathLst>
                <a:path w="8220709" h="6161405">
                  <a:moveTo>
                    <a:pt x="8220608" y="0"/>
                  </a:moveTo>
                  <a:lnTo>
                    <a:pt x="0" y="0"/>
                  </a:lnTo>
                  <a:lnTo>
                    <a:pt x="0" y="6161265"/>
                  </a:lnTo>
                  <a:lnTo>
                    <a:pt x="8220608" y="6161265"/>
                  </a:lnTo>
                  <a:lnTo>
                    <a:pt x="822060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4163" y="810336"/>
              <a:ext cx="8220709" cy="6161405"/>
            </a:xfrm>
            <a:custGeom>
              <a:avLst/>
              <a:gdLst/>
              <a:ahLst/>
              <a:cxnLst/>
              <a:rect l="l" t="t" r="r" b="b"/>
              <a:pathLst>
                <a:path w="8220709" h="6161405">
                  <a:moveTo>
                    <a:pt x="0" y="0"/>
                  </a:moveTo>
                  <a:lnTo>
                    <a:pt x="8220608" y="0"/>
                  </a:lnTo>
                  <a:lnTo>
                    <a:pt x="8220608" y="6161265"/>
                  </a:lnTo>
                  <a:lnTo>
                    <a:pt x="0" y="6161265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81791" y="813537"/>
            <a:ext cx="6098540" cy="13049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수식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계산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*root)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  <a:tabLst>
                <a:tab pos="2752725" algn="l"/>
              </a:tabLst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NULL)</a:t>
            </a:r>
            <a:r>
              <a:rPr dirty="0" sz="1400">
                <a:latin typeface="Trebuchet MS"/>
                <a:cs typeface="Trebuchet MS"/>
              </a:rPr>
              <a:t>	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0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NULL)return</a:t>
            </a:r>
            <a:r>
              <a:rPr dirty="0" sz="1400" spc="-10">
                <a:latin typeface="Trebuchet MS"/>
                <a:cs typeface="Trebuchet MS"/>
              </a:rPr>
              <a:t> root-&gt;data;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95192" y="2135049"/>
            <a:ext cx="4622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8593" y="2093008"/>
            <a:ext cx="4617085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87245">
              <a:lnSpc>
                <a:spcPct val="1199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evaluate(root-&gt;left);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op2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evaluate(root-&gt;right);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printf("%d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%c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계산합니다</a:t>
            </a:r>
            <a:r>
              <a:rPr dirty="0" sz="1400">
                <a:latin typeface="Trebuchet MS"/>
                <a:cs typeface="Trebuchet MS"/>
              </a:rPr>
              <a:t>.\n",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&gt;data,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op2); </a:t>
            </a:r>
            <a:r>
              <a:rPr dirty="0" sz="1400">
                <a:latin typeface="Trebuchet MS"/>
                <a:cs typeface="Trebuchet MS"/>
              </a:rPr>
              <a:t>switch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&gt;data)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1994" y="3116586"/>
            <a:ext cx="1419860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8593" y="3116586"/>
            <a:ext cx="645160" cy="13049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'+':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'-</a:t>
            </a:r>
            <a:r>
              <a:rPr dirty="0" sz="1400" spc="-25">
                <a:latin typeface="Trebuchet MS"/>
                <a:cs typeface="Trebuchet MS"/>
              </a:rPr>
              <a:t>':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'*':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'/':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1791" y="4396058"/>
            <a:ext cx="4935220" cy="23285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925830">
              <a:lnSpc>
                <a:spcPct val="100000"/>
              </a:lnSpc>
              <a:spcBef>
                <a:spcPts val="434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199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수식의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값은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>
                <a:latin typeface="Gulim"/>
                <a:cs typeface="Gulim"/>
              </a:rPr>
              <a:t>입니다</a:t>
            </a:r>
            <a:r>
              <a:rPr dirty="0" sz="1400">
                <a:latin typeface="Trebuchet MS"/>
                <a:cs typeface="Trebuchet MS"/>
              </a:rPr>
              <a:t>.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\n",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evaluate(exp));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64846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6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*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을</a:t>
            </a:r>
            <a:r>
              <a:rPr dirty="0" sz="16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Gulim"/>
                <a:cs typeface="Gulim"/>
              </a:rPr>
              <a:t>계산합니다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을</a:t>
            </a:r>
            <a:r>
              <a:rPr dirty="0" sz="1600" spc="-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Gulim"/>
                <a:cs typeface="Gulim"/>
              </a:rPr>
              <a:t>계산합니다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90805" marR="6087745">
              <a:lnSpc>
                <a:spcPct val="136200"/>
              </a:lnSpc>
              <a:spcBef>
                <a:spcPts val="1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41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을</a:t>
            </a:r>
            <a:r>
              <a:rPr dirty="0" sz="1600" spc="-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Gulim"/>
                <a:cs typeface="Gulim"/>
              </a:rPr>
              <a:t>계산합니다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.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수식의</a:t>
            </a:r>
            <a:r>
              <a:rPr dirty="0" sz="1600" spc="-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값은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45</a:t>
            </a:r>
            <a:r>
              <a:rPr dirty="0" sz="1600" spc="-10">
                <a:solidFill>
                  <a:srgbClr val="FFFFFF"/>
                </a:solidFill>
                <a:latin typeface="Gulim"/>
                <a:cs typeface="Gulim"/>
              </a:rPr>
              <a:t>입니다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3956" y="3954176"/>
            <a:ext cx="4119879" cy="1223645"/>
            <a:chOff x="1223956" y="3954176"/>
            <a:chExt cx="4119879" cy="1223645"/>
          </a:xfrm>
        </p:grpSpPr>
        <p:sp>
          <p:nvSpPr>
            <p:cNvPr id="6" name="object 6"/>
            <p:cNvSpPr/>
            <p:nvPr/>
          </p:nvSpPr>
          <p:spPr>
            <a:xfrm>
              <a:off x="1228521" y="3958742"/>
              <a:ext cx="4110354" cy="1214120"/>
            </a:xfrm>
            <a:custGeom>
              <a:avLst/>
              <a:gdLst/>
              <a:ahLst/>
              <a:cxnLst/>
              <a:rect l="l" t="t" r="r" b="b"/>
              <a:pathLst>
                <a:path w="4110354" h="1214120">
                  <a:moveTo>
                    <a:pt x="4110304" y="0"/>
                  </a:moveTo>
                  <a:lnTo>
                    <a:pt x="0" y="0"/>
                  </a:lnTo>
                  <a:lnTo>
                    <a:pt x="0" y="1213980"/>
                  </a:lnTo>
                  <a:lnTo>
                    <a:pt x="4110304" y="1213980"/>
                  </a:lnTo>
                  <a:lnTo>
                    <a:pt x="411030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28521" y="3958742"/>
              <a:ext cx="4110354" cy="1214120"/>
            </a:xfrm>
            <a:custGeom>
              <a:avLst/>
              <a:gdLst/>
              <a:ahLst/>
              <a:cxnLst/>
              <a:rect l="l" t="t" r="r" b="b"/>
              <a:pathLst>
                <a:path w="4110354" h="1214120">
                  <a:moveTo>
                    <a:pt x="0" y="0"/>
                  </a:moveTo>
                  <a:lnTo>
                    <a:pt x="4110304" y="0"/>
                  </a:lnTo>
                  <a:lnTo>
                    <a:pt x="4110304" y="1213980"/>
                  </a:lnTo>
                  <a:lnTo>
                    <a:pt x="0" y="1213980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199947" y="3984316"/>
            <a:ext cx="106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+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86546" y="4287430"/>
            <a:ext cx="781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*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3348" y="4287430"/>
            <a:ext cx="106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+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9864" y="3895057"/>
            <a:ext cx="199390" cy="9334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2722" y="4589019"/>
            <a:ext cx="106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6376" y="4589019"/>
            <a:ext cx="106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1743" y="4589019"/>
            <a:ext cx="6559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dirty="0" sz="1400" spc="-25">
                <a:latin typeface="Trebuchet MS"/>
                <a:cs typeface="Trebuchet MS"/>
              </a:rPr>
              <a:t>16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25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360" y="6920121"/>
            <a:ext cx="346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생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9273" y="6954390"/>
            <a:ext cx="10090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능출판사</a:t>
            </a:r>
            <a:r>
              <a:rPr dirty="0" sz="1200" spc="-4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0206" y="6923295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61389" y="2063908"/>
            <a:ext cx="5043805" cy="5142865"/>
            <a:chOff x="4661389" y="2063908"/>
            <a:chExt cx="5043805" cy="51428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65954" y="2068474"/>
              <a:ext cx="5034915" cy="5040630"/>
            </a:xfrm>
            <a:custGeom>
              <a:avLst/>
              <a:gdLst/>
              <a:ahLst/>
              <a:cxnLst/>
              <a:rect l="l" t="t" r="r" b="b"/>
              <a:pathLst>
                <a:path w="5034915" h="5040630">
                  <a:moveTo>
                    <a:pt x="5034356" y="0"/>
                  </a:moveTo>
                  <a:lnTo>
                    <a:pt x="0" y="0"/>
                  </a:lnTo>
                  <a:lnTo>
                    <a:pt x="0" y="5040210"/>
                  </a:lnTo>
                  <a:lnTo>
                    <a:pt x="5034356" y="5040210"/>
                  </a:lnTo>
                  <a:lnTo>
                    <a:pt x="503435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665954" y="2068474"/>
              <a:ext cx="5034915" cy="5040630"/>
            </a:xfrm>
            <a:custGeom>
              <a:avLst/>
              <a:gdLst/>
              <a:ahLst/>
              <a:cxnLst/>
              <a:rect l="l" t="t" r="r" b="b"/>
              <a:pathLst>
                <a:path w="5034915" h="5040630">
                  <a:moveTo>
                    <a:pt x="0" y="0"/>
                  </a:moveTo>
                  <a:lnTo>
                    <a:pt x="5034356" y="0"/>
                  </a:lnTo>
                  <a:lnTo>
                    <a:pt x="5034356" y="5040210"/>
                  </a:lnTo>
                  <a:lnTo>
                    <a:pt x="0" y="5040210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65"/>
              <a:t>왜</a:t>
            </a:r>
            <a:r>
              <a:rPr dirty="0" spc="-260"/>
              <a:t> </a:t>
            </a:r>
            <a:r>
              <a:rPr dirty="0" spc="-380">
                <a:latin typeface="Tw Cen MT"/>
                <a:cs typeface="Tw Cen MT"/>
              </a:rPr>
              <a:t>tree</a:t>
            </a:r>
            <a:r>
              <a:rPr dirty="0" spc="-380"/>
              <a:t>의</a:t>
            </a:r>
            <a:r>
              <a:rPr dirty="0" spc="-280"/>
              <a:t> </a:t>
            </a:r>
            <a:r>
              <a:rPr dirty="0" spc="-1664"/>
              <a:t>응용인가</a:t>
            </a:r>
            <a:r>
              <a:rPr dirty="0" spc="-1664">
                <a:latin typeface="Tw Cen MT"/>
                <a:cs typeface="Tw Cen MT"/>
              </a:rPr>
              <a:t>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56753" y="1874915"/>
            <a:ext cx="31540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후위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순회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(LRV)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25">
                <a:latin typeface="Gulim"/>
                <a:cs typeface="Gulim"/>
              </a:rPr>
              <a:t>사용</a:t>
            </a:r>
            <a:endParaRPr sz="24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3130" y="2072882"/>
            <a:ext cx="2316480" cy="79311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수식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계산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*root)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1215" y="2840564"/>
            <a:ext cx="4723765" cy="38639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1731010" algn="l"/>
              </a:tabLst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NULL)</a:t>
            </a:r>
            <a:r>
              <a:rPr dirty="0" sz="1400">
                <a:latin typeface="Trebuchet MS"/>
                <a:cs typeface="Trebuchet MS"/>
              </a:rPr>
              <a:t>	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0650" marR="1006475" indent="-108585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 NULL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NULL)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root-&gt;data;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20650" marR="2085975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evaluate(root-&gt;left);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op2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evaluate(root-&gt;right);</a:t>
            </a:r>
            <a:endParaRPr sz="1400">
              <a:latin typeface="Trebuchet MS"/>
              <a:cs typeface="Trebuchet MS"/>
            </a:endParaRPr>
          </a:p>
          <a:p>
            <a:pPr marL="227329" marR="5080" indent="-106680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printf("%d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%c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계산합니다</a:t>
            </a:r>
            <a:r>
              <a:rPr dirty="0" sz="1400">
                <a:latin typeface="Trebuchet MS"/>
                <a:cs typeface="Trebuchet MS"/>
              </a:rPr>
              <a:t>.\n",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&gt;data,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op2); </a:t>
            </a:r>
            <a:r>
              <a:rPr dirty="0" sz="1400">
                <a:latin typeface="Trebuchet MS"/>
                <a:cs typeface="Trebuchet MS"/>
              </a:rPr>
              <a:t>switch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&gt;data)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389890" marR="2167890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'+’: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'-</a:t>
            </a:r>
            <a:r>
              <a:rPr dirty="0" sz="1400">
                <a:latin typeface="Trebuchet MS"/>
                <a:cs typeface="Trebuchet MS"/>
              </a:rPr>
              <a:t>’:</a:t>
            </a:r>
            <a:r>
              <a:rPr dirty="0" sz="1400" spc="4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'*’:</a:t>
            </a:r>
            <a:r>
              <a:rPr dirty="0" sz="1400" spc="3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 op1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 </a:t>
            </a:r>
            <a:r>
              <a:rPr dirty="0" sz="1400">
                <a:latin typeface="Trebuchet MS"/>
                <a:cs typeface="Trebuchet MS"/>
              </a:rPr>
              <a:t>case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'/’:</a:t>
            </a:r>
            <a:r>
              <a:rPr dirty="0" sz="1400" spc="4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op1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op2;</a:t>
            </a:r>
            <a:endParaRPr sz="1400">
              <a:latin typeface="Trebuchet MS"/>
              <a:cs typeface="Trebuchet MS"/>
            </a:endParaRPr>
          </a:p>
          <a:p>
            <a:pPr marL="227329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3130" y="6721021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8679" y="2429471"/>
            <a:ext cx="3031490" cy="272669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 marL="213360" marR="337185" indent="-123825">
              <a:lnSpc>
                <a:spcPts val="2610"/>
              </a:lnSpc>
              <a:spcBef>
                <a:spcPts val="19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 </a:t>
            </a: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337185">
              <a:lnSpc>
                <a:spcPct val="100000"/>
              </a:lnSpc>
              <a:spcBef>
                <a:spcPts val="49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337185" marR="413384">
              <a:lnSpc>
                <a:spcPct val="136200"/>
              </a:lnSpc>
              <a:spcBef>
                <a:spcPts val="10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213360">
              <a:lnSpc>
                <a:spcPct val="100000"/>
              </a:lnSpc>
              <a:spcBef>
                <a:spcPts val="69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71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20"/>
              <a:t>디렉토리</a:t>
            </a:r>
            <a:r>
              <a:rPr dirty="0" spc="-260"/>
              <a:t> </a:t>
            </a:r>
            <a:r>
              <a:rPr dirty="0" spc="-1985"/>
              <a:t>용량</a:t>
            </a:r>
            <a:r>
              <a:rPr dirty="0" spc="-240"/>
              <a:t> </a:t>
            </a:r>
            <a:r>
              <a:rPr dirty="0" spc="-1395"/>
              <a:t>계산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978098"/>
            <a:ext cx="7242809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디렉토리의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용량을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계산하는데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후위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순회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사용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5525" y="2922981"/>
            <a:ext cx="4891102" cy="332357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2442" y="703197"/>
            <a:ext cx="704595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20"/>
              <a:t>디렉토리</a:t>
            </a:r>
            <a:r>
              <a:rPr dirty="0" spc="-260"/>
              <a:t> </a:t>
            </a:r>
            <a:r>
              <a:rPr dirty="0" spc="-1985"/>
              <a:t>용량</a:t>
            </a:r>
            <a:r>
              <a:rPr dirty="0" spc="-240"/>
              <a:t> </a:t>
            </a:r>
            <a:r>
              <a:rPr dirty="0" spc="-1370"/>
              <a:t>계산</a:t>
            </a:r>
            <a:r>
              <a:rPr dirty="0" spc="-250"/>
              <a:t> </a:t>
            </a:r>
            <a:r>
              <a:rPr dirty="0" spc="-2295"/>
              <a:t>프로그램</a:t>
            </a:r>
            <a:r>
              <a:rPr dirty="0" spc="-250"/>
              <a:t> </a:t>
            </a:r>
            <a:r>
              <a:rPr dirty="0" spc="-10">
                <a:latin typeface="Tw Cen MT"/>
                <a:cs typeface="Tw Cen MT"/>
              </a:rPr>
              <a:t>(cal_direc.c)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8308" y="1483575"/>
            <a:ext cx="8220709" cy="530860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0170">
              <a:lnSpc>
                <a:spcPts val="1920"/>
              </a:lnSpc>
              <a:spcBef>
                <a:spcPts val="300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calc_dir_size(TreeNode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*root)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935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left_size,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right_size;</a:t>
            </a:r>
            <a:endParaRPr sz="1600">
              <a:latin typeface="Trebuchet MS"/>
              <a:cs typeface="Trebuchet MS"/>
            </a:endParaRPr>
          </a:p>
          <a:p>
            <a:pPr marL="1003935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(root ==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NULL) return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0;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1003935" marR="3258185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left_size</a:t>
            </a:r>
            <a:r>
              <a:rPr dirty="0" sz="1600" spc="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calc_dir_size(root-&gt;left); </a:t>
            </a:r>
            <a:r>
              <a:rPr dirty="0" sz="1600">
                <a:latin typeface="Trebuchet MS"/>
                <a:cs typeface="Trebuchet MS"/>
              </a:rPr>
              <a:t>right_size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calc_dir_size(root-&gt;right);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(root-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+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left_size +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right_size);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14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20"/>
              </a:lnSpc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main(void)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935" marR="3973829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n4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500,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n5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200,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marL="1003935" marR="4080510">
              <a:lnSpc>
                <a:spcPts val="1920"/>
              </a:lnSpc>
              <a:spcBef>
                <a:spcPts val="6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n3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100,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&amp;n4,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&amp;n5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n2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50,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 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</a:t>
            </a:r>
            <a:endParaRPr sz="1600">
              <a:latin typeface="Trebuchet MS"/>
              <a:cs typeface="Trebuchet MS"/>
            </a:endParaRPr>
          </a:p>
          <a:p>
            <a:pPr marL="1003935">
              <a:lnSpc>
                <a:spcPts val="1855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n1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0,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&amp;n2,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</a:t>
            </a:r>
            <a:r>
              <a:rPr dirty="0" sz="1600" spc="-25">
                <a:latin typeface="Trebuchet MS"/>
                <a:cs typeface="Trebuchet MS"/>
              </a:rPr>
              <a:t> };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rebuchet MS"/>
              <a:cs typeface="Trebuchet MS"/>
            </a:endParaRPr>
          </a:p>
          <a:p>
            <a:pPr marL="1003935">
              <a:lnSpc>
                <a:spcPts val="1905"/>
              </a:lnSpc>
              <a:spcBef>
                <a:spcPts val="5"/>
              </a:spcBef>
            </a:pPr>
            <a:r>
              <a:rPr dirty="0" sz="1600" spc="-10">
                <a:latin typeface="Trebuchet MS"/>
                <a:cs typeface="Trebuchet MS"/>
              </a:rPr>
              <a:t>printf("</a:t>
            </a:r>
            <a:r>
              <a:rPr dirty="0" sz="1600" spc="-10">
                <a:latin typeface="Gulim"/>
                <a:cs typeface="Gulim"/>
              </a:rPr>
              <a:t>디렉토리의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크기</a:t>
            </a:r>
            <a:r>
              <a:rPr dirty="0" sz="1600">
                <a:latin typeface="Trebuchet MS"/>
                <a:cs typeface="Trebuchet MS"/>
              </a:rPr>
              <a:t>=%d\n",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calc_dir_size(&amp;n1));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05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64846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디렉토리의</a:t>
            </a:r>
            <a:r>
              <a:rPr dirty="0" sz="1600" spc="-11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Gulim"/>
                <a:cs typeface="Gulim"/>
              </a:rPr>
              <a:t>크기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=850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3106" y="3777488"/>
            <a:ext cx="3839608" cy="26092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65"/>
              <a:t>왜</a:t>
            </a:r>
            <a:r>
              <a:rPr dirty="0" spc="-260"/>
              <a:t> </a:t>
            </a:r>
            <a:r>
              <a:rPr dirty="0" spc="-380">
                <a:latin typeface="Tw Cen MT"/>
                <a:cs typeface="Tw Cen MT"/>
              </a:rPr>
              <a:t>tree</a:t>
            </a:r>
            <a:r>
              <a:rPr dirty="0" spc="-380"/>
              <a:t>의</a:t>
            </a:r>
            <a:r>
              <a:rPr dirty="0" spc="-280"/>
              <a:t> </a:t>
            </a:r>
            <a:r>
              <a:rPr dirty="0" spc="-1664"/>
              <a:t>응용인가</a:t>
            </a:r>
            <a:r>
              <a:rPr dirty="0" spc="-1664">
                <a:latin typeface="Tw Cen MT"/>
                <a:cs typeface="Tw Cen MT"/>
              </a:rPr>
              <a:t>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6753" y="1874915"/>
            <a:ext cx="31540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후위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순회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(LRV)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25">
                <a:latin typeface="Gulim"/>
                <a:cs typeface="Gulim"/>
              </a:rPr>
              <a:t>사용</a:t>
            </a:r>
            <a:endParaRPr sz="24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5954" y="2473642"/>
            <a:ext cx="5034915" cy="220408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31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calc_dir_size(TreeNode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*root)</a:t>
            </a:r>
            <a:endParaRPr sz="14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26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left_size,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right_size;</a:t>
            </a:r>
            <a:endParaRPr sz="1400">
              <a:latin typeface="Trebuchet MS"/>
              <a:cs typeface="Trebuchet MS"/>
            </a:endParaRPr>
          </a:p>
          <a:p>
            <a:pPr marL="10026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002665" marR="57340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left_size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calc_dir_size(root-&gt;left); </a:t>
            </a:r>
            <a:r>
              <a:rPr dirty="0" sz="1400">
                <a:latin typeface="Trebuchet MS"/>
                <a:cs typeface="Trebuchet MS"/>
              </a:rPr>
              <a:t>right_size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calc_dir_size(root-&gt;right);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&gt;data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left_size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right_size);</a:t>
            </a:r>
            <a:endParaRPr sz="1400">
              <a:latin typeface="Trebuchet MS"/>
              <a:cs typeface="Trebuchet MS"/>
            </a:endParaRPr>
          </a:p>
          <a:p>
            <a:pPr marL="89535">
              <a:lnSpc>
                <a:spcPts val="167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679" y="2429471"/>
            <a:ext cx="3031490" cy="2726690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후위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순회</a:t>
            </a:r>
            <a:endParaRPr sz="1600">
              <a:latin typeface="Gulim"/>
              <a:cs typeface="Gulim"/>
            </a:endParaRPr>
          </a:p>
          <a:p>
            <a:pPr marL="213360" marR="337185" indent="-123825">
              <a:lnSpc>
                <a:spcPts val="2610"/>
              </a:lnSpc>
              <a:spcBef>
                <a:spcPts val="19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*root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 </a:t>
            </a: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root</a:t>
            </a:r>
            <a:r>
              <a:rPr dirty="0" sz="1600" spc="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){</a:t>
            </a:r>
            <a:endParaRPr sz="1600">
              <a:latin typeface="Trebuchet MS"/>
              <a:cs typeface="Trebuchet MS"/>
            </a:endParaRPr>
          </a:p>
          <a:p>
            <a:pPr marL="337185">
              <a:lnSpc>
                <a:spcPct val="100000"/>
              </a:lnSpc>
              <a:spcBef>
                <a:spcPts val="495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337185" marR="413384">
              <a:lnSpc>
                <a:spcPct val="136200"/>
              </a:lnSpc>
              <a:spcBef>
                <a:spcPts val="10"/>
              </a:spcBef>
            </a:pPr>
            <a:r>
              <a:rPr dirty="0" sz="1600">
                <a:latin typeface="Trebuchet MS"/>
                <a:cs typeface="Trebuchet MS"/>
              </a:rPr>
              <a:t>postorder(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&gt;right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 </a:t>
            </a:r>
            <a:r>
              <a:rPr dirty="0" sz="1600">
                <a:latin typeface="Trebuchet MS"/>
                <a:cs typeface="Trebuchet MS"/>
              </a:rPr>
              <a:t>printf("%d",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root-</a:t>
            </a:r>
            <a:r>
              <a:rPr dirty="0" sz="1600">
                <a:latin typeface="Trebuchet MS"/>
                <a:cs typeface="Trebuchet MS"/>
              </a:rPr>
              <a:t>&gt;data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);</a:t>
            </a:r>
            <a:endParaRPr sz="1600">
              <a:latin typeface="Trebuchet MS"/>
              <a:cs typeface="Trebuchet MS"/>
            </a:endParaRPr>
          </a:p>
          <a:p>
            <a:pPr marL="213360">
              <a:lnSpc>
                <a:spcPct val="100000"/>
              </a:lnSpc>
              <a:spcBef>
                <a:spcPts val="69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710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54"/>
              <a:t> </a:t>
            </a:r>
            <a:r>
              <a:rPr dirty="0" spc="-1045"/>
              <a:t>연산</a:t>
            </a:r>
            <a:r>
              <a:rPr dirty="0" spc="-1045">
                <a:latin typeface="Tw Cen MT"/>
                <a:cs typeface="Tw Cen MT"/>
              </a:rPr>
              <a:t>:</a:t>
            </a:r>
            <a:r>
              <a:rPr dirty="0" spc="-5">
                <a:latin typeface="Tw Cen MT"/>
                <a:cs typeface="Tw Cen MT"/>
              </a:rPr>
              <a:t> </a:t>
            </a:r>
            <a:r>
              <a:rPr dirty="0" spc="-2600"/>
              <a:t>노드</a:t>
            </a:r>
            <a:r>
              <a:rPr dirty="0" spc="-260"/>
              <a:t> </a:t>
            </a:r>
            <a:r>
              <a:rPr dirty="0" spc="-1985"/>
              <a:t>개수</a:t>
            </a:r>
            <a:r>
              <a:rPr dirty="0" spc="-245"/>
              <a:t> </a:t>
            </a:r>
            <a:r>
              <a:rPr dirty="0" spc="-10">
                <a:latin typeface="Tw Cen MT"/>
                <a:cs typeface="Tw Cen MT"/>
              </a:rPr>
              <a:t>(tree_etc.c)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9926" y="1888744"/>
            <a:ext cx="4747260" cy="2115820"/>
          </a:xfrm>
          <a:prstGeom prst="rect">
            <a:avLst/>
          </a:prstGeom>
          <a:solidFill>
            <a:srgbClr val="FFFF99"/>
          </a:solidFill>
          <a:ln w="25882">
            <a:solidFill>
              <a:srgbClr val="000000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get_node_count(TreeNode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*node)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98755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count=0;</a:t>
            </a:r>
            <a:endParaRPr sz="1400">
              <a:latin typeface="Trebuchet MS"/>
              <a:cs typeface="Trebuchet MS"/>
            </a:endParaRPr>
          </a:p>
          <a:p>
            <a:pPr marL="198755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if(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003935" marR="1157605" indent="-697230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count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get_node_count(node-&gt;left)+ get_node_count(node-&gt;right);</a:t>
            </a:r>
            <a:endParaRPr sz="1400">
              <a:latin typeface="Trebuchet MS"/>
              <a:cs typeface="Trebuchet MS"/>
            </a:endParaRPr>
          </a:p>
          <a:p>
            <a:pPr marL="198755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count;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85967" y="4411135"/>
            <a:ext cx="2687320" cy="1835785"/>
            <a:chOff x="2485967" y="4411135"/>
            <a:chExt cx="2687320" cy="18357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1275" y="4417758"/>
              <a:ext cx="430809" cy="4305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01275" y="4415701"/>
              <a:ext cx="431165" cy="433070"/>
            </a:xfrm>
            <a:custGeom>
              <a:avLst/>
              <a:gdLst/>
              <a:ahLst/>
              <a:cxnLst/>
              <a:rect l="l" t="t" r="r" b="b"/>
              <a:pathLst>
                <a:path w="431164" h="433070">
                  <a:moveTo>
                    <a:pt x="0" y="216293"/>
                  </a:moveTo>
                  <a:lnTo>
                    <a:pt x="5662" y="166903"/>
                  </a:lnTo>
                  <a:lnTo>
                    <a:pt x="21816" y="121456"/>
                  </a:lnTo>
                  <a:lnTo>
                    <a:pt x="47211" y="81284"/>
                  </a:lnTo>
                  <a:lnTo>
                    <a:pt x="80594" y="47721"/>
                  </a:lnTo>
                  <a:lnTo>
                    <a:pt x="120715" y="22097"/>
                  </a:lnTo>
                  <a:lnTo>
                    <a:pt x="166323" y="5746"/>
                  </a:lnTo>
                  <a:lnTo>
                    <a:pt x="216166" y="0"/>
                  </a:lnTo>
                  <a:lnTo>
                    <a:pt x="265445" y="5746"/>
                  </a:lnTo>
                  <a:lnTo>
                    <a:pt x="310649" y="22097"/>
                  </a:lnTo>
                  <a:lnTo>
                    <a:pt x="350499" y="47721"/>
                  </a:lnTo>
                  <a:lnTo>
                    <a:pt x="383718" y="81284"/>
                  </a:lnTo>
                  <a:lnTo>
                    <a:pt x="409028" y="121456"/>
                  </a:lnTo>
                  <a:lnTo>
                    <a:pt x="425151" y="166903"/>
                  </a:lnTo>
                  <a:lnTo>
                    <a:pt x="430809" y="216293"/>
                  </a:lnTo>
                  <a:lnTo>
                    <a:pt x="425151" y="265684"/>
                  </a:lnTo>
                  <a:lnTo>
                    <a:pt x="409028" y="311131"/>
                  </a:lnTo>
                  <a:lnTo>
                    <a:pt x="383718" y="351302"/>
                  </a:lnTo>
                  <a:lnTo>
                    <a:pt x="350499" y="384866"/>
                  </a:lnTo>
                  <a:lnTo>
                    <a:pt x="310649" y="410489"/>
                  </a:lnTo>
                  <a:lnTo>
                    <a:pt x="265445" y="426840"/>
                  </a:lnTo>
                  <a:lnTo>
                    <a:pt x="216166" y="432587"/>
                  </a:lnTo>
                  <a:lnTo>
                    <a:pt x="166323" y="426840"/>
                  </a:lnTo>
                  <a:lnTo>
                    <a:pt x="120715" y="410489"/>
                  </a:lnTo>
                  <a:lnTo>
                    <a:pt x="80594" y="384866"/>
                  </a:lnTo>
                  <a:lnTo>
                    <a:pt x="47211" y="351302"/>
                  </a:lnTo>
                  <a:lnTo>
                    <a:pt x="21816" y="311131"/>
                  </a:lnTo>
                  <a:lnTo>
                    <a:pt x="5662" y="265684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8106" y="5137962"/>
              <a:ext cx="432346" cy="4292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38106" y="5136159"/>
              <a:ext cx="432434" cy="431165"/>
            </a:xfrm>
            <a:custGeom>
              <a:avLst/>
              <a:gdLst/>
              <a:ahLst/>
              <a:cxnLst/>
              <a:rect l="l" t="t" r="r" b="b"/>
              <a:pathLst>
                <a:path w="432435" h="431164">
                  <a:moveTo>
                    <a:pt x="0" y="216293"/>
                  </a:moveTo>
                  <a:lnTo>
                    <a:pt x="5743" y="166903"/>
                  </a:lnTo>
                  <a:lnTo>
                    <a:pt x="22085" y="121456"/>
                  </a:lnTo>
                  <a:lnTo>
                    <a:pt x="47695" y="81284"/>
                  </a:lnTo>
                  <a:lnTo>
                    <a:pt x="81239" y="47721"/>
                  </a:lnTo>
                  <a:lnTo>
                    <a:pt x="121387" y="22097"/>
                  </a:lnTo>
                  <a:lnTo>
                    <a:pt x="166807" y="5746"/>
                  </a:lnTo>
                  <a:lnTo>
                    <a:pt x="216166" y="0"/>
                  </a:lnTo>
                  <a:lnTo>
                    <a:pt x="265530" y="5746"/>
                  </a:lnTo>
                  <a:lnTo>
                    <a:pt x="310953" y="22097"/>
                  </a:lnTo>
                  <a:lnTo>
                    <a:pt x="351104" y="47721"/>
                  </a:lnTo>
                  <a:lnTo>
                    <a:pt x="384650" y="81284"/>
                  </a:lnTo>
                  <a:lnTo>
                    <a:pt x="410260" y="121456"/>
                  </a:lnTo>
                  <a:lnTo>
                    <a:pt x="426602" y="166903"/>
                  </a:lnTo>
                  <a:lnTo>
                    <a:pt x="432346" y="216293"/>
                  </a:lnTo>
                  <a:lnTo>
                    <a:pt x="426602" y="265599"/>
                  </a:lnTo>
                  <a:lnTo>
                    <a:pt x="410260" y="310829"/>
                  </a:lnTo>
                  <a:lnTo>
                    <a:pt x="384650" y="350702"/>
                  </a:lnTo>
                  <a:lnTo>
                    <a:pt x="351104" y="383942"/>
                  </a:lnTo>
                  <a:lnTo>
                    <a:pt x="310953" y="409267"/>
                  </a:lnTo>
                  <a:lnTo>
                    <a:pt x="265530" y="425401"/>
                  </a:lnTo>
                  <a:lnTo>
                    <a:pt x="216166" y="431063"/>
                  </a:lnTo>
                  <a:lnTo>
                    <a:pt x="166807" y="425401"/>
                  </a:lnTo>
                  <a:lnTo>
                    <a:pt x="121387" y="409267"/>
                  </a:lnTo>
                  <a:lnTo>
                    <a:pt x="81239" y="383942"/>
                  </a:lnTo>
                  <a:lnTo>
                    <a:pt x="47695" y="350702"/>
                  </a:lnTo>
                  <a:lnTo>
                    <a:pt x="22085" y="310829"/>
                  </a:lnTo>
                  <a:lnTo>
                    <a:pt x="5743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7506" y="5137962"/>
              <a:ext cx="430822" cy="4292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37506" y="5136159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4" h="431164">
                  <a:moveTo>
                    <a:pt x="0" y="216293"/>
                  </a:moveTo>
                  <a:lnTo>
                    <a:pt x="5658" y="166903"/>
                  </a:lnTo>
                  <a:lnTo>
                    <a:pt x="21783" y="121456"/>
                  </a:lnTo>
                  <a:lnTo>
                    <a:pt x="47095" y="81284"/>
                  </a:lnTo>
                  <a:lnTo>
                    <a:pt x="80315" y="47721"/>
                  </a:lnTo>
                  <a:lnTo>
                    <a:pt x="120165" y="22097"/>
                  </a:lnTo>
                  <a:lnTo>
                    <a:pt x="165367" y="5746"/>
                  </a:lnTo>
                  <a:lnTo>
                    <a:pt x="214642" y="0"/>
                  </a:lnTo>
                  <a:lnTo>
                    <a:pt x="264486" y="5746"/>
                  </a:lnTo>
                  <a:lnTo>
                    <a:pt x="310096" y="22097"/>
                  </a:lnTo>
                  <a:lnTo>
                    <a:pt x="350219" y="47721"/>
                  </a:lnTo>
                  <a:lnTo>
                    <a:pt x="383605" y="81284"/>
                  </a:lnTo>
                  <a:lnTo>
                    <a:pt x="409002" y="121456"/>
                  </a:lnTo>
                  <a:lnTo>
                    <a:pt x="425158" y="166903"/>
                  </a:lnTo>
                  <a:lnTo>
                    <a:pt x="430822" y="216293"/>
                  </a:lnTo>
                  <a:lnTo>
                    <a:pt x="425158" y="265599"/>
                  </a:lnTo>
                  <a:lnTo>
                    <a:pt x="409002" y="310829"/>
                  </a:lnTo>
                  <a:lnTo>
                    <a:pt x="383605" y="350702"/>
                  </a:lnTo>
                  <a:lnTo>
                    <a:pt x="350219" y="383942"/>
                  </a:lnTo>
                  <a:lnTo>
                    <a:pt x="310096" y="409267"/>
                  </a:lnTo>
                  <a:lnTo>
                    <a:pt x="264486" y="425401"/>
                  </a:lnTo>
                  <a:lnTo>
                    <a:pt x="214642" y="431063"/>
                  </a:lnTo>
                  <a:lnTo>
                    <a:pt x="165367" y="425401"/>
                  </a:lnTo>
                  <a:lnTo>
                    <a:pt x="120165" y="409267"/>
                  </a:lnTo>
                  <a:lnTo>
                    <a:pt x="80315" y="383942"/>
                  </a:lnTo>
                  <a:lnTo>
                    <a:pt x="47095" y="350702"/>
                  </a:lnTo>
                  <a:lnTo>
                    <a:pt x="21783" y="310829"/>
                  </a:lnTo>
                  <a:lnTo>
                    <a:pt x="5658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0533" y="5812739"/>
              <a:ext cx="430822" cy="4292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90533" y="5810935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4" h="431164">
                  <a:moveTo>
                    <a:pt x="0" y="216293"/>
                  </a:moveTo>
                  <a:lnTo>
                    <a:pt x="5659" y="166423"/>
                  </a:lnTo>
                  <a:lnTo>
                    <a:pt x="21783" y="120789"/>
                  </a:lnTo>
                  <a:lnTo>
                    <a:pt x="47096" y="80644"/>
                  </a:lnTo>
                  <a:lnTo>
                    <a:pt x="80317" y="47241"/>
                  </a:lnTo>
                  <a:lnTo>
                    <a:pt x="120170" y="21830"/>
                  </a:lnTo>
                  <a:lnTo>
                    <a:pt x="165375" y="5666"/>
                  </a:lnTo>
                  <a:lnTo>
                    <a:pt x="214655" y="0"/>
                  </a:lnTo>
                  <a:lnTo>
                    <a:pt x="264498" y="5666"/>
                  </a:lnTo>
                  <a:lnTo>
                    <a:pt x="310106" y="21830"/>
                  </a:lnTo>
                  <a:lnTo>
                    <a:pt x="350227" y="47241"/>
                  </a:lnTo>
                  <a:lnTo>
                    <a:pt x="383610" y="80644"/>
                  </a:lnTo>
                  <a:lnTo>
                    <a:pt x="409005" y="120789"/>
                  </a:lnTo>
                  <a:lnTo>
                    <a:pt x="425159" y="166423"/>
                  </a:lnTo>
                  <a:lnTo>
                    <a:pt x="430822" y="216293"/>
                  </a:lnTo>
                  <a:lnTo>
                    <a:pt x="425159" y="265599"/>
                  </a:lnTo>
                  <a:lnTo>
                    <a:pt x="409005" y="310829"/>
                  </a:lnTo>
                  <a:lnTo>
                    <a:pt x="383610" y="350702"/>
                  </a:lnTo>
                  <a:lnTo>
                    <a:pt x="350227" y="383942"/>
                  </a:lnTo>
                  <a:lnTo>
                    <a:pt x="310106" y="409267"/>
                  </a:lnTo>
                  <a:lnTo>
                    <a:pt x="264498" y="425401"/>
                  </a:lnTo>
                  <a:lnTo>
                    <a:pt x="214655" y="431063"/>
                  </a:lnTo>
                  <a:lnTo>
                    <a:pt x="165375" y="425401"/>
                  </a:lnTo>
                  <a:lnTo>
                    <a:pt x="120170" y="409267"/>
                  </a:lnTo>
                  <a:lnTo>
                    <a:pt x="80317" y="383942"/>
                  </a:lnTo>
                  <a:lnTo>
                    <a:pt x="47096" y="350702"/>
                  </a:lnTo>
                  <a:lnTo>
                    <a:pt x="21783" y="310829"/>
                  </a:lnTo>
                  <a:lnTo>
                    <a:pt x="5659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8715" y="5812739"/>
              <a:ext cx="432346" cy="4292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88715" y="5810935"/>
              <a:ext cx="432434" cy="431165"/>
            </a:xfrm>
            <a:custGeom>
              <a:avLst/>
              <a:gdLst/>
              <a:ahLst/>
              <a:cxnLst/>
              <a:rect l="l" t="t" r="r" b="b"/>
              <a:pathLst>
                <a:path w="432435" h="431164">
                  <a:moveTo>
                    <a:pt x="0" y="216293"/>
                  </a:moveTo>
                  <a:lnTo>
                    <a:pt x="5743" y="166423"/>
                  </a:lnTo>
                  <a:lnTo>
                    <a:pt x="22085" y="120789"/>
                  </a:lnTo>
                  <a:lnTo>
                    <a:pt x="47695" y="80644"/>
                  </a:lnTo>
                  <a:lnTo>
                    <a:pt x="81239" y="47241"/>
                  </a:lnTo>
                  <a:lnTo>
                    <a:pt x="121387" y="21830"/>
                  </a:lnTo>
                  <a:lnTo>
                    <a:pt x="166807" y="5666"/>
                  </a:lnTo>
                  <a:lnTo>
                    <a:pt x="216166" y="0"/>
                  </a:lnTo>
                  <a:lnTo>
                    <a:pt x="265530" y="5666"/>
                  </a:lnTo>
                  <a:lnTo>
                    <a:pt x="310953" y="21830"/>
                  </a:lnTo>
                  <a:lnTo>
                    <a:pt x="351104" y="47241"/>
                  </a:lnTo>
                  <a:lnTo>
                    <a:pt x="384650" y="80644"/>
                  </a:lnTo>
                  <a:lnTo>
                    <a:pt x="410260" y="120789"/>
                  </a:lnTo>
                  <a:lnTo>
                    <a:pt x="426602" y="166423"/>
                  </a:lnTo>
                  <a:lnTo>
                    <a:pt x="432346" y="216293"/>
                  </a:lnTo>
                  <a:lnTo>
                    <a:pt x="426602" y="265599"/>
                  </a:lnTo>
                  <a:lnTo>
                    <a:pt x="410260" y="310829"/>
                  </a:lnTo>
                  <a:lnTo>
                    <a:pt x="384650" y="350702"/>
                  </a:lnTo>
                  <a:lnTo>
                    <a:pt x="351104" y="383942"/>
                  </a:lnTo>
                  <a:lnTo>
                    <a:pt x="310953" y="409267"/>
                  </a:lnTo>
                  <a:lnTo>
                    <a:pt x="265530" y="425401"/>
                  </a:lnTo>
                  <a:lnTo>
                    <a:pt x="216166" y="431063"/>
                  </a:lnTo>
                  <a:lnTo>
                    <a:pt x="166807" y="425401"/>
                  </a:lnTo>
                  <a:lnTo>
                    <a:pt x="121387" y="409267"/>
                  </a:lnTo>
                  <a:lnTo>
                    <a:pt x="81239" y="383942"/>
                  </a:lnTo>
                  <a:lnTo>
                    <a:pt x="47695" y="350702"/>
                  </a:lnTo>
                  <a:lnTo>
                    <a:pt x="22085" y="310829"/>
                  </a:lnTo>
                  <a:lnTo>
                    <a:pt x="5743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4263" y="5812739"/>
              <a:ext cx="430822" cy="4292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57423" y="4784305"/>
              <a:ext cx="1943100" cy="1457960"/>
            </a:xfrm>
            <a:custGeom>
              <a:avLst/>
              <a:gdLst/>
              <a:ahLst/>
              <a:cxnLst/>
              <a:rect l="l" t="t" r="r" b="b"/>
              <a:pathLst>
                <a:path w="1943100" h="1457960">
                  <a:moveTo>
                    <a:pt x="1386840" y="1242923"/>
                  </a:moveTo>
                  <a:lnTo>
                    <a:pt x="1392499" y="1193053"/>
                  </a:lnTo>
                  <a:lnTo>
                    <a:pt x="1408623" y="1147419"/>
                  </a:lnTo>
                  <a:lnTo>
                    <a:pt x="1433936" y="1107274"/>
                  </a:lnTo>
                  <a:lnTo>
                    <a:pt x="1467157" y="1073871"/>
                  </a:lnTo>
                  <a:lnTo>
                    <a:pt x="1507010" y="1048460"/>
                  </a:lnTo>
                  <a:lnTo>
                    <a:pt x="1552215" y="1032296"/>
                  </a:lnTo>
                  <a:lnTo>
                    <a:pt x="1601495" y="1026629"/>
                  </a:lnTo>
                  <a:lnTo>
                    <a:pt x="1651338" y="1032296"/>
                  </a:lnTo>
                  <a:lnTo>
                    <a:pt x="1696946" y="1048460"/>
                  </a:lnTo>
                  <a:lnTo>
                    <a:pt x="1737067" y="1073871"/>
                  </a:lnTo>
                  <a:lnTo>
                    <a:pt x="1770450" y="1107274"/>
                  </a:lnTo>
                  <a:lnTo>
                    <a:pt x="1795845" y="1147419"/>
                  </a:lnTo>
                  <a:lnTo>
                    <a:pt x="1811999" y="1193053"/>
                  </a:lnTo>
                  <a:lnTo>
                    <a:pt x="1817662" y="1242923"/>
                  </a:lnTo>
                  <a:lnTo>
                    <a:pt x="1811999" y="1292229"/>
                  </a:lnTo>
                  <a:lnTo>
                    <a:pt x="1795845" y="1337458"/>
                  </a:lnTo>
                  <a:lnTo>
                    <a:pt x="1770450" y="1377332"/>
                  </a:lnTo>
                  <a:lnTo>
                    <a:pt x="1737067" y="1410572"/>
                  </a:lnTo>
                  <a:lnTo>
                    <a:pt x="1696946" y="1435897"/>
                  </a:lnTo>
                  <a:lnTo>
                    <a:pt x="1651338" y="1452031"/>
                  </a:lnTo>
                  <a:lnTo>
                    <a:pt x="1601495" y="1457693"/>
                  </a:lnTo>
                  <a:lnTo>
                    <a:pt x="1552215" y="1452031"/>
                  </a:lnTo>
                  <a:lnTo>
                    <a:pt x="1507010" y="1435897"/>
                  </a:lnTo>
                  <a:lnTo>
                    <a:pt x="1467157" y="1410572"/>
                  </a:lnTo>
                  <a:lnTo>
                    <a:pt x="1433936" y="1377332"/>
                  </a:lnTo>
                  <a:lnTo>
                    <a:pt x="1408623" y="1337458"/>
                  </a:lnTo>
                  <a:lnTo>
                    <a:pt x="1392499" y="1292229"/>
                  </a:lnTo>
                  <a:lnTo>
                    <a:pt x="1386840" y="1242923"/>
                  </a:lnTo>
                </a:path>
                <a:path w="1943100" h="1457960">
                  <a:moveTo>
                    <a:pt x="1007783" y="0"/>
                  </a:moveTo>
                  <a:lnTo>
                    <a:pt x="449084" y="415836"/>
                  </a:lnTo>
                </a:path>
                <a:path w="1943100" h="1457960">
                  <a:moveTo>
                    <a:pt x="1312252" y="0"/>
                  </a:moveTo>
                  <a:lnTo>
                    <a:pt x="1942503" y="415836"/>
                  </a:lnTo>
                </a:path>
                <a:path w="1943100" h="1457960">
                  <a:moveTo>
                    <a:pt x="144614" y="720471"/>
                  </a:moveTo>
                  <a:lnTo>
                    <a:pt x="0" y="1090599"/>
                  </a:lnTo>
                </a:path>
                <a:path w="1943100" h="1457960">
                  <a:moveTo>
                    <a:pt x="449084" y="720471"/>
                  </a:moveTo>
                  <a:lnTo>
                    <a:pt x="595236" y="1090599"/>
                  </a:lnTo>
                </a:path>
                <a:path w="1943100" h="1457960">
                  <a:moveTo>
                    <a:pt x="1942503" y="720471"/>
                  </a:moveTo>
                  <a:lnTo>
                    <a:pt x="1753730" y="109059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602400" y="551505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07164" y="1889752"/>
            <a:ext cx="3421379" cy="3974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173355" indent="-320040">
              <a:lnSpc>
                <a:spcPct val="1241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탐색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트리안의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노드의 </a:t>
            </a:r>
            <a:r>
              <a:rPr dirty="0" sz="2400" spc="-10">
                <a:latin typeface="Gulim"/>
                <a:cs typeface="Gulim"/>
              </a:rPr>
              <a:t>개수를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계산</a:t>
            </a:r>
            <a:endParaRPr sz="2400">
              <a:latin typeface="Gulim"/>
              <a:cs typeface="Gulim"/>
            </a:endParaRPr>
          </a:p>
          <a:p>
            <a:pPr marL="332105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각각의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서브트리에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대 </a:t>
            </a:r>
            <a:r>
              <a:rPr dirty="0" sz="2400">
                <a:latin typeface="Gulim"/>
                <a:cs typeface="Gulim"/>
              </a:rPr>
              <a:t>하여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순환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호출한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다음</a:t>
            </a:r>
            <a:r>
              <a:rPr dirty="0" sz="2400" spc="-25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marL="332105" marR="223520">
              <a:lnSpc>
                <a:spcPct val="100000"/>
              </a:lnSpc>
              <a:spcBef>
                <a:spcPts val="700"/>
              </a:spcBef>
            </a:pPr>
            <a:r>
              <a:rPr dirty="0" sz="2400" spc="-20">
                <a:latin typeface="Gulim"/>
                <a:cs typeface="Gulim"/>
              </a:rPr>
              <a:t>반환되는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값에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을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더 </a:t>
            </a:r>
            <a:r>
              <a:rPr dirty="0" sz="2400">
                <a:latin typeface="Gulim"/>
                <a:cs typeface="Gulim"/>
              </a:rPr>
              <a:t>하여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반환</a:t>
            </a:r>
            <a:endParaRPr sz="2400">
              <a:latin typeface="Gulim"/>
              <a:cs typeface="Gulim"/>
            </a:endParaRPr>
          </a:p>
          <a:p>
            <a:pPr algn="ctr" marL="73025">
              <a:lnSpc>
                <a:spcPct val="100000"/>
              </a:lnSpc>
              <a:spcBef>
                <a:spcPts val="282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3</a:t>
            </a:r>
            <a:endParaRPr sz="18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8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Lucida Console"/>
              <a:cs typeface="Lucida Console"/>
            </a:endParaRPr>
          </a:p>
          <a:p>
            <a:pPr marL="1091565">
              <a:lnSpc>
                <a:spcPct val="100000"/>
              </a:lnSpc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2338" y="551505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5899" y="479630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2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1592" y="4075962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6</a:t>
            </a:r>
            <a:endParaRPr sz="18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438" y="4138485"/>
            <a:ext cx="3667483" cy="22466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54"/>
              <a:t> </a:t>
            </a:r>
            <a:r>
              <a:rPr dirty="0" spc="-1045"/>
              <a:t>연산</a:t>
            </a:r>
            <a:r>
              <a:rPr dirty="0" spc="-1045">
                <a:latin typeface="Tw Cen MT"/>
                <a:cs typeface="Tw Cen MT"/>
              </a:rPr>
              <a:t>:</a:t>
            </a:r>
            <a:r>
              <a:rPr dirty="0" spc="-10">
                <a:latin typeface="Tw Cen MT"/>
                <a:cs typeface="Tw Cen MT"/>
              </a:rPr>
              <a:t> </a:t>
            </a:r>
            <a:r>
              <a:rPr dirty="0" spc="-2225"/>
              <a:t>높이</a:t>
            </a:r>
            <a:r>
              <a:rPr dirty="0" spc="-254"/>
              <a:t> </a:t>
            </a:r>
            <a:r>
              <a:rPr dirty="0" spc="-10">
                <a:latin typeface="Tw Cen MT"/>
                <a:cs typeface="Tw Cen MT"/>
              </a:rPr>
              <a:t>(tree_etc.c)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978098"/>
            <a:ext cx="3253104" cy="1487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서브트리에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대하여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순 </a:t>
            </a:r>
            <a:r>
              <a:rPr dirty="0" sz="2400" spc="-20">
                <a:latin typeface="Gulim"/>
                <a:cs typeface="Gulim"/>
              </a:rPr>
              <a:t>환호출하고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서브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 </a:t>
            </a:r>
            <a:r>
              <a:rPr dirty="0" sz="2400">
                <a:latin typeface="Gulim"/>
                <a:cs typeface="Gulim"/>
              </a:rPr>
              <a:t>들의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반환값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중에서 </a:t>
            </a:r>
            <a:r>
              <a:rPr dirty="0" sz="2400" spc="-20">
                <a:latin typeface="Gulim"/>
                <a:cs typeface="Gulim"/>
              </a:rPr>
              <a:t>최대값을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구하여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반환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0099" y="2158352"/>
            <a:ext cx="4747260" cy="2117725"/>
          </a:xfrm>
          <a:prstGeom prst="rect">
            <a:avLst/>
          </a:prstGeom>
          <a:solidFill>
            <a:srgbClr val="FFFF99"/>
          </a:solidFill>
          <a:ln w="25882">
            <a:solidFill>
              <a:srgbClr val="000000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get_height(TreeNode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*node)</a:t>
            </a:r>
            <a:endParaRPr sz="14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9812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height=0;</a:t>
            </a:r>
            <a:endParaRPr sz="1400">
              <a:latin typeface="Trebuchet MS"/>
              <a:cs typeface="Trebuchet MS"/>
            </a:endParaRPr>
          </a:p>
          <a:p>
            <a:pPr marL="19812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if(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003300" marR="1110615" indent="-644525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height 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max(get_height(node-&gt;left), get_height(node-&gt;right));</a:t>
            </a:r>
            <a:endParaRPr sz="1400">
              <a:latin typeface="Trebuchet MS"/>
              <a:cs typeface="Trebuchet MS"/>
            </a:endParaRPr>
          </a:p>
          <a:p>
            <a:pPr marL="19812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height;</a:t>
            </a:r>
            <a:endParaRPr sz="14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25"/>
              <a:t>트리</a:t>
            </a:r>
            <a:r>
              <a:rPr dirty="0" spc="-250"/>
              <a:t> </a:t>
            </a:r>
            <a:r>
              <a:rPr dirty="0" spc="-1045"/>
              <a:t>연산</a:t>
            </a:r>
            <a:r>
              <a:rPr dirty="0" spc="-1045">
                <a:latin typeface="Tw Cen MT"/>
                <a:cs typeface="Tw Cen MT"/>
              </a:rPr>
              <a:t>:</a:t>
            </a:r>
            <a:r>
              <a:rPr dirty="0" spc="-10">
                <a:latin typeface="Tw Cen MT"/>
                <a:cs typeface="Tw Cen MT"/>
              </a:rPr>
              <a:t> </a:t>
            </a:r>
            <a:r>
              <a:rPr dirty="0" spc="-1370"/>
              <a:t>단말</a:t>
            </a:r>
            <a:r>
              <a:rPr dirty="0" spc="-254"/>
              <a:t> </a:t>
            </a:r>
            <a:r>
              <a:rPr dirty="0" spc="-2600"/>
              <a:t>노드</a:t>
            </a:r>
            <a:r>
              <a:rPr dirty="0" spc="-250"/>
              <a:t> </a:t>
            </a:r>
            <a:r>
              <a:rPr dirty="0" spc="-1985"/>
              <a:t>개수</a:t>
            </a:r>
            <a:r>
              <a:rPr dirty="0" spc="-254"/>
              <a:t> </a:t>
            </a:r>
            <a:r>
              <a:rPr dirty="0" spc="-10">
                <a:latin typeface="Tw Cen MT"/>
                <a:cs typeface="Tw Cen MT"/>
              </a:rPr>
              <a:t>(tree_etc.c)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58607" y="2101151"/>
            <a:ext cx="7995920" cy="3433445"/>
            <a:chOff x="1358607" y="2101151"/>
            <a:chExt cx="7995920" cy="3433445"/>
          </a:xfrm>
        </p:grpSpPr>
        <p:sp>
          <p:nvSpPr>
            <p:cNvPr id="5" name="object 5"/>
            <p:cNvSpPr/>
            <p:nvPr/>
          </p:nvSpPr>
          <p:spPr>
            <a:xfrm>
              <a:off x="1371625" y="2114169"/>
              <a:ext cx="7969884" cy="3407410"/>
            </a:xfrm>
            <a:custGeom>
              <a:avLst/>
              <a:gdLst/>
              <a:ahLst/>
              <a:cxnLst/>
              <a:rect l="l" t="t" r="r" b="b"/>
              <a:pathLst>
                <a:path w="7969884" h="3407410">
                  <a:moveTo>
                    <a:pt x="7969415" y="0"/>
                  </a:moveTo>
                  <a:lnTo>
                    <a:pt x="0" y="0"/>
                  </a:lnTo>
                  <a:lnTo>
                    <a:pt x="0" y="3407359"/>
                  </a:lnTo>
                  <a:lnTo>
                    <a:pt x="7969415" y="3407359"/>
                  </a:lnTo>
                  <a:lnTo>
                    <a:pt x="796941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1625" y="2114169"/>
              <a:ext cx="7969884" cy="3407410"/>
            </a:xfrm>
            <a:custGeom>
              <a:avLst/>
              <a:gdLst/>
              <a:ahLst/>
              <a:cxnLst/>
              <a:rect l="l" t="t" r="r" b="b"/>
              <a:pathLst>
                <a:path w="7969884" h="3407410">
                  <a:moveTo>
                    <a:pt x="0" y="0"/>
                  </a:moveTo>
                  <a:lnTo>
                    <a:pt x="7969415" y="0"/>
                  </a:lnTo>
                  <a:lnTo>
                    <a:pt x="7969415" y="3407359"/>
                  </a:lnTo>
                  <a:lnTo>
                    <a:pt x="0" y="3407359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50260" y="2093492"/>
            <a:ext cx="2881630" cy="79311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get_leaf_count(TreeNode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*node)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count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260" y="5206264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26828" y="4735569"/>
            <a:ext cx="2687320" cy="1835785"/>
            <a:chOff x="6326828" y="4735569"/>
            <a:chExt cx="2687320" cy="183578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2123" y="4742192"/>
              <a:ext cx="432333" cy="4305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42123" y="4740135"/>
              <a:ext cx="432434" cy="433070"/>
            </a:xfrm>
            <a:custGeom>
              <a:avLst/>
              <a:gdLst/>
              <a:ahLst/>
              <a:cxnLst/>
              <a:rect l="l" t="t" r="r" b="b"/>
              <a:pathLst>
                <a:path w="432434" h="433070">
                  <a:moveTo>
                    <a:pt x="0" y="216293"/>
                  </a:moveTo>
                  <a:lnTo>
                    <a:pt x="5742" y="166903"/>
                  </a:lnTo>
                  <a:lnTo>
                    <a:pt x="22083" y="121456"/>
                  </a:lnTo>
                  <a:lnTo>
                    <a:pt x="47691" y="81284"/>
                  </a:lnTo>
                  <a:lnTo>
                    <a:pt x="81234" y="47721"/>
                  </a:lnTo>
                  <a:lnTo>
                    <a:pt x="121382" y="22097"/>
                  </a:lnTo>
                  <a:lnTo>
                    <a:pt x="166803" y="5746"/>
                  </a:lnTo>
                  <a:lnTo>
                    <a:pt x="216166" y="0"/>
                  </a:lnTo>
                  <a:lnTo>
                    <a:pt x="265530" y="5746"/>
                  </a:lnTo>
                  <a:lnTo>
                    <a:pt x="310951" y="22097"/>
                  </a:lnTo>
                  <a:lnTo>
                    <a:pt x="351099" y="47721"/>
                  </a:lnTo>
                  <a:lnTo>
                    <a:pt x="384642" y="81284"/>
                  </a:lnTo>
                  <a:lnTo>
                    <a:pt x="410249" y="121456"/>
                  </a:lnTo>
                  <a:lnTo>
                    <a:pt x="426590" y="166903"/>
                  </a:lnTo>
                  <a:lnTo>
                    <a:pt x="432333" y="216293"/>
                  </a:lnTo>
                  <a:lnTo>
                    <a:pt x="426590" y="265684"/>
                  </a:lnTo>
                  <a:lnTo>
                    <a:pt x="410249" y="311131"/>
                  </a:lnTo>
                  <a:lnTo>
                    <a:pt x="384642" y="351302"/>
                  </a:lnTo>
                  <a:lnTo>
                    <a:pt x="351099" y="384866"/>
                  </a:lnTo>
                  <a:lnTo>
                    <a:pt x="310951" y="410489"/>
                  </a:lnTo>
                  <a:lnTo>
                    <a:pt x="265530" y="426840"/>
                  </a:lnTo>
                  <a:lnTo>
                    <a:pt x="216166" y="432587"/>
                  </a:lnTo>
                  <a:lnTo>
                    <a:pt x="166803" y="426840"/>
                  </a:lnTo>
                  <a:lnTo>
                    <a:pt x="121382" y="410489"/>
                  </a:lnTo>
                  <a:lnTo>
                    <a:pt x="81234" y="384866"/>
                  </a:lnTo>
                  <a:lnTo>
                    <a:pt x="47691" y="351302"/>
                  </a:lnTo>
                  <a:lnTo>
                    <a:pt x="22083" y="311131"/>
                  </a:lnTo>
                  <a:lnTo>
                    <a:pt x="5742" y="265684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0479" y="5462650"/>
              <a:ext cx="430822" cy="4305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80479" y="5460606"/>
              <a:ext cx="431165" cy="433070"/>
            </a:xfrm>
            <a:custGeom>
              <a:avLst/>
              <a:gdLst/>
              <a:ahLst/>
              <a:cxnLst/>
              <a:rect l="l" t="t" r="r" b="b"/>
              <a:pathLst>
                <a:path w="431165" h="433070">
                  <a:moveTo>
                    <a:pt x="0" y="216293"/>
                  </a:moveTo>
                  <a:lnTo>
                    <a:pt x="5658" y="166903"/>
                  </a:lnTo>
                  <a:lnTo>
                    <a:pt x="21783" y="121456"/>
                  </a:lnTo>
                  <a:lnTo>
                    <a:pt x="47095" y="81284"/>
                  </a:lnTo>
                  <a:lnTo>
                    <a:pt x="80315" y="47721"/>
                  </a:lnTo>
                  <a:lnTo>
                    <a:pt x="120165" y="22097"/>
                  </a:lnTo>
                  <a:lnTo>
                    <a:pt x="165367" y="5746"/>
                  </a:lnTo>
                  <a:lnTo>
                    <a:pt x="214642" y="0"/>
                  </a:lnTo>
                  <a:lnTo>
                    <a:pt x="264486" y="5746"/>
                  </a:lnTo>
                  <a:lnTo>
                    <a:pt x="310096" y="22097"/>
                  </a:lnTo>
                  <a:lnTo>
                    <a:pt x="350219" y="47721"/>
                  </a:lnTo>
                  <a:lnTo>
                    <a:pt x="383605" y="81284"/>
                  </a:lnTo>
                  <a:lnTo>
                    <a:pt x="409002" y="121456"/>
                  </a:lnTo>
                  <a:lnTo>
                    <a:pt x="425158" y="166903"/>
                  </a:lnTo>
                  <a:lnTo>
                    <a:pt x="430822" y="216293"/>
                  </a:lnTo>
                  <a:lnTo>
                    <a:pt x="425158" y="265683"/>
                  </a:lnTo>
                  <a:lnTo>
                    <a:pt x="409002" y="311128"/>
                  </a:lnTo>
                  <a:lnTo>
                    <a:pt x="383605" y="351297"/>
                  </a:lnTo>
                  <a:lnTo>
                    <a:pt x="350219" y="384858"/>
                  </a:lnTo>
                  <a:lnTo>
                    <a:pt x="310096" y="410479"/>
                  </a:lnTo>
                  <a:lnTo>
                    <a:pt x="264486" y="426828"/>
                  </a:lnTo>
                  <a:lnTo>
                    <a:pt x="214642" y="432574"/>
                  </a:lnTo>
                  <a:lnTo>
                    <a:pt x="165367" y="426828"/>
                  </a:lnTo>
                  <a:lnTo>
                    <a:pt x="120165" y="410479"/>
                  </a:lnTo>
                  <a:lnTo>
                    <a:pt x="80315" y="384858"/>
                  </a:lnTo>
                  <a:lnTo>
                    <a:pt x="47095" y="351297"/>
                  </a:lnTo>
                  <a:lnTo>
                    <a:pt x="21783" y="311128"/>
                  </a:lnTo>
                  <a:lnTo>
                    <a:pt x="5658" y="265683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8354" y="5462650"/>
              <a:ext cx="430822" cy="4305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578354" y="5460606"/>
              <a:ext cx="431165" cy="433070"/>
            </a:xfrm>
            <a:custGeom>
              <a:avLst/>
              <a:gdLst/>
              <a:ahLst/>
              <a:cxnLst/>
              <a:rect l="l" t="t" r="r" b="b"/>
              <a:pathLst>
                <a:path w="431165" h="433070">
                  <a:moveTo>
                    <a:pt x="0" y="216293"/>
                  </a:moveTo>
                  <a:lnTo>
                    <a:pt x="5663" y="166903"/>
                  </a:lnTo>
                  <a:lnTo>
                    <a:pt x="21819" y="121456"/>
                  </a:lnTo>
                  <a:lnTo>
                    <a:pt x="47215" y="81284"/>
                  </a:lnTo>
                  <a:lnTo>
                    <a:pt x="80599" y="47721"/>
                  </a:lnTo>
                  <a:lnTo>
                    <a:pt x="120721" y="22097"/>
                  </a:lnTo>
                  <a:lnTo>
                    <a:pt x="166327" y="5746"/>
                  </a:lnTo>
                  <a:lnTo>
                    <a:pt x="216166" y="0"/>
                  </a:lnTo>
                  <a:lnTo>
                    <a:pt x="265446" y="5746"/>
                  </a:lnTo>
                  <a:lnTo>
                    <a:pt x="310651" y="22097"/>
                  </a:lnTo>
                  <a:lnTo>
                    <a:pt x="350504" y="47721"/>
                  </a:lnTo>
                  <a:lnTo>
                    <a:pt x="383725" y="81284"/>
                  </a:lnTo>
                  <a:lnTo>
                    <a:pt x="409038" y="121456"/>
                  </a:lnTo>
                  <a:lnTo>
                    <a:pt x="425163" y="166903"/>
                  </a:lnTo>
                  <a:lnTo>
                    <a:pt x="430822" y="216293"/>
                  </a:lnTo>
                  <a:lnTo>
                    <a:pt x="425163" y="265683"/>
                  </a:lnTo>
                  <a:lnTo>
                    <a:pt x="409038" y="311128"/>
                  </a:lnTo>
                  <a:lnTo>
                    <a:pt x="383725" y="351297"/>
                  </a:lnTo>
                  <a:lnTo>
                    <a:pt x="350504" y="384858"/>
                  </a:lnTo>
                  <a:lnTo>
                    <a:pt x="310651" y="410479"/>
                  </a:lnTo>
                  <a:lnTo>
                    <a:pt x="265446" y="426828"/>
                  </a:lnTo>
                  <a:lnTo>
                    <a:pt x="216166" y="432574"/>
                  </a:lnTo>
                  <a:lnTo>
                    <a:pt x="166327" y="426828"/>
                  </a:lnTo>
                  <a:lnTo>
                    <a:pt x="120721" y="410479"/>
                  </a:lnTo>
                  <a:lnTo>
                    <a:pt x="80599" y="384858"/>
                  </a:lnTo>
                  <a:lnTo>
                    <a:pt x="47215" y="351297"/>
                  </a:lnTo>
                  <a:lnTo>
                    <a:pt x="21819" y="311128"/>
                  </a:lnTo>
                  <a:lnTo>
                    <a:pt x="5663" y="265683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1394" y="6137173"/>
              <a:ext cx="430822" cy="4292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31394" y="6135369"/>
              <a:ext cx="431165" cy="431165"/>
            </a:xfrm>
            <a:custGeom>
              <a:avLst/>
              <a:gdLst/>
              <a:ahLst/>
              <a:cxnLst/>
              <a:rect l="l" t="t" r="r" b="b"/>
              <a:pathLst>
                <a:path w="431165" h="431165">
                  <a:moveTo>
                    <a:pt x="0" y="216293"/>
                  </a:moveTo>
                  <a:lnTo>
                    <a:pt x="5658" y="166423"/>
                  </a:lnTo>
                  <a:lnTo>
                    <a:pt x="21781" y="120789"/>
                  </a:lnTo>
                  <a:lnTo>
                    <a:pt x="47091" y="80644"/>
                  </a:lnTo>
                  <a:lnTo>
                    <a:pt x="80310" y="47241"/>
                  </a:lnTo>
                  <a:lnTo>
                    <a:pt x="120160" y="21830"/>
                  </a:lnTo>
                  <a:lnTo>
                    <a:pt x="165363" y="5666"/>
                  </a:lnTo>
                  <a:lnTo>
                    <a:pt x="214642" y="0"/>
                  </a:lnTo>
                  <a:lnTo>
                    <a:pt x="264486" y="5666"/>
                  </a:lnTo>
                  <a:lnTo>
                    <a:pt x="310096" y="21830"/>
                  </a:lnTo>
                  <a:lnTo>
                    <a:pt x="350219" y="47241"/>
                  </a:lnTo>
                  <a:lnTo>
                    <a:pt x="383605" y="80644"/>
                  </a:lnTo>
                  <a:lnTo>
                    <a:pt x="409002" y="120789"/>
                  </a:lnTo>
                  <a:lnTo>
                    <a:pt x="425158" y="166423"/>
                  </a:lnTo>
                  <a:lnTo>
                    <a:pt x="430822" y="216293"/>
                  </a:lnTo>
                  <a:lnTo>
                    <a:pt x="425158" y="265599"/>
                  </a:lnTo>
                  <a:lnTo>
                    <a:pt x="409002" y="310829"/>
                  </a:lnTo>
                  <a:lnTo>
                    <a:pt x="383605" y="350702"/>
                  </a:lnTo>
                  <a:lnTo>
                    <a:pt x="350219" y="383942"/>
                  </a:lnTo>
                  <a:lnTo>
                    <a:pt x="310096" y="409267"/>
                  </a:lnTo>
                  <a:lnTo>
                    <a:pt x="264486" y="425401"/>
                  </a:lnTo>
                  <a:lnTo>
                    <a:pt x="214642" y="431063"/>
                  </a:lnTo>
                  <a:lnTo>
                    <a:pt x="165363" y="425401"/>
                  </a:lnTo>
                  <a:lnTo>
                    <a:pt x="120160" y="409267"/>
                  </a:lnTo>
                  <a:lnTo>
                    <a:pt x="80310" y="383942"/>
                  </a:lnTo>
                  <a:lnTo>
                    <a:pt x="47091" y="350702"/>
                  </a:lnTo>
                  <a:lnTo>
                    <a:pt x="21781" y="310829"/>
                  </a:lnTo>
                  <a:lnTo>
                    <a:pt x="5658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29563" y="6137173"/>
              <a:ext cx="432346" cy="4292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229563" y="6135369"/>
              <a:ext cx="432434" cy="431165"/>
            </a:xfrm>
            <a:custGeom>
              <a:avLst/>
              <a:gdLst/>
              <a:ahLst/>
              <a:cxnLst/>
              <a:rect l="l" t="t" r="r" b="b"/>
              <a:pathLst>
                <a:path w="432434" h="431165">
                  <a:moveTo>
                    <a:pt x="0" y="216293"/>
                  </a:moveTo>
                  <a:lnTo>
                    <a:pt x="5743" y="166423"/>
                  </a:lnTo>
                  <a:lnTo>
                    <a:pt x="22086" y="120789"/>
                  </a:lnTo>
                  <a:lnTo>
                    <a:pt x="47696" y="80644"/>
                  </a:lnTo>
                  <a:lnTo>
                    <a:pt x="81242" y="47241"/>
                  </a:lnTo>
                  <a:lnTo>
                    <a:pt x="121392" y="21830"/>
                  </a:lnTo>
                  <a:lnTo>
                    <a:pt x="166815" y="5666"/>
                  </a:lnTo>
                  <a:lnTo>
                    <a:pt x="216179" y="0"/>
                  </a:lnTo>
                  <a:lnTo>
                    <a:pt x="265538" y="5666"/>
                  </a:lnTo>
                  <a:lnTo>
                    <a:pt x="310958" y="21830"/>
                  </a:lnTo>
                  <a:lnTo>
                    <a:pt x="351106" y="47241"/>
                  </a:lnTo>
                  <a:lnTo>
                    <a:pt x="384651" y="80644"/>
                  </a:lnTo>
                  <a:lnTo>
                    <a:pt x="410260" y="120789"/>
                  </a:lnTo>
                  <a:lnTo>
                    <a:pt x="426602" y="166423"/>
                  </a:lnTo>
                  <a:lnTo>
                    <a:pt x="432346" y="216293"/>
                  </a:lnTo>
                  <a:lnTo>
                    <a:pt x="426602" y="265599"/>
                  </a:lnTo>
                  <a:lnTo>
                    <a:pt x="410260" y="310829"/>
                  </a:lnTo>
                  <a:lnTo>
                    <a:pt x="384651" y="350702"/>
                  </a:lnTo>
                  <a:lnTo>
                    <a:pt x="351106" y="383942"/>
                  </a:lnTo>
                  <a:lnTo>
                    <a:pt x="310958" y="409267"/>
                  </a:lnTo>
                  <a:lnTo>
                    <a:pt x="265538" y="425401"/>
                  </a:lnTo>
                  <a:lnTo>
                    <a:pt x="216179" y="431063"/>
                  </a:lnTo>
                  <a:lnTo>
                    <a:pt x="166815" y="425401"/>
                  </a:lnTo>
                  <a:lnTo>
                    <a:pt x="121392" y="409267"/>
                  </a:lnTo>
                  <a:lnTo>
                    <a:pt x="81242" y="383942"/>
                  </a:lnTo>
                  <a:lnTo>
                    <a:pt x="47696" y="350702"/>
                  </a:lnTo>
                  <a:lnTo>
                    <a:pt x="22086" y="310829"/>
                  </a:lnTo>
                  <a:lnTo>
                    <a:pt x="5743" y="265599"/>
                  </a:lnTo>
                  <a:lnTo>
                    <a:pt x="0" y="216293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85124" y="6137173"/>
              <a:ext cx="430809" cy="4292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98272" y="5108752"/>
              <a:ext cx="1944370" cy="1457960"/>
            </a:xfrm>
            <a:custGeom>
              <a:avLst/>
              <a:gdLst/>
              <a:ahLst/>
              <a:cxnLst/>
              <a:rect l="l" t="t" r="r" b="b"/>
              <a:pathLst>
                <a:path w="1944370" h="1457959">
                  <a:moveTo>
                    <a:pt x="1386852" y="1242910"/>
                  </a:moveTo>
                  <a:lnTo>
                    <a:pt x="1392515" y="1193040"/>
                  </a:lnTo>
                  <a:lnTo>
                    <a:pt x="1408669" y="1147406"/>
                  </a:lnTo>
                  <a:lnTo>
                    <a:pt x="1434063" y="1107262"/>
                  </a:lnTo>
                  <a:lnTo>
                    <a:pt x="1467447" y="1073858"/>
                  </a:lnTo>
                  <a:lnTo>
                    <a:pt x="1507568" y="1048448"/>
                  </a:lnTo>
                  <a:lnTo>
                    <a:pt x="1553176" y="1032283"/>
                  </a:lnTo>
                  <a:lnTo>
                    <a:pt x="1603019" y="1026617"/>
                  </a:lnTo>
                  <a:lnTo>
                    <a:pt x="1652298" y="1032283"/>
                  </a:lnTo>
                  <a:lnTo>
                    <a:pt x="1697501" y="1048448"/>
                  </a:lnTo>
                  <a:lnTo>
                    <a:pt x="1737351" y="1073858"/>
                  </a:lnTo>
                  <a:lnTo>
                    <a:pt x="1770570" y="1107262"/>
                  </a:lnTo>
                  <a:lnTo>
                    <a:pt x="1795880" y="1147406"/>
                  </a:lnTo>
                  <a:lnTo>
                    <a:pt x="1812003" y="1193040"/>
                  </a:lnTo>
                  <a:lnTo>
                    <a:pt x="1817662" y="1242910"/>
                  </a:lnTo>
                  <a:lnTo>
                    <a:pt x="1812003" y="1292216"/>
                  </a:lnTo>
                  <a:lnTo>
                    <a:pt x="1795880" y="1337446"/>
                  </a:lnTo>
                  <a:lnTo>
                    <a:pt x="1770570" y="1377320"/>
                  </a:lnTo>
                  <a:lnTo>
                    <a:pt x="1737351" y="1410559"/>
                  </a:lnTo>
                  <a:lnTo>
                    <a:pt x="1697501" y="1435885"/>
                  </a:lnTo>
                  <a:lnTo>
                    <a:pt x="1652298" y="1452018"/>
                  </a:lnTo>
                  <a:lnTo>
                    <a:pt x="1603019" y="1457680"/>
                  </a:lnTo>
                  <a:lnTo>
                    <a:pt x="1553176" y="1452018"/>
                  </a:lnTo>
                  <a:lnTo>
                    <a:pt x="1507568" y="1435885"/>
                  </a:lnTo>
                  <a:lnTo>
                    <a:pt x="1467447" y="1410559"/>
                  </a:lnTo>
                  <a:lnTo>
                    <a:pt x="1434063" y="1377320"/>
                  </a:lnTo>
                  <a:lnTo>
                    <a:pt x="1408669" y="1337446"/>
                  </a:lnTo>
                  <a:lnTo>
                    <a:pt x="1392515" y="1292216"/>
                  </a:lnTo>
                  <a:lnTo>
                    <a:pt x="1386852" y="1242910"/>
                  </a:lnTo>
                </a:path>
                <a:path w="1944370" h="1457959">
                  <a:moveTo>
                    <a:pt x="1007783" y="0"/>
                  </a:moveTo>
                  <a:lnTo>
                    <a:pt x="449084" y="415823"/>
                  </a:lnTo>
                </a:path>
                <a:path w="1944370" h="1457959">
                  <a:moveTo>
                    <a:pt x="1312252" y="0"/>
                  </a:moveTo>
                  <a:lnTo>
                    <a:pt x="1944027" y="415823"/>
                  </a:lnTo>
                </a:path>
                <a:path w="1944370" h="1457959">
                  <a:moveTo>
                    <a:pt x="144627" y="720458"/>
                  </a:moveTo>
                  <a:lnTo>
                    <a:pt x="0" y="1090587"/>
                  </a:lnTo>
                </a:path>
                <a:path w="1944370" h="1457959">
                  <a:moveTo>
                    <a:pt x="449084" y="720458"/>
                  </a:moveTo>
                  <a:lnTo>
                    <a:pt x="595236" y="1090587"/>
                  </a:lnTo>
                </a:path>
                <a:path w="1944370" h="1457959">
                  <a:moveTo>
                    <a:pt x="1944027" y="720458"/>
                  </a:moveTo>
                  <a:lnTo>
                    <a:pt x="1755254" y="109058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227306" y="5888985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443588" y="5839798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63661" y="3117068"/>
            <a:ext cx="4751070" cy="23037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33780" marR="5080" indent="-108585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(node-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10">
                <a:latin typeface="Trebuchet MS"/>
                <a:cs typeface="Trebuchet MS"/>
              </a:rPr>
              <a:t> node-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NULL)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-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30">
                <a:solidFill>
                  <a:srgbClr val="FF0000"/>
                </a:solidFill>
                <a:latin typeface="Dotum"/>
                <a:cs typeface="Dotum"/>
              </a:rPr>
              <a:t>단말노드</a:t>
            </a:r>
            <a:endParaRPr baseline="3968" sz="2100">
              <a:latin typeface="Dotum"/>
              <a:cs typeface="Dotum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 spc="-20">
                <a:latin typeface="Trebuchet MS"/>
                <a:cs typeface="Trebuchet MS"/>
              </a:rPr>
              <a:t>else</a:t>
            </a:r>
            <a:endParaRPr sz="1400">
              <a:latin typeface="Trebuchet MS"/>
              <a:cs typeface="Trebuchet MS"/>
            </a:endParaRPr>
          </a:p>
          <a:p>
            <a:pPr marL="1195070" marR="48895" indent="-161925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count =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get_leaf_count(node-</a:t>
            </a:r>
            <a:r>
              <a:rPr dirty="0" sz="1400">
                <a:latin typeface="Trebuchet MS"/>
                <a:cs typeface="Trebuchet MS"/>
              </a:rPr>
              <a:t>&gt;left)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+ </a:t>
            </a:r>
            <a:r>
              <a:rPr dirty="0" sz="1400" spc="-10">
                <a:latin typeface="Trebuchet MS"/>
                <a:cs typeface="Trebuchet MS"/>
              </a:rPr>
              <a:t>get_leaf_count(node-</a:t>
            </a:r>
            <a:r>
              <a:rPr dirty="0" sz="1400">
                <a:latin typeface="Trebuchet MS"/>
                <a:cs typeface="Trebuchet MS"/>
              </a:rPr>
              <a:t>&gt;right);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5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baseline="3968" sz="2100" spc="-15">
                <a:solidFill>
                  <a:srgbClr val="FF0000"/>
                </a:solidFill>
                <a:latin typeface="Dotum"/>
                <a:cs typeface="Dotum"/>
              </a:rPr>
              <a:t>비단말노드</a:t>
            </a:r>
            <a:endParaRPr baseline="3968" sz="21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1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count;</a:t>
            </a:r>
            <a:endParaRPr sz="1400">
              <a:latin typeface="Trebuchet MS"/>
              <a:cs typeface="Trebuchet MS"/>
            </a:endParaRPr>
          </a:p>
          <a:p>
            <a:pPr algn="r" marR="142875">
              <a:lnSpc>
                <a:spcPts val="1989"/>
              </a:lnSpc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2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63525" y="5839798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46326" y="5121049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22018" y="4400711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3</a:t>
            </a:r>
            <a:endParaRPr sz="18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스레드</a:t>
            </a:r>
            <a:r>
              <a:rPr dirty="0" spc="-260"/>
              <a:t> </a:t>
            </a:r>
            <a:r>
              <a:rPr dirty="0" spc="-1760"/>
              <a:t>이진</a:t>
            </a:r>
            <a:r>
              <a:rPr dirty="0" spc="-265"/>
              <a:t> </a:t>
            </a:r>
            <a:r>
              <a:rPr dirty="0" spc="-2250"/>
              <a:t>트리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50024" y="1976575"/>
            <a:ext cx="435038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Gulim"/>
                <a:cs typeface="Gulim"/>
              </a:rPr>
              <a:t>이용하여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순환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호출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없이도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6576" y="1976575"/>
            <a:ext cx="8136890" cy="194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4486275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이진트리의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NULL</a:t>
            </a:r>
            <a:r>
              <a:rPr dirty="0" sz="2400" spc="-155">
                <a:latin typeface="Trebuchet MS"/>
                <a:cs typeface="Trebuchet MS"/>
              </a:rPr>
              <a:t> </a:t>
            </a:r>
            <a:r>
              <a:rPr dirty="0" sz="2400" spc="-25">
                <a:latin typeface="Gulim"/>
                <a:cs typeface="Gulim"/>
              </a:rPr>
              <a:t>링크를 </a:t>
            </a:r>
            <a:r>
              <a:rPr dirty="0" sz="2400">
                <a:latin typeface="Gulim"/>
                <a:cs typeface="Gulim"/>
              </a:rPr>
              <a:t>의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노드들을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순회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ts val="288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NULL</a:t>
            </a:r>
            <a:r>
              <a:rPr dirty="0" sz="2400" spc="-14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링크에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중위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 spc="-45">
                <a:latin typeface="Gulim"/>
                <a:cs typeface="Gulim"/>
              </a:rPr>
              <a:t>순회</a:t>
            </a:r>
            <a:r>
              <a:rPr dirty="0" sz="2400" spc="-45">
                <a:latin typeface="Trebuchet MS"/>
                <a:cs typeface="Trebuchet MS"/>
              </a:rPr>
              <a:t>(LVR)</a:t>
            </a:r>
            <a:r>
              <a:rPr dirty="0" sz="2400" spc="-45">
                <a:latin typeface="Gulim"/>
                <a:cs typeface="Gulim"/>
              </a:rPr>
              <a:t>시에</a:t>
            </a:r>
            <a:r>
              <a:rPr dirty="0" sz="2400" spc="-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후속</a:t>
            </a:r>
            <a:r>
              <a:rPr dirty="0" sz="2400" spc="-114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노드인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 b="1">
                <a:latin typeface="Gulim"/>
                <a:cs typeface="Gulim"/>
              </a:rPr>
              <a:t>중위</a:t>
            </a:r>
            <a:r>
              <a:rPr dirty="0" sz="2400" spc="-185" b="1">
                <a:latin typeface="Gulim"/>
                <a:cs typeface="Gulim"/>
              </a:rPr>
              <a:t> </a:t>
            </a:r>
            <a:r>
              <a:rPr dirty="0" sz="2400" spc="-25" b="1">
                <a:latin typeface="Gulim"/>
                <a:cs typeface="Gulim"/>
              </a:rPr>
              <a:t>후속자</a:t>
            </a:r>
            <a:endParaRPr sz="2400">
              <a:latin typeface="Gulim"/>
              <a:cs typeface="Gulim"/>
            </a:endParaRPr>
          </a:p>
          <a:p>
            <a:pPr marL="332105" marR="1707514">
              <a:lnSpc>
                <a:spcPct val="100000"/>
              </a:lnSpc>
            </a:pPr>
            <a:r>
              <a:rPr dirty="0" sz="2400" b="1">
                <a:latin typeface="Trebuchet MS"/>
                <a:cs typeface="Trebuchet MS"/>
              </a:rPr>
              <a:t>(inorder</a:t>
            </a:r>
            <a:r>
              <a:rPr dirty="0" sz="2400" spc="-7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successor)</a:t>
            </a:r>
            <a:r>
              <a:rPr dirty="0" sz="2400" b="1">
                <a:latin typeface="Gulim"/>
                <a:cs typeface="Gulim"/>
              </a:rPr>
              <a:t>를</a:t>
            </a:r>
            <a:r>
              <a:rPr dirty="0" sz="2400" spc="-155" b="1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저장시켜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놓은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트리가 </a:t>
            </a:r>
            <a:r>
              <a:rPr dirty="0" sz="2400" b="1">
                <a:latin typeface="Gulim"/>
                <a:cs typeface="Gulim"/>
              </a:rPr>
              <a:t>스레드</a:t>
            </a:r>
            <a:r>
              <a:rPr dirty="0" sz="2400" spc="-105" b="1">
                <a:latin typeface="Gulim"/>
                <a:cs typeface="Gulim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(</a:t>
            </a:r>
            <a:r>
              <a:rPr dirty="0" sz="2400" b="1">
                <a:latin typeface="Gulim"/>
                <a:cs typeface="Gulim"/>
              </a:rPr>
              <a:t>실</a:t>
            </a:r>
            <a:r>
              <a:rPr dirty="0" sz="2400" b="1">
                <a:latin typeface="Trebuchet MS"/>
                <a:cs typeface="Trebuchet MS"/>
              </a:rPr>
              <a:t>)</a:t>
            </a:r>
            <a:r>
              <a:rPr dirty="0" sz="2400" spc="-25" b="1">
                <a:latin typeface="Trebuchet MS"/>
                <a:cs typeface="Trebuchet MS"/>
              </a:rPr>
              <a:t> </a:t>
            </a:r>
            <a:r>
              <a:rPr dirty="0" sz="2400" b="1">
                <a:latin typeface="Gulim"/>
                <a:cs typeface="Gulim"/>
              </a:rPr>
              <a:t>이진</a:t>
            </a:r>
            <a:r>
              <a:rPr dirty="0" sz="2400" spc="-130" b="1">
                <a:latin typeface="Gulim"/>
                <a:cs typeface="Gulim"/>
              </a:rPr>
              <a:t> </a:t>
            </a:r>
            <a:r>
              <a:rPr dirty="0" sz="2400" b="1">
                <a:latin typeface="Gulim"/>
                <a:cs typeface="Gulim"/>
              </a:rPr>
              <a:t>트리</a:t>
            </a:r>
            <a:r>
              <a:rPr dirty="0" sz="2400" b="1">
                <a:latin typeface="Trebuchet MS"/>
                <a:cs typeface="Trebuchet MS"/>
              </a:rPr>
              <a:t>(threaded</a:t>
            </a:r>
            <a:r>
              <a:rPr dirty="0" sz="2400" spc="-3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binary</a:t>
            </a:r>
            <a:r>
              <a:rPr dirty="0" sz="2400" spc="-5" b="1">
                <a:latin typeface="Trebuchet MS"/>
                <a:cs typeface="Trebuchet MS"/>
              </a:rPr>
              <a:t> </a:t>
            </a:r>
            <a:r>
              <a:rPr dirty="0" sz="2400" spc="-75" b="1">
                <a:latin typeface="Trebuchet MS"/>
                <a:cs typeface="Trebuchet MS"/>
              </a:rPr>
              <a:t>tree)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6576" y="3982604"/>
            <a:ext cx="33140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b="1">
                <a:latin typeface="Gulim"/>
                <a:cs typeface="Gulim"/>
              </a:rPr>
              <a:t>교재</a:t>
            </a:r>
            <a:r>
              <a:rPr dirty="0" sz="2400" spc="-110" b="1">
                <a:latin typeface="Gulim"/>
                <a:cs typeface="Gulim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[</a:t>
            </a:r>
            <a:r>
              <a:rPr dirty="0" sz="2400" b="1">
                <a:latin typeface="Gulim"/>
                <a:cs typeface="Gulim"/>
              </a:rPr>
              <a:t>그림</a:t>
            </a:r>
            <a:r>
              <a:rPr dirty="0" sz="2400" spc="-110" b="1">
                <a:latin typeface="Gulim"/>
                <a:cs typeface="Gulim"/>
              </a:rPr>
              <a:t> </a:t>
            </a:r>
            <a:r>
              <a:rPr dirty="0" sz="2400" spc="-25" b="1">
                <a:latin typeface="Trebuchet MS"/>
                <a:cs typeface="Trebuchet MS"/>
              </a:rPr>
              <a:t>8-</a:t>
            </a:r>
            <a:r>
              <a:rPr dirty="0" sz="2400" b="1">
                <a:latin typeface="Trebuchet MS"/>
                <a:cs typeface="Trebuchet MS"/>
              </a:rPr>
              <a:t>36]</a:t>
            </a:r>
            <a:r>
              <a:rPr dirty="0" sz="2400" spc="75" b="1">
                <a:latin typeface="Trebuchet MS"/>
                <a:cs typeface="Trebuchet MS"/>
              </a:rPr>
              <a:t> </a:t>
            </a:r>
            <a:r>
              <a:rPr dirty="0" sz="2400" spc="-85" b="1">
                <a:latin typeface="Gulim"/>
                <a:cs typeface="Gulim"/>
              </a:rPr>
              <a:t>오류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8135" y="4692271"/>
            <a:ext cx="3432637" cy="152753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762013" y="4368291"/>
            <a:ext cx="474345" cy="445770"/>
            <a:chOff x="6762013" y="4368291"/>
            <a:chExt cx="474345" cy="4457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6776" y="4375607"/>
              <a:ext cx="464311" cy="4330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66776" y="437305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1" y="217817"/>
                  </a:lnTo>
                  <a:lnTo>
                    <a:pt x="459611" y="261721"/>
                  </a:lnTo>
                  <a:lnTo>
                    <a:pt x="446115" y="302609"/>
                  </a:lnTo>
                  <a:lnTo>
                    <a:pt x="424734" y="339607"/>
                  </a:lnTo>
                  <a:lnTo>
                    <a:pt x="396378" y="371840"/>
                  </a:lnTo>
                  <a:lnTo>
                    <a:pt x="361956" y="398432"/>
                  </a:lnTo>
                  <a:lnTo>
                    <a:pt x="322378" y="418510"/>
                  </a:lnTo>
                  <a:lnTo>
                    <a:pt x="278554" y="431198"/>
                  </a:lnTo>
                  <a:lnTo>
                    <a:pt x="231394" y="435622"/>
                  </a:lnTo>
                  <a:lnTo>
                    <a:pt x="184736" y="431198"/>
                  </a:lnTo>
                  <a:lnTo>
                    <a:pt x="141290" y="418510"/>
                  </a:lnTo>
                  <a:lnTo>
                    <a:pt x="101983" y="398432"/>
                  </a:lnTo>
                  <a:lnTo>
                    <a:pt x="67743" y="371840"/>
                  </a:lnTo>
                  <a:lnTo>
                    <a:pt x="39497" y="339607"/>
                  </a:lnTo>
                  <a:lnTo>
                    <a:pt x="18172" y="302609"/>
                  </a:lnTo>
                  <a:lnTo>
                    <a:pt x="4697" y="261721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82869" y="4385590"/>
            <a:ext cx="23177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33389" y="5094846"/>
            <a:ext cx="474345" cy="445770"/>
            <a:chOff x="5833389" y="5094846"/>
            <a:chExt cx="474345" cy="44577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8151" y="5102174"/>
              <a:ext cx="464312" cy="4330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38151" y="509960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3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2" y="217817"/>
                  </a:lnTo>
                  <a:lnTo>
                    <a:pt x="459548" y="261725"/>
                  </a:lnTo>
                  <a:lnTo>
                    <a:pt x="445901" y="302616"/>
                  </a:lnTo>
                  <a:lnTo>
                    <a:pt x="424332" y="339617"/>
                  </a:lnTo>
                  <a:lnTo>
                    <a:pt x="395806" y="371851"/>
                  </a:lnTo>
                  <a:lnTo>
                    <a:pt x="361286" y="398444"/>
                  </a:lnTo>
                  <a:lnTo>
                    <a:pt x="321735" y="418523"/>
                  </a:lnTo>
                  <a:lnTo>
                    <a:pt x="278116" y="431211"/>
                  </a:lnTo>
                  <a:lnTo>
                    <a:pt x="231393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966019" y="5111926"/>
            <a:ext cx="2076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49290" y="5094846"/>
            <a:ext cx="2894965" cy="1124585"/>
            <a:chOff x="5349290" y="5094846"/>
            <a:chExt cx="2894965" cy="112458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4559" y="5102174"/>
              <a:ext cx="464312" cy="4330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74559" y="509960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2" y="217817"/>
                  </a:lnTo>
                  <a:lnTo>
                    <a:pt x="459611" y="261725"/>
                  </a:lnTo>
                  <a:lnTo>
                    <a:pt x="446115" y="302616"/>
                  </a:lnTo>
                  <a:lnTo>
                    <a:pt x="424734" y="339617"/>
                  </a:lnTo>
                  <a:lnTo>
                    <a:pt x="396378" y="371851"/>
                  </a:lnTo>
                  <a:lnTo>
                    <a:pt x="361956" y="398444"/>
                  </a:lnTo>
                  <a:lnTo>
                    <a:pt x="322378" y="418523"/>
                  </a:lnTo>
                  <a:lnTo>
                    <a:pt x="278554" y="431211"/>
                  </a:lnTo>
                  <a:lnTo>
                    <a:pt x="231394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4053" y="5781509"/>
              <a:ext cx="464312" cy="4330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54053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00" y="173909"/>
                  </a:lnTo>
                  <a:lnTo>
                    <a:pt x="18196" y="133018"/>
                  </a:lnTo>
                  <a:lnTo>
                    <a:pt x="39577" y="96018"/>
                  </a:lnTo>
                  <a:lnTo>
                    <a:pt x="67933" y="63784"/>
                  </a:lnTo>
                  <a:lnTo>
                    <a:pt x="102355" y="37190"/>
                  </a:lnTo>
                  <a:lnTo>
                    <a:pt x="141933" y="17112"/>
                  </a:lnTo>
                  <a:lnTo>
                    <a:pt x="185757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7" y="435635"/>
                  </a:lnTo>
                  <a:lnTo>
                    <a:pt x="185757" y="431211"/>
                  </a:lnTo>
                  <a:lnTo>
                    <a:pt x="141933" y="418523"/>
                  </a:lnTo>
                  <a:lnTo>
                    <a:pt x="102355" y="398444"/>
                  </a:lnTo>
                  <a:lnTo>
                    <a:pt x="67933" y="371851"/>
                  </a:lnTo>
                  <a:lnTo>
                    <a:pt x="39577" y="339617"/>
                  </a:lnTo>
                  <a:lnTo>
                    <a:pt x="18196" y="302616"/>
                  </a:lnTo>
                  <a:lnTo>
                    <a:pt x="4700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484224" y="5791865"/>
            <a:ext cx="2051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46622" y="4739944"/>
            <a:ext cx="3080385" cy="1479550"/>
            <a:chOff x="5746622" y="4739944"/>
            <a:chExt cx="3080385" cy="147955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2250" y="5781509"/>
              <a:ext cx="464312" cy="43307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22250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7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3267" y="5781509"/>
              <a:ext cx="464311" cy="4330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243267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1" y="217817"/>
                  </a:lnTo>
                  <a:lnTo>
                    <a:pt x="459611" y="261725"/>
                  </a:lnTo>
                  <a:lnTo>
                    <a:pt x="446115" y="302616"/>
                  </a:lnTo>
                  <a:lnTo>
                    <a:pt x="424734" y="339617"/>
                  </a:lnTo>
                  <a:lnTo>
                    <a:pt x="396378" y="371851"/>
                  </a:lnTo>
                  <a:lnTo>
                    <a:pt x="361956" y="398444"/>
                  </a:lnTo>
                  <a:lnTo>
                    <a:pt x="322378" y="418523"/>
                  </a:lnTo>
                  <a:lnTo>
                    <a:pt x="278554" y="431211"/>
                  </a:lnTo>
                  <a:lnTo>
                    <a:pt x="231394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56091" y="5781509"/>
              <a:ext cx="465835" cy="43307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751385" y="4744707"/>
              <a:ext cx="3070860" cy="1470025"/>
            </a:xfrm>
            <a:custGeom>
              <a:avLst/>
              <a:gdLst/>
              <a:ahLst/>
              <a:cxnLst/>
              <a:rect l="l" t="t" r="r" b="b"/>
              <a:pathLst>
                <a:path w="3070859" h="1470025">
                  <a:moveTo>
                    <a:pt x="2604706" y="1252054"/>
                  </a:moveTo>
                  <a:lnTo>
                    <a:pt x="2609469" y="1208146"/>
                  </a:lnTo>
                  <a:lnTo>
                    <a:pt x="2623117" y="1167255"/>
                  </a:lnTo>
                  <a:lnTo>
                    <a:pt x="2644685" y="1130255"/>
                  </a:lnTo>
                  <a:lnTo>
                    <a:pt x="2673211" y="1098021"/>
                  </a:lnTo>
                  <a:lnTo>
                    <a:pt x="2707732" y="1071427"/>
                  </a:lnTo>
                  <a:lnTo>
                    <a:pt x="2747283" y="1051349"/>
                  </a:lnTo>
                  <a:lnTo>
                    <a:pt x="2790901" y="1038661"/>
                  </a:lnTo>
                  <a:lnTo>
                    <a:pt x="2837624" y="1034237"/>
                  </a:lnTo>
                  <a:lnTo>
                    <a:pt x="2884347" y="1038661"/>
                  </a:lnTo>
                  <a:lnTo>
                    <a:pt x="2927965" y="1051349"/>
                  </a:lnTo>
                  <a:lnTo>
                    <a:pt x="2967516" y="1071427"/>
                  </a:lnTo>
                  <a:lnTo>
                    <a:pt x="3002037" y="1098021"/>
                  </a:lnTo>
                  <a:lnTo>
                    <a:pt x="3030563" y="1130255"/>
                  </a:lnTo>
                  <a:lnTo>
                    <a:pt x="3052131" y="1167255"/>
                  </a:lnTo>
                  <a:lnTo>
                    <a:pt x="3065779" y="1208146"/>
                  </a:lnTo>
                  <a:lnTo>
                    <a:pt x="3070542" y="1252054"/>
                  </a:lnTo>
                  <a:lnTo>
                    <a:pt x="3065779" y="1295962"/>
                  </a:lnTo>
                  <a:lnTo>
                    <a:pt x="3052131" y="1336854"/>
                  </a:lnTo>
                  <a:lnTo>
                    <a:pt x="3030563" y="1373854"/>
                  </a:lnTo>
                  <a:lnTo>
                    <a:pt x="3002037" y="1406088"/>
                  </a:lnTo>
                  <a:lnTo>
                    <a:pt x="2967516" y="1432682"/>
                  </a:lnTo>
                  <a:lnTo>
                    <a:pt x="2927965" y="1452760"/>
                  </a:lnTo>
                  <a:lnTo>
                    <a:pt x="2884347" y="1465448"/>
                  </a:lnTo>
                  <a:lnTo>
                    <a:pt x="2837624" y="1469872"/>
                  </a:lnTo>
                  <a:lnTo>
                    <a:pt x="2790901" y="1465448"/>
                  </a:lnTo>
                  <a:lnTo>
                    <a:pt x="2747283" y="1452760"/>
                  </a:lnTo>
                  <a:lnTo>
                    <a:pt x="2707732" y="1432682"/>
                  </a:lnTo>
                  <a:lnTo>
                    <a:pt x="2673211" y="1406088"/>
                  </a:lnTo>
                  <a:lnTo>
                    <a:pt x="2644685" y="1373854"/>
                  </a:lnTo>
                  <a:lnTo>
                    <a:pt x="2623117" y="1336854"/>
                  </a:lnTo>
                  <a:lnTo>
                    <a:pt x="2609469" y="1295962"/>
                  </a:lnTo>
                  <a:lnTo>
                    <a:pt x="2604706" y="1252054"/>
                  </a:lnTo>
                </a:path>
                <a:path w="3070859" h="1470025">
                  <a:moveTo>
                    <a:pt x="1082370" y="0"/>
                  </a:moveTo>
                  <a:lnTo>
                    <a:pt x="481050" y="418871"/>
                  </a:lnTo>
                </a:path>
                <a:path w="3070859" h="1470025">
                  <a:moveTo>
                    <a:pt x="1411198" y="0"/>
                  </a:moveTo>
                  <a:lnTo>
                    <a:pt x="2091677" y="418871"/>
                  </a:lnTo>
                </a:path>
                <a:path w="3070859" h="1470025">
                  <a:moveTo>
                    <a:pt x="155270" y="726554"/>
                  </a:moveTo>
                  <a:lnTo>
                    <a:pt x="0" y="1098219"/>
                  </a:lnTo>
                </a:path>
                <a:path w="3070859" h="1470025">
                  <a:moveTo>
                    <a:pt x="481050" y="726554"/>
                  </a:moveTo>
                  <a:lnTo>
                    <a:pt x="639381" y="1098219"/>
                  </a:lnTo>
                </a:path>
                <a:path w="3070859" h="1470025">
                  <a:moveTo>
                    <a:pt x="2091677" y="726554"/>
                  </a:moveTo>
                  <a:lnTo>
                    <a:pt x="1887689" y="1098219"/>
                  </a:lnTo>
                </a:path>
                <a:path w="3070859" h="1470025">
                  <a:moveTo>
                    <a:pt x="2418981" y="726554"/>
                  </a:moveTo>
                  <a:lnTo>
                    <a:pt x="2673210" y="109821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287386" y="5442251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23464" y="4761579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50526" y="5385669"/>
            <a:ext cx="203200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94033" y="4126920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23473" y="5385669"/>
            <a:ext cx="25717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5715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02270" y="4704447"/>
            <a:ext cx="1968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94207" y="5305145"/>
            <a:ext cx="231140" cy="8782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81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48337" y="4785829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6979" y="1322120"/>
                </a:moveTo>
                <a:lnTo>
                  <a:pt x="41097" y="1322120"/>
                </a:lnTo>
                <a:lnTo>
                  <a:pt x="31965" y="1319072"/>
                </a:lnTo>
                <a:lnTo>
                  <a:pt x="27393" y="1316037"/>
                </a:lnTo>
                <a:lnTo>
                  <a:pt x="28917" y="1316037"/>
                </a:lnTo>
                <a:lnTo>
                  <a:pt x="15227" y="1302321"/>
                </a:lnTo>
                <a:lnTo>
                  <a:pt x="10655" y="1296225"/>
                </a:lnTo>
                <a:lnTo>
                  <a:pt x="6083" y="1293190"/>
                </a:lnTo>
                <a:lnTo>
                  <a:pt x="0" y="1299273"/>
                </a:lnTo>
                <a:lnTo>
                  <a:pt x="9131" y="1308417"/>
                </a:lnTo>
                <a:lnTo>
                  <a:pt x="16738" y="1317561"/>
                </a:lnTo>
                <a:lnTo>
                  <a:pt x="22834" y="1323644"/>
                </a:lnTo>
                <a:lnTo>
                  <a:pt x="27393" y="1326692"/>
                </a:lnTo>
                <a:lnTo>
                  <a:pt x="33489" y="1329740"/>
                </a:lnTo>
                <a:lnTo>
                  <a:pt x="39573" y="1331264"/>
                </a:lnTo>
                <a:lnTo>
                  <a:pt x="66979" y="1331264"/>
                </a:lnTo>
                <a:lnTo>
                  <a:pt x="66979" y="1322120"/>
                </a:lnTo>
                <a:close/>
              </a:path>
              <a:path w="2411729" h="1362075">
                <a:moveTo>
                  <a:pt x="172021" y="1325168"/>
                </a:moveTo>
                <a:lnTo>
                  <a:pt x="170497" y="1316037"/>
                </a:lnTo>
                <a:lnTo>
                  <a:pt x="165938" y="1317561"/>
                </a:lnTo>
                <a:lnTo>
                  <a:pt x="103517" y="1320596"/>
                </a:lnTo>
                <a:lnTo>
                  <a:pt x="95910" y="1322120"/>
                </a:lnTo>
                <a:lnTo>
                  <a:pt x="95910" y="1331264"/>
                </a:lnTo>
                <a:lnTo>
                  <a:pt x="103517" y="1331264"/>
                </a:lnTo>
                <a:lnTo>
                  <a:pt x="135483" y="1328216"/>
                </a:lnTo>
                <a:lnTo>
                  <a:pt x="167449" y="1326692"/>
                </a:lnTo>
                <a:lnTo>
                  <a:pt x="172021" y="1325168"/>
                </a:lnTo>
                <a:close/>
              </a:path>
              <a:path w="2411729" h="1362075">
                <a:moveTo>
                  <a:pt x="275539" y="1311465"/>
                </a:moveTo>
                <a:lnTo>
                  <a:pt x="274015" y="1302321"/>
                </a:lnTo>
                <a:lnTo>
                  <a:pt x="260311" y="1303845"/>
                </a:lnTo>
                <a:lnTo>
                  <a:pt x="228346" y="1309941"/>
                </a:lnTo>
                <a:lnTo>
                  <a:pt x="199428" y="1312989"/>
                </a:lnTo>
                <a:lnTo>
                  <a:pt x="200952" y="1322120"/>
                </a:lnTo>
                <a:lnTo>
                  <a:pt x="229870" y="1319072"/>
                </a:lnTo>
                <a:lnTo>
                  <a:pt x="261835" y="1314513"/>
                </a:lnTo>
                <a:lnTo>
                  <a:pt x="275539" y="1311465"/>
                </a:lnTo>
                <a:close/>
              </a:path>
              <a:path w="2411729" h="1362075">
                <a:moveTo>
                  <a:pt x="363829" y="1253578"/>
                </a:moveTo>
                <a:lnTo>
                  <a:pt x="357746" y="1247495"/>
                </a:lnTo>
                <a:lnTo>
                  <a:pt x="348615" y="1255102"/>
                </a:lnTo>
                <a:lnTo>
                  <a:pt x="328828" y="1274902"/>
                </a:lnTo>
                <a:lnTo>
                  <a:pt x="319684" y="1282522"/>
                </a:lnTo>
                <a:lnTo>
                  <a:pt x="309029" y="1290142"/>
                </a:lnTo>
                <a:lnTo>
                  <a:pt x="299897" y="1296225"/>
                </a:lnTo>
                <a:lnTo>
                  <a:pt x="304469" y="1303845"/>
                </a:lnTo>
                <a:lnTo>
                  <a:pt x="309029" y="1302321"/>
                </a:lnTo>
                <a:lnTo>
                  <a:pt x="313601" y="1299273"/>
                </a:lnTo>
                <a:lnTo>
                  <a:pt x="356222" y="1262722"/>
                </a:lnTo>
                <a:lnTo>
                  <a:pt x="363829" y="1253578"/>
                </a:lnTo>
                <a:close/>
              </a:path>
              <a:path w="2411729" h="1362075">
                <a:moveTo>
                  <a:pt x="411022" y="1160665"/>
                </a:moveTo>
                <a:lnTo>
                  <a:pt x="403415" y="1154569"/>
                </a:lnTo>
                <a:lnTo>
                  <a:pt x="401891" y="1156093"/>
                </a:lnTo>
                <a:lnTo>
                  <a:pt x="400367" y="1160665"/>
                </a:lnTo>
                <a:lnTo>
                  <a:pt x="397332" y="1165237"/>
                </a:lnTo>
                <a:lnTo>
                  <a:pt x="395808" y="1166761"/>
                </a:lnTo>
                <a:lnTo>
                  <a:pt x="392760" y="1171333"/>
                </a:lnTo>
                <a:lnTo>
                  <a:pt x="388188" y="1180465"/>
                </a:lnTo>
                <a:lnTo>
                  <a:pt x="383628" y="1186561"/>
                </a:lnTo>
                <a:lnTo>
                  <a:pt x="379056" y="1194181"/>
                </a:lnTo>
                <a:lnTo>
                  <a:pt x="372973" y="1206360"/>
                </a:lnTo>
                <a:lnTo>
                  <a:pt x="368401" y="1224635"/>
                </a:lnTo>
                <a:lnTo>
                  <a:pt x="377532" y="1226159"/>
                </a:lnTo>
                <a:lnTo>
                  <a:pt x="379056" y="1220076"/>
                </a:lnTo>
                <a:lnTo>
                  <a:pt x="382104" y="1209408"/>
                </a:lnTo>
                <a:lnTo>
                  <a:pt x="385152" y="1204836"/>
                </a:lnTo>
                <a:lnTo>
                  <a:pt x="386676" y="1198753"/>
                </a:lnTo>
                <a:lnTo>
                  <a:pt x="391236" y="1191133"/>
                </a:lnTo>
                <a:lnTo>
                  <a:pt x="395808" y="1185037"/>
                </a:lnTo>
                <a:lnTo>
                  <a:pt x="401891" y="1175905"/>
                </a:lnTo>
                <a:lnTo>
                  <a:pt x="404939" y="1169809"/>
                </a:lnTo>
                <a:lnTo>
                  <a:pt x="407987" y="1165237"/>
                </a:lnTo>
                <a:lnTo>
                  <a:pt x="409511" y="1160665"/>
                </a:lnTo>
                <a:lnTo>
                  <a:pt x="411022" y="1160665"/>
                </a:lnTo>
                <a:close/>
              </a:path>
              <a:path w="2411729" h="1362075">
                <a:moveTo>
                  <a:pt x="444525" y="1061656"/>
                </a:moveTo>
                <a:lnTo>
                  <a:pt x="435381" y="1058621"/>
                </a:lnTo>
                <a:lnTo>
                  <a:pt x="432346" y="1073848"/>
                </a:lnTo>
                <a:lnTo>
                  <a:pt x="417118" y="1133246"/>
                </a:lnTo>
                <a:lnTo>
                  <a:pt x="426250" y="1134770"/>
                </a:lnTo>
                <a:lnTo>
                  <a:pt x="441477" y="1076896"/>
                </a:lnTo>
                <a:lnTo>
                  <a:pt x="444525" y="1061656"/>
                </a:lnTo>
                <a:close/>
              </a:path>
              <a:path w="2411729" h="1362075">
                <a:moveTo>
                  <a:pt x="453656" y="918476"/>
                </a:moveTo>
                <a:lnTo>
                  <a:pt x="452132" y="878878"/>
                </a:lnTo>
                <a:lnTo>
                  <a:pt x="449084" y="851458"/>
                </a:lnTo>
                <a:lnTo>
                  <a:pt x="439953" y="851458"/>
                </a:lnTo>
                <a:lnTo>
                  <a:pt x="441477" y="878878"/>
                </a:lnTo>
                <a:lnTo>
                  <a:pt x="444525" y="918476"/>
                </a:lnTo>
                <a:lnTo>
                  <a:pt x="444525" y="927620"/>
                </a:lnTo>
                <a:lnTo>
                  <a:pt x="453656" y="927620"/>
                </a:lnTo>
                <a:lnTo>
                  <a:pt x="453656" y="918476"/>
                </a:lnTo>
                <a:close/>
              </a:path>
              <a:path w="2411729" h="1362075">
                <a:moveTo>
                  <a:pt x="456653" y="997953"/>
                </a:moveTo>
                <a:lnTo>
                  <a:pt x="455231" y="959612"/>
                </a:lnTo>
                <a:lnTo>
                  <a:pt x="455180" y="956564"/>
                </a:lnTo>
                <a:lnTo>
                  <a:pt x="444525" y="956564"/>
                </a:lnTo>
                <a:lnTo>
                  <a:pt x="446036" y="959612"/>
                </a:lnTo>
                <a:lnTo>
                  <a:pt x="447560" y="997686"/>
                </a:lnTo>
                <a:lnTo>
                  <a:pt x="447560" y="997953"/>
                </a:lnTo>
                <a:lnTo>
                  <a:pt x="456653" y="997953"/>
                </a:lnTo>
                <a:close/>
              </a:path>
              <a:path w="2411729" h="1362075">
                <a:moveTo>
                  <a:pt x="456704" y="999210"/>
                </a:moveTo>
                <a:lnTo>
                  <a:pt x="447560" y="999210"/>
                </a:lnTo>
                <a:lnTo>
                  <a:pt x="447281" y="999210"/>
                </a:lnTo>
                <a:lnTo>
                  <a:pt x="441477" y="1031201"/>
                </a:lnTo>
                <a:lnTo>
                  <a:pt x="450608" y="1032725"/>
                </a:lnTo>
                <a:lnTo>
                  <a:pt x="456704" y="999210"/>
                </a:lnTo>
                <a:close/>
              </a:path>
              <a:path w="2411729" h="1362075">
                <a:moveTo>
                  <a:pt x="509981" y="773785"/>
                </a:moveTo>
                <a:lnTo>
                  <a:pt x="506933" y="772261"/>
                </a:lnTo>
                <a:lnTo>
                  <a:pt x="425678" y="750938"/>
                </a:lnTo>
                <a:lnTo>
                  <a:pt x="424726" y="750697"/>
                </a:lnTo>
                <a:lnTo>
                  <a:pt x="424726" y="752475"/>
                </a:lnTo>
                <a:lnTo>
                  <a:pt x="418642" y="758545"/>
                </a:lnTo>
                <a:lnTo>
                  <a:pt x="424700" y="752475"/>
                </a:lnTo>
                <a:lnTo>
                  <a:pt x="423202" y="750938"/>
                </a:lnTo>
                <a:lnTo>
                  <a:pt x="424726" y="752475"/>
                </a:lnTo>
                <a:lnTo>
                  <a:pt x="424726" y="750697"/>
                </a:lnTo>
                <a:lnTo>
                  <a:pt x="414070" y="747890"/>
                </a:lnTo>
                <a:lnTo>
                  <a:pt x="438429" y="840803"/>
                </a:lnTo>
                <a:lnTo>
                  <a:pt x="439953" y="843851"/>
                </a:lnTo>
                <a:lnTo>
                  <a:pt x="444525" y="843851"/>
                </a:lnTo>
                <a:lnTo>
                  <a:pt x="447560" y="842327"/>
                </a:lnTo>
                <a:lnTo>
                  <a:pt x="447560" y="837755"/>
                </a:lnTo>
                <a:lnTo>
                  <a:pt x="443877" y="824039"/>
                </a:lnTo>
                <a:lnTo>
                  <a:pt x="443649" y="823175"/>
                </a:lnTo>
                <a:lnTo>
                  <a:pt x="447560" y="822528"/>
                </a:lnTo>
                <a:lnTo>
                  <a:pt x="446036" y="814908"/>
                </a:lnTo>
                <a:lnTo>
                  <a:pt x="446036" y="798156"/>
                </a:lnTo>
                <a:lnTo>
                  <a:pt x="444525" y="790536"/>
                </a:lnTo>
                <a:lnTo>
                  <a:pt x="444525" y="785964"/>
                </a:lnTo>
                <a:lnTo>
                  <a:pt x="443001" y="779868"/>
                </a:lnTo>
                <a:lnTo>
                  <a:pt x="443001" y="776820"/>
                </a:lnTo>
                <a:lnTo>
                  <a:pt x="441477" y="775296"/>
                </a:lnTo>
                <a:lnTo>
                  <a:pt x="440715" y="772261"/>
                </a:lnTo>
                <a:lnTo>
                  <a:pt x="439953" y="769213"/>
                </a:lnTo>
                <a:lnTo>
                  <a:pt x="438429" y="767689"/>
                </a:lnTo>
                <a:lnTo>
                  <a:pt x="436905" y="764641"/>
                </a:lnTo>
                <a:lnTo>
                  <a:pt x="435381" y="763130"/>
                </a:lnTo>
                <a:lnTo>
                  <a:pt x="435381" y="785964"/>
                </a:lnTo>
                <a:lnTo>
                  <a:pt x="435381" y="792264"/>
                </a:lnTo>
                <a:lnTo>
                  <a:pt x="430022" y="772261"/>
                </a:lnTo>
                <a:lnTo>
                  <a:pt x="429983" y="772134"/>
                </a:lnTo>
                <a:lnTo>
                  <a:pt x="430822" y="773785"/>
                </a:lnTo>
                <a:lnTo>
                  <a:pt x="430822" y="772261"/>
                </a:lnTo>
                <a:lnTo>
                  <a:pt x="433857" y="779868"/>
                </a:lnTo>
                <a:lnTo>
                  <a:pt x="432346" y="778344"/>
                </a:lnTo>
                <a:lnTo>
                  <a:pt x="433857" y="781392"/>
                </a:lnTo>
                <a:lnTo>
                  <a:pt x="435381" y="785964"/>
                </a:lnTo>
                <a:lnTo>
                  <a:pt x="435381" y="763130"/>
                </a:lnTo>
                <a:lnTo>
                  <a:pt x="435254" y="763003"/>
                </a:lnTo>
                <a:lnTo>
                  <a:pt x="503885" y="781392"/>
                </a:lnTo>
                <a:lnTo>
                  <a:pt x="508457" y="781392"/>
                </a:lnTo>
                <a:lnTo>
                  <a:pt x="509981" y="778344"/>
                </a:lnTo>
                <a:lnTo>
                  <a:pt x="509981" y="773785"/>
                </a:lnTo>
                <a:close/>
              </a:path>
              <a:path w="2411729" h="1362075">
                <a:moveTo>
                  <a:pt x="1026045" y="1041857"/>
                </a:moveTo>
                <a:lnTo>
                  <a:pt x="1023010" y="1032725"/>
                </a:lnTo>
                <a:lnTo>
                  <a:pt x="1012355" y="1037285"/>
                </a:lnTo>
                <a:lnTo>
                  <a:pt x="1000175" y="1043381"/>
                </a:lnTo>
                <a:lnTo>
                  <a:pt x="986472" y="1047953"/>
                </a:lnTo>
                <a:lnTo>
                  <a:pt x="978865" y="1051001"/>
                </a:lnTo>
                <a:lnTo>
                  <a:pt x="971245" y="1055573"/>
                </a:lnTo>
                <a:lnTo>
                  <a:pt x="952982" y="1061656"/>
                </a:lnTo>
                <a:lnTo>
                  <a:pt x="956017" y="1070800"/>
                </a:lnTo>
                <a:lnTo>
                  <a:pt x="965161" y="1067752"/>
                </a:lnTo>
                <a:lnTo>
                  <a:pt x="974293" y="1063180"/>
                </a:lnTo>
                <a:lnTo>
                  <a:pt x="983424" y="1060132"/>
                </a:lnTo>
                <a:lnTo>
                  <a:pt x="991031" y="1057097"/>
                </a:lnTo>
                <a:lnTo>
                  <a:pt x="1004735" y="1051001"/>
                </a:lnTo>
                <a:lnTo>
                  <a:pt x="1016914" y="1046429"/>
                </a:lnTo>
                <a:lnTo>
                  <a:pt x="1026045" y="1041857"/>
                </a:lnTo>
                <a:close/>
              </a:path>
              <a:path w="2411729" h="1362075">
                <a:moveTo>
                  <a:pt x="1117396" y="987031"/>
                </a:moveTo>
                <a:lnTo>
                  <a:pt x="1111300" y="979411"/>
                </a:lnTo>
                <a:lnTo>
                  <a:pt x="1108252" y="982459"/>
                </a:lnTo>
                <a:lnTo>
                  <a:pt x="1099121" y="988542"/>
                </a:lnTo>
                <a:lnTo>
                  <a:pt x="1091514" y="993114"/>
                </a:lnTo>
                <a:lnTo>
                  <a:pt x="1077810" y="1002258"/>
                </a:lnTo>
                <a:lnTo>
                  <a:pt x="1053452" y="1017485"/>
                </a:lnTo>
                <a:lnTo>
                  <a:pt x="1047369" y="1020533"/>
                </a:lnTo>
                <a:lnTo>
                  <a:pt x="1051928" y="1028153"/>
                </a:lnTo>
                <a:lnTo>
                  <a:pt x="1059548" y="1025105"/>
                </a:lnTo>
                <a:lnTo>
                  <a:pt x="1070203" y="1019009"/>
                </a:lnTo>
                <a:lnTo>
                  <a:pt x="1082382" y="1011402"/>
                </a:lnTo>
                <a:lnTo>
                  <a:pt x="1096073" y="1000734"/>
                </a:lnTo>
                <a:lnTo>
                  <a:pt x="1103693" y="996162"/>
                </a:lnTo>
                <a:lnTo>
                  <a:pt x="1117396" y="987031"/>
                </a:lnTo>
                <a:close/>
              </a:path>
              <a:path w="2411729" h="1362075">
                <a:moveTo>
                  <a:pt x="1204163" y="929144"/>
                </a:moveTo>
                <a:lnTo>
                  <a:pt x="1198079" y="921524"/>
                </a:lnTo>
                <a:lnTo>
                  <a:pt x="1187424" y="927620"/>
                </a:lnTo>
                <a:lnTo>
                  <a:pt x="1173721" y="938288"/>
                </a:lnTo>
                <a:lnTo>
                  <a:pt x="1160018" y="947420"/>
                </a:lnTo>
                <a:lnTo>
                  <a:pt x="1147838" y="955040"/>
                </a:lnTo>
                <a:lnTo>
                  <a:pt x="1137183" y="962660"/>
                </a:lnTo>
                <a:lnTo>
                  <a:pt x="1135659" y="964184"/>
                </a:lnTo>
                <a:lnTo>
                  <a:pt x="1140231" y="971791"/>
                </a:lnTo>
                <a:lnTo>
                  <a:pt x="1141742" y="970267"/>
                </a:lnTo>
                <a:lnTo>
                  <a:pt x="1166101" y="955040"/>
                </a:lnTo>
                <a:lnTo>
                  <a:pt x="1178280" y="945896"/>
                </a:lnTo>
                <a:lnTo>
                  <a:pt x="1193507" y="936764"/>
                </a:lnTo>
                <a:lnTo>
                  <a:pt x="1204163" y="929144"/>
                </a:lnTo>
                <a:close/>
              </a:path>
              <a:path w="2411729" h="1362075">
                <a:moveTo>
                  <a:pt x="1271143" y="848410"/>
                </a:moveTo>
                <a:lnTo>
                  <a:pt x="1262011" y="843851"/>
                </a:lnTo>
                <a:lnTo>
                  <a:pt x="1262011" y="845375"/>
                </a:lnTo>
                <a:lnTo>
                  <a:pt x="1258963" y="848410"/>
                </a:lnTo>
                <a:lnTo>
                  <a:pt x="1258963" y="851458"/>
                </a:lnTo>
                <a:lnTo>
                  <a:pt x="1255928" y="857554"/>
                </a:lnTo>
                <a:lnTo>
                  <a:pt x="1252880" y="862126"/>
                </a:lnTo>
                <a:lnTo>
                  <a:pt x="1243749" y="880402"/>
                </a:lnTo>
                <a:lnTo>
                  <a:pt x="1234617" y="892594"/>
                </a:lnTo>
                <a:lnTo>
                  <a:pt x="1228521" y="898677"/>
                </a:lnTo>
                <a:lnTo>
                  <a:pt x="1220914" y="904773"/>
                </a:lnTo>
                <a:lnTo>
                  <a:pt x="1226997" y="912393"/>
                </a:lnTo>
                <a:lnTo>
                  <a:pt x="1246784" y="892594"/>
                </a:lnTo>
                <a:lnTo>
                  <a:pt x="1251356" y="886498"/>
                </a:lnTo>
                <a:lnTo>
                  <a:pt x="1255928" y="878878"/>
                </a:lnTo>
                <a:lnTo>
                  <a:pt x="1258963" y="871258"/>
                </a:lnTo>
                <a:lnTo>
                  <a:pt x="1262011" y="866698"/>
                </a:lnTo>
                <a:lnTo>
                  <a:pt x="1265059" y="857554"/>
                </a:lnTo>
                <a:lnTo>
                  <a:pt x="1266583" y="856030"/>
                </a:lnTo>
                <a:lnTo>
                  <a:pt x="1269619" y="849934"/>
                </a:lnTo>
                <a:lnTo>
                  <a:pt x="1271143" y="848410"/>
                </a:lnTo>
                <a:close/>
              </a:path>
              <a:path w="2411729" h="1362075">
                <a:moveTo>
                  <a:pt x="1312252" y="752449"/>
                </a:moveTo>
                <a:lnTo>
                  <a:pt x="1303121" y="749414"/>
                </a:lnTo>
                <a:lnTo>
                  <a:pt x="1303121" y="750938"/>
                </a:lnTo>
                <a:lnTo>
                  <a:pt x="1300073" y="760069"/>
                </a:lnTo>
                <a:lnTo>
                  <a:pt x="1297025" y="767689"/>
                </a:lnTo>
                <a:lnTo>
                  <a:pt x="1287894" y="782916"/>
                </a:lnTo>
                <a:lnTo>
                  <a:pt x="1281798" y="798156"/>
                </a:lnTo>
                <a:lnTo>
                  <a:pt x="1277239" y="821004"/>
                </a:lnTo>
                <a:lnTo>
                  <a:pt x="1286370" y="822528"/>
                </a:lnTo>
                <a:lnTo>
                  <a:pt x="1289418" y="808812"/>
                </a:lnTo>
                <a:lnTo>
                  <a:pt x="1290942" y="801192"/>
                </a:lnTo>
                <a:lnTo>
                  <a:pt x="1297025" y="785964"/>
                </a:lnTo>
                <a:lnTo>
                  <a:pt x="1301597" y="779868"/>
                </a:lnTo>
                <a:lnTo>
                  <a:pt x="1306156" y="772261"/>
                </a:lnTo>
                <a:lnTo>
                  <a:pt x="1312252" y="753973"/>
                </a:lnTo>
                <a:lnTo>
                  <a:pt x="1312252" y="752449"/>
                </a:lnTo>
                <a:close/>
              </a:path>
              <a:path w="2411729" h="1362075">
                <a:moveTo>
                  <a:pt x="1332039" y="648881"/>
                </a:moveTo>
                <a:lnTo>
                  <a:pt x="1322908" y="648881"/>
                </a:lnTo>
                <a:lnTo>
                  <a:pt x="1322908" y="664108"/>
                </a:lnTo>
                <a:lnTo>
                  <a:pt x="1321384" y="665632"/>
                </a:lnTo>
                <a:lnTo>
                  <a:pt x="1321384" y="668680"/>
                </a:lnTo>
                <a:lnTo>
                  <a:pt x="1319860" y="671728"/>
                </a:lnTo>
                <a:lnTo>
                  <a:pt x="1319860" y="676300"/>
                </a:lnTo>
                <a:lnTo>
                  <a:pt x="1316812" y="683907"/>
                </a:lnTo>
                <a:lnTo>
                  <a:pt x="1315300" y="694575"/>
                </a:lnTo>
                <a:lnTo>
                  <a:pt x="1312252" y="705231"/>
                </a:lnTo>
                <a:lnTo>
                  <a:pt x="1309204" y="714375"/>
                </a:lnTo>
                <a:lnTo>
                  <a:pt x="1307680" y="721995"/>
                </a:lnTo>
                <a:lnTo>
                  <a:pt x="1316812" y="723519"/>
                </a:lnTo>
                <a:lnTo>
                  <a:pt x="1318336" y="715899"/>
                </a:lnTo>
                <a:lnTo>
                  <a:pt x="1321384" y="706755"/>
                </a:lnTo>
                <a:lnTo>
                  <a:pt x="1324432" y="696099"/>
                </a:lnTo>
                <a:lnTo>
                  <a:pt x="1325956" y="686955"/>
                </a:lnTo>
                <a:lnTo>
                  <a:pt x="1328991" y="677824"/>
                </a:lnTo>
                <a:lnTo>
                  <a:pt x="1328991" y="674776"/>
                </a:lnTo>
                <a:lnTo>
                  <a:pt x="1330515" y="670204"/>
                </a:lnTo>
                <a:lnTo>
                  <a:pt x="1330515" y="668680"/>
                </a:lnTo>
                <a:lnTo>
                  <a:pt x="1332039" y="665632"/>
                </a:lnTo>
                <a:lnTo>
                  <a:pt x="1332039" y="648881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4432" y="543775"/>
                </a:lnTo>
                <a:lnTo>
                  <a:pt x="1322908" y="619937"/>
                </a:lnTo>
                <a:lnTo>
                  <a:pt x="1333563" y="619937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6611" y="438683"/>
                </a:moveTo>
                <a:lnTo>
                  <a:pt x="1327480" y="438683"/>
                </a:lnTo>
                <a:lnTo>
                  <a:pt x="1325956" y="487426"/>
                </a:lnTo>
                <a:lnTo>
                  <a:pt x="1325956" y="514845"/>
                </a:lnTo>
                <a:lnTo>
                  <a:pt x="1335087" y="514845"/>
                </a:lnTo>
                <a:lnTo>
                  <a:pt x="1335087" y="487426"/>
                </a:lnTo>
                <a:lnTo>
                  <a:pt x="1336611" y="438683"/>
                </a:lnTo>
                <a:close/>
              </a:path>
              <a:path w="2411729" h="1362075">
                <a:moveTo>
                  <a:pt x="1339646" y="335102"/>
                </a:moveTo>
                <a:lnTo>
                  <a:pt x="1330515" y="335102"/>
                </a:lnTo>
                <a:lnTo>
                  <a:pt x="1327480" y="409740"/>
                </a:lnTo>
                <a:lnTo>
                  <a:pt x="1338135" y="411264"/>
                </a:lnTo>
                <a:lnTo>
                  <a:pt x="1339646" y="335102"/>
                </a:lnTo>
                <a:close/>
              </a:path>
              <a:path w="2411729" h="1362075">
                <a:moveTo>
                  <a:pt x="1342694" y="230009"/>
                </a:moveTo>
                <a:lnTo>
                  <a:pt x="1332039" y="230009"/>
                </a:lnTo>
                <a:lnTo>
                  <a:pt x="1332039" y="269608"/>
                </a:lnTo>
                <a:lnTo>
                  <a:pt x="1330515" y="283311"/>
                </a:lnTo>
                <a:lnTo>
                  <a:pt x="1330515" y="306158"/>
                </a:lnTo>
                <a:lnTo>
                  <a:pt x="1339646" y="306158"/>
                </a:lnTo>
                <a:lnTo>
                  <a:pt x="1339646" y="298551"/>
                </a:lnTo>
                <a:lnTo>
                  <a:pt x="1341170" y="283311"/>
                </a:lnTo>
                <a:lnTo>
                  <a:pt x="1341170" y="246761"/>
                </a:lnTo>
                <a:lnTo>
                  <a:pt x="1342694" y="234569"/>
                </a:lnTo>
                <a:lnTo>
                  <a:pt x="1342694" y="230009"/>
                </a:lnTo>
                <a:close/>
              </a:path>
              <a:path w="2411729" h="1362075">
                <a:moveTo>
                  <a:pt x="1347266" y="124904"/>
                </a:moveTo>
                <a:lnTo>
                  <a:pt x="1336611" y="124904"/>
                </a:lnTo>
                <a:lnTo>
                  <a:pt x="1336611" y="141655"/>
                </a:lnTo>
                <a:lnTo>
                  <a:pt x="1335087" y="149275"/>
                </a:lnTo>
                <a:lnTo>
                  <a:pt x="1335087" y="182791"/>
                </a:lnTo>
                <a:lnTo>
                  <a:pt x="1333563" y="188874"/>
                </a:lnTo>
                <a:lnTo>
                  <a:pt x="1333563" y="201066"/>
                </a:lnTo>
                <a:lnTo>
                  <a:pt x="1342694" y="201066"/>
                </a:lnTo>
                <a:lnTo>
                  <a:pt x="1342694" y="198018"/>
                </a:lnTo>
                <a:lnTo>
                  <a:pt x="1344218" y="190398"/>
                </a:lnTo>
                <a:lnTo>
                  <a:pt x="1344218" y="158419"/>
                </a:lnTo>
                <a:lnTo>
                  <a:pt x="1345742" y="149275"/>
                </a:lnTo>
                <a:lnTo>
                  <a:pt x="1345742" y="127952"/>
                </a:lnTo>
                <a:lnTo>
                  <a:pt x="1347266" y="124904"/>
                </a:lnTo>
                <a:close/>
              </a:path>
              <a:path w="2411729" h="1362075">
                <a:moveTo>
                  <a:pt x="1391412" y="83781"/>
                </a:moveTo>
                <a:lnTo>
                  <a:pt x="1354201" y="19799"/>
                </a:lnTo>
                <a:lnTo>
                  <a:pt x="1349781" y="12192"/>
                </a:lnTo>
                <a:lnTo>
                  <a:pt x="1342694" y="0"/>
                </a:lnTo>
                <a:lnTo>
                  <a:pt x="1293977" y="83781"/>
                </a:lnTo>
                <a:lnTo>
                  <a:pt x="1293977" y="86829"/>
                </a:lnTo>
                <a:lnTo>
                  <a:pt x="1295501" y="89877"/>
                </a:lnTo>
                <a:lnTo>
                  <a:pt x="1300073" y="89877"/>
                </a:lnTo>
                <a:lnTo>
                  <a:pt x="1303121" y="88353"/>
                </a:lnTo>
                <a:lnTo>
                  <a:pt x="1338135" y="27952"/>
                </a:lnTo>
                <a:lnTo>
                  <a:pt x="1338135" y="95961"/>
                </a:lnTo>
                <a:lnTo>
                  <a:pt x="1347266" y="95961"/>
                </a:lnTo>
                <a:lnTo>
                  <a:pt x="1347266" y="27952"/>
                </a:lnTo>
                <a:lnTo>
                  <a:pt x="1382280" y="88353"/>
                </a:lnTo>
                <a:lnTo>
                  <a:pt x="1385328" y="89877"/>
                </a:lnTo>
                <a:lnTo>
                  <a:pt x="1389888" y="89877"/>
                </a:lnTo>
                <a:lnTo>
                  <a:pt x="1391412" y="86829"/>
                </a:lnTo>
                <a:lnTo>
                  <a:pt x="1391412" y="83781"/>
                </a:lnTo>
                <a:close/>
              </a:path>
              <a:path w="2411729" h="1362075">
                <a:moveTo>
                  <a:pt x="2012518" y="1349540"/>
                </a:moveTo>
                <a:lnTo>
                  <a:pt x="1983600" y="1351064"/>
                </a:lnTo>
                <a:lnTo>
                  <a:pt x="1936407" y="1352588"/>
                </a:lnTo>
                <a:lnTo>
                  <a:pt x="1936407" y="1361732"/>
                </a:lnTo>
                <a:lnTo>
                  <a:pt x="1983600" y="1360208"/>
                </a:lnTo>
                <a:lnTo>
                  <a:pt x="2012518" y="1360208"/>
                </a:lnTo>
                <a:lnTo>
                  <a:pt x="2012518" y="1349540"/>
                </a:lnTo>
                <a:close/>
              </a:path>
              <a:path w="2411729" h="1362075">
                <a:moveTo>
                  <a:pt x="2117560" y="1355636"/>
                </a:moveTo>
                <a:lnTo>
                  <a:pt x="2116048" y="1344968"/>
                </a:lnTo>
                <a:lnTo>
                  <a:pt x="2102345" y="1346492"/>
                </a:lnTo>
                <a:lnTo>
                  <a:pt x="2077986" y="1348016"/>
                </a:lnTo>
                <a:lnTo>
                  <a:pt x="2039924" y="1349540"/>
                </a:lnTo>
                <a:lnTo>
                  <a:pt x="2041448" y="1358684"/>
                </a:lnTo>
                <a:lnTo>
                  <a:pt x="2079510" y="1357160"/>
                </a:lnTo>
                <a:lnTo>
                  <a:pt x="2102345" y="1355636"/>
                </a:lnTo>
                <a:lnTo>
                  <a:pt x="2117560" y="1355636"/>
                </a:lnTo>
                <a:close/>
              </a:path>
              <a:path w="2411729" h="1362075">
                <a:moveTo>
                  <a:pt x="2218042" y="1322120"/>
                </a:moveTo>
                <a:lnTo>
                  <a:pt x="2213470" y="1312989"/>
                </a:lnTo>
                <a:lnTo>
                  <a:pt x="2211946" y="1314513"/>
                </a:lnTo>
                <a:lnTo>
                  <a:pt x="2198255" y="1320596"/>
                </a:lnTo>
                <a:lnTo>
                  <a:pt x="2183028" y="1325168"/>
                </a:lnTo>
                <a:lnTo>
                  <a:pt x="2176932" y="1328216"/>
                </a:lnTo>
                <a:lnTo>
                  <a:pt x="2169325" y="1329740"/>
                </a:lnTo>
                <a:lnTo>
                  <a:pt x="2148014" y="1338884"/>
                </a:lnTo>
                <a:lnTo>
                  <a:pt x="2143442" y="1340408"/>
                </a:lnTo>
                <a:lnTo>
                  <a:pt x="2146490" y="1349540"/>
                </a:lnTo>
                <a:lnTo>
                  <a:pt x="2151062" y="1348016"/>
                </a:lnTo>
                <a:lnTo>
                  <a:pt x="2161717" y="1343444"/>
                </a:lnTo>
                <a:lnTo>
                  <a:pt x="2173897" y="1338884"/>
                </a:lnTo>
                <a:lnTo>
                  <a:pt x="2179980" y="1335836"/>
                </a:lnTo>
                <a:lnTo>
                  <a:pt x="2186076" y="1334312"/>
                </a:lnTo>
                <a:lnTo>
                  <a:pt x="2201291" y="1329740"/>
                </a:lnTo>
                <a:lnTo>
                  <a:pt x="2214994" y="1323644"/>
                </a:lnTo>
                <a:lnTo>
                  <a:pt x="2218042" y="1322120"/>
                </a:lnTo>
                <a:close/>
              </a:path>
              <a:path w="2411729" h="1362075">
                <a:moveTo>
                  <a:pt x="2291105" y="1244447"/>
                </a:moveTo>
                <a:lnTo>
                  <a:pt x="2281974" y="1239875"/>
                </a:lnTo>
                <a:lnTo>
                  <a:pt x="2278938" y="1244447"/>
                </a:lnTo>
                <a:lnTo>
                  <a:pt x="2271318" y="1255102"/>
                </a:lnTo>
                <a:lnTo>
                  <a:pt x="2265235" y="1265770"/>
                </a:lnTo>
                <a:lnTo>
                  <a:pt x="2256104" y="1274902"/>
                </a:lnTo>
                <a:lnTo>
                  <a:pt x="2246960" y="1285570"/>
                </a:lnTo>
                <a:lnTo>
                  <a:pt x="2236305" y="1296225"/>
                </a:lnTo>
                <a:lnTo>
                  <a:pt x="2234781" y="1296225"/>
                </a:lnTo>
                <a:lnTo>
                  <a:pt x="2240877" y="1303845"/>
                </a:lnTo>
                <a:lnTo>
                  <a:pt x="2242401" y="1303845"/>
                </a:lnTo>
                <a:lnTo>
                  <a:pt x="2263711" y="1282522"/>
                </a:lnTo>
                <a:lnTo>
                  <a:pt x="2286546" y="1250530"/>
                </a:lnTo>
                <a:lnTo>
                  <a:pt x="2291105" y="1244447"/>
                </a:lnTo>
                <a:close/>
              </a:path>
              <a:path w="2411729" h="1362075">
                <a:moveTo>
                  <a:pt x="2335263" y="1150010"/>
                </a:moveTo>
                <a:lnTo>
                  <a:pt x="2326119" y="1146962"/>
                </a:lnTo>
                <a:lnTo>
                  <a:pt x="2324608" y="1151534"/>
                </a:lnTo>
                <a:lnTo>
                  <a:pt x="2321560" y="1163713"/>
                </a:lnTo>
                <a:lnTo>
                  <a:pt x="2320036" y="1172857"/>
                </a:lnTo>
                <a:lnTo>
                  <a:pt x="2315464" y="1183513"/>
                </a:lnTo>
                <a:lnTo>
                  <a:pt x="2312428" y="1195705"/>
                </a:lnTo>
                <a:lnTo>
                  <a:pt x="2309380" y="1201788"/>
                </a:lnTo>
                <a:lnTo>
                  <a:pt x="2309380" y="1200264"/>
                </a:lnTo>
                <a:lnTo>
                  <a:pt x="2306332" y="1206360"/>
                </a:lnTo>
                <a:lnTo>
                  <a:pt x="2301773" y="1210932"/>
                </a:lnTo>
                <a:lnTo>
                  <a:pt x="2298725" y="1215504"/>
                </a:lnTo>
                <a:lnTo>
                  <a:pt x="2306332" y="1221600"/>
                </a:lnTo>
                <a:lnTo>
                  <a:pt x="2309380" y="1217028"/>
                </a:lnTo>
                <a:lnTo>
                  <a:pt x="2313952" y="1212456"/>
                </a:lnTo>
                <a:lnTo>
                  <a:pt x="2316988" y="1206360"/>
                </a:lnTo>
                <a:lnTo>
                  <a:pt x="2316988" y="1204836"/>
                </a:lnTo>
                <a:lnTo>
                  <a:pt x="2318512" y="1201788"/>
                </a:lnTo>
                <a:lnTo>
                  <a:pt x="2320036" y="1198753"/>
                </a:lnTo>
                <a:lnTo>
                  <a:pt x="2324608" y="1186561"/>
                </a:lnTo>
                <a:lnTo>
                  <a:pt x="2329167" y="1175905"/>
                </a:lnTo>
                <a:lnTo>
                  <a:pt x="2330691" y="1166761"/>
                </a:lnTo>
                <a:lnTo>
                  <a:pt x="2332215" y="1159141"/>
                </a:lnTo>
                <a:lnTo>
                  <a:pt x="2333739" y="1153058"/>
                </a:lnTo>
                <a:lnTo>
                  <a:pt x="2335263" y="1150010"/>
                </a:lnTo>
                <a:close/>
              </a:path>
              <a:path w="2411729" h="1362075">
                <a:moveTo>
                  <a:pt x="2356574" y="1046429"/>
                </a:moveTo>
                <a:lnTo>
                  <a:pt x="2347442" y="1044905"/>
                </a:lnTo>
                <a:lnTo>
                  <a:pt x="2341346" y="1066228"/>
                </a:lnTo>
                <a:lnTo>
                  <a:pt x="2339822" y="1078420"/>
                </a:lnTo>
                <a:lnTo>
                  <a:pt x="2336787" y="1089075"/>
                </a:lnTo>
                <a:lnTo>
                  <a:pt x="2335263" y="1098219"/>
                </a:lnTo>
                <a:lnTo>
                  <a:pt x="2333739" y="1105827"/>
                </a:lnTo>
                <a:lnTo>
                  <a:pt x="2330691" y="1118019"/>
                </a:lnTo>
                <a:lnTo>
                  <a:pt x="2330691" y="1119555"/>
                </a:lnTo>
                <a:lnTo>
                  <a:pt x="2339822" y="1121079"/>
                </a:lnTo>
                <a:lnTo>
                  <a:pt x="2339822" y="1119555"/>
                </a:lnTo>
                <a:lnTo>
                  <a:pt x="2341346" y="1114971"/>
                </a:lnTo>
                <a:lnTo>
                  <a:pt x="2344394" y="1099743"/>
                </a:lnTo>
                <a:lnTo>
                  <a:pt x="2345918" y="1090599"/>
                </a:lnTo>
                <a:lnTo>
                  <a:pt x="2348966" y="1081468"/>
                </a:lnTo>
                <a:lnTo>
                  <a:pt x="2352002" y="1069276"/>
                </a:lnTo>
                <a:lnTo>
                  <a:pt x="2356574" y="1046429"/>
                </a:lnTo>
                <a:close/>
              </a:path>
              <a:path w="2411729" h="1362075">
                <a:moveTo>
                  <a:pt x="2365705" y="941324"/>
                </a:moveTo>
                <a:lnTo>
                  <a:pt x="2355050" y="941324"/>
                </a:lnTo>
                <a:lnTo>
                  <a:pt x="2355050" y="962660"/>
                </a:lnTo>
                <a:lnTo>
                  <a:pt x="2353526" y="971791"/>
                </a:lnTo>
                <a:lnTo>
                  <a:pt x="2353526" y="982459"/>
                </a:lnTo>
                <a:lnTo>
                  <a:pt x="2352002" y="993114"/>
                </a:lnTo>
                <a:lnTo>
                  <a:pt x="2352002" y="1006830"/>
                </a:lnTo>
                <a:lnTo>
                  <a:pt x="2350478" y="1017485"/>
                </a:lnTo>
                <a:lnTo>
                  <a:pt x="2359622" y="1017485"/>
                </a:lnTo>
                <a:lnTo>
                  <a:pt x="2361133" y="1006830"/>
                </a:lnTo>
                <a:lnTo>
                  <a:pt x="2361133" y="994638"/>
                </a:lnTo>
                <a:lnTo>
                  <a:pt x="2362657" y="982459"/>
                </a:lnTo>
                <a:lnTo>
                  <a:pt x="2362657" y="971791"/>
                </a:lnTo>
                <a:lnTo>
                  <a:pt x="2364181" y="962660"/>
                </a:lnTo>
                <a:lnTo>
                  <a:pt x="2364181" y="945896"/>
                </a:lnTo>
                <a:lnTo>
                  <a:pt x="2365705" y="941324"/>
                </a:lnTo>
                <a:close/>
              </a:path>
              <a:path w="2411729" h="1362075">
                <a:moveTo>
                  <a:pt x="2367229" y="836231"/>
                </a:moveTo>
                <a:lnTo>
                  <a:pt x="2356574" y="837755"/>
                </a:lnTo>
                <a:lnTo>
                  <a:pt x="2358098" y="846886"/>
                </a:lnTo>
                <a:lnTo>
                  <a:pt x="2358098" y="903249"/>
                </a:lnTo>
                <a:lnTo>
                  <a:pt x="2356574" y="912393"/>
                </a:lnTo>
                <a:lnTo>
                  <a:pt x="2367229" y="913917"/>
                </a:lnTo>
                <a:lnTo>
                  <a:pt x="2367229" y="836231"/>
                </a:lnTo>
                <a:close/>
              </a:path>
              <a:path w="2411729" h="1362075">
                <a:moveTo>
                  <a:pt x="2411374" y="834707"/>
                </a:moveTo>
                <a:lnTo>
                  <a:pt x="2409850" y="830135"/>
                </a:lnTo>
                <a:lnTo>
                  <a:pt x="2367229" y="758190"/>
                </a:lnTo>
                <a:lnTo>
                  <a:pt x="2367229" y="757021"/>
                </a:lnTo>
                <a:lnTo>
                  <a:pt x="2366530" y="757021"/>
                </a:lnTo>
                <a:lnTo>
                  <a:pt x="2361133" y="747890"/>
                </a:lnTo>
                <a:lnTo>
                  <a:pt x="2313952" y="830135"/>
                </a:lnTo>
                <a:lnTo>
                  <a:pt x="2312428" y="834707"/>
                </a:lnTo>
                <a:lnTo>
                  <a:pt x="2315464" y="837755"/>
                </a:lnTo>
                <a:lnTo>
                  <a:pt x="2318512" y="837755"/>
                </a:lnTo>
                <a:lnTo>
                  <a:pt x="2321560" y="836231"/>
                </a:lnTo>
                <a:lnTo>
                  <a:pt x="2356574" y="775830"/>
                </a:lnTo>
                <a:lnTo>
                  <a:pt x="2356574" y="808812"/>
                </a:lnTo>
                <a:lnTo>
                  <a:pt x="2367229" y="808812"/>
                </a:lnTo>
                <a:lnTo>
                  <a:pt x="2367229" y="775830"/>
                </a:lnTo>
                <a:lnTo>
                  <a:pt x="2402243" y="836231"/>
                </a:lnTo>
                <a:lnTo>
                  <a:pt x="2405291" y="837755"/>
                </a:lnTo>
                <a:lnTo>
                  <a:pt x="2408326" y="837755"/>
                </a:lnTo>
                <a:lnTo>
                  <a:pt x="2411374" y="834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9042" y="2019541"/>
            <a:ext cx="8154034" cy="5186680"/>
            <a:chOff x="1379042" y="2019541"/>
            <a:chExt cx="8154034" cy="5186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3804" y="2024303"/>
              <a:ext cx="8144509" cy="4521200"/>
            </a:xfrm>
            <a:custGeom>
              <a:avLst/>
              <a:gdLst/>
              <a:ahLst/>
              <a:cxnLst/>
              <a:rect l="l" t="t" r="r" b="b"/>
              <a:pathLst>
                <a:path w="8144509" h="4521200">
                  <a:moveTo>
                    <a:pt x="8144484" y="0"/>
                  </a:moveTo>
                  <a:lnTo>
                    <a:pt x="0" y="0"/>
                  </a:lnTo>
                  <a:lnTo>
                    <a:pt x="0" y="4520806"/>
                  </a:lnTo>
                  <a:lnTo>
                    <a:pt x="8144484" y="4520806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83804" y="2024303"/>
              <a:ext cx="8144509" cy="4521200"/>
            </a:xfrm>
            <a:custGeom>
              <a:avLst/>
              <a:gdLst/>
              <a:ahLst/>
              <a:cxnLst/>
              <a:rect l="l" t="t" r="r" b="b"/>
              <a:pathLst>
                <a:path w="8144509" h="4521200">
                  <a:moveTo>
                    <a:pt x="0" y="0"/>
                  </a:moveTo>
                  <a:lnTo>
                    <a:pt x="8144484" y="0"/>
                  </a:lnTo>
                  <a:lnTo>
                    <a:pt x="8144484" y="4520806"/>
                  </a:lnTo>
                  <a:lnTo>
                    <a:pt x="0" y="4520806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스레드</a:t>
            </a:r>
            <a:r>
              <a:rPr dirty="0" spc="-260"/>
              <a:t> </a:t>
            </a:r>
            <a:r>
              <a:rPr dirty="0" spc="-1760"/>
              <a:t>이진</a:t>
            </a:r>
            <a:r>
              <a:rPr dirty="0" spc="-260"/>
              <a:t> </a:t>
            </a:r>
            <a:r>
              <a:rPr dirty="0" spc="-2100"/>
              <a:t>트리의</a:t>
            </a:r>
            <a:r>
              <a:rPr dirty="0" spc="-260"/>
              <a:t> </a:t>
            </a:r>
            <a:r>
              <a:rPr dirty="0" spc="-2140"/>
              <a:t>구현</a:t>
            </a:r>
            <a:r>
              <a:rPr dirty="0" spc="-250"/>
              <a:t> </a:t>
            </a:r>
            <a:r>
              <a:rPr dirty="0" spc="-10">
                <a:latin typeface="Tw Cen MT"/>
                <a:cs typeface="Tw Cen MT"/>
              </a:rPr>
              <a:t>(thread_tree.c)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5142" y="2050140"/>
            <a:ext cx="5791835" cy="124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typedef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data;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struct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*left,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*right;</a:t>
            </a:r>
            <a:endParaRPr sz="1600">
              <a:latin typeface="Trebuchet MS"/>
              <a:cs typeface="Trebuchet MS"/>
            </a:endParaRPr>
          </a:p>
          <a:p>
            <a:pPr marL="913130">
              <a:lnSpc>
                <a:spcPts val="1905"/>
              </a:lnSpc>
              <a:spcBef>
                <a:spcPts val="20"/>
              </a:spcBef>
            </a:pP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is_thread;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>
                <a:latin typeface="Gulim"/>
                <a:cs typeface="Gulim"/>
              </a:rPr>
              <a:t>만약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링크가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스레드이면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TRUE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05"/>
              </a:lnSpc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TreeNode;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6406" y="3512394"/>
            <a:ext cx="1498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142" y="3512394"/>
            <a:ext cx="153733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920"/>
              </a:lnSpc>
              <a:spcBef>
                <a:spcPts val="95"/>
              </a:spcBef>
            </a:pPr>
            <a:r>
              <a:rPr dirty="0" sz="1600" spc="-25">
                <a:latin typeface="Trebuchet MS"/>
                <a:cs typeface="Trebuchet MS"/>
              </a:rPr>
              <a:t>//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ts val="1920"/>
              </a:lnSpc>
              <a:tabLst>
                <a:tab pos="521970" algn="l"/>
                <a:tab pos="1200785" algn="l"/>
              </a:tabLst>
            </a:pPr>
            <a:r>
              <a:rPr dirty="0" sz="1600" spc="-25">
                <a:latin typeface="Trebuchet MS"/>
                <a:cs typeface="Trebuchet MS"/>
              </a:rPr>
              <a:t>//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C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F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tabLst>
                <a:tab pos="681355" algn="l"/>
                <a:tab pos="981710" algn="l"/>
                <a:tab pos="1415415" algn="l"/>
              </a:tabLst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37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A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B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D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50">
                <a:latin typeface="Trebuchet MS"/>
                <a:cs typeface="Trebuchet MS"/>
              </a:rPr>
              <a:t>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5142" y="4243520"/>
            <a:ext cx="3372485" cy="197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  <a:tabLst>
                <a:tab pos="2546350" algn="l"/>
              </a:tabLst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n1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'A',</a:t>
            </a:r>
            <a:r>
              <a:rPr dirty="0" sz="1600" spc="459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&amp;n3,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n2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'B',</a:t>
            </a:r>
            <a:r>
              <a:rPr dirty="0" sz="1600" spc="45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NULL,</a:t>
            </a:r>
            <a:r>
              <a:rPr dirty="0" sz="1600">
                <a:latin typeface="Trebuchet MS"/>
                <a:cs typeface="Trebuchet MS"/>
              </a:rPr>
              <a:t>	&amp;n7,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n3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'C',</a:t>
            </a:r>
            <a:r>
              <a:rPr dirty="0" sz="1600" spc="47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&amp;n1,</a:t>
            </a:r>
            <a:r>
              <a:rPr dirty="0" sz="1600" spc="4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&amp;n2,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3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n4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'D',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&amp;n6,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1</a:t>
            </a:r>
            <a:r>
              <a:rPr dirty="0" sz="1600" spc="-25">
                <a:latin typeface="Trebuchet MS"/>
                <a:cs typeface="Trebuchet MS"/>
              </a:rPr>
              <a:t> 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n5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'E',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NULL,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</a:t>
            </a:r>
            <a:r>
              <a:rPr dirty="0" sz="1600" spc="-25">
                <a:latin typeface="Trebuchet MS"/>
                <a:cs typeface="Trebuchet MS"/>
              </a:rPr>
              <a:t> };</a:t>
            </a:r>
            <a:endParaRPr sz="1600">
              <a:latin typeface="Trebuchet MS"/>
              <a:cs typeface="Trebuchet MS"/>
            </a:endParaRPr>
          </a:p>
          <a:p>
            <a:pPr algn="just" marR="151130">
              <a:lnSpc>
                <a:spcPts val="1920"/>
              </a:lnSpc>
              <a:spcBef>
                <a:spcPts val="5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n6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'F',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&amp;n4,</a:t>
            </a:r>
            <a:r>
              <a:rPr dirty="0" sz="1600" spc="4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&amp;n5,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n7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{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'G',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&amp;n3,</a:t>
            </a:r>
            <a:r>
              <a:rPr dirty="0" sz="1600" spc="4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&amp;n6,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0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}; </a:t>
            </a: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exp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&amp;n7;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013" y="3911333"/>
            <a:ext cx="474345" cy="445770"/>
            <a:chOff x="6762013" y="3911333"/>
            <a:chExt cx="474345" cy="4457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776" y="3918661"/>
              <a:ext cx="464311" cy="4330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66776" y="3916095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1" y="217817"/>
                  </a:lnTo>
                  <a:lnTo>
                    <a:pt x="459611" y="261725"/>
                  </a:lnTo>
                  <a:lnTo>
                    <a:pt x="446115" y="302616"/>
                  </a:lnTo>
                  <a:lnTo>
                    <a:pt x="424734" y="339617"/>
                  </a:lnTo>
                  <a:lnTo>
                    <a:pt x="396378" y="371851"/>
                  </a:lnTo>
                  <a:lnTo>
                    <a:pt x="361956" y="398444"/>
                  </a:lnTo>
                  <a:lnTo>
                    <a:pt x="322378" y="418523"/>
                  </a:lnTo>
                  <a:lnTo>
                    <a:pt x="278554" y="431211"/>
                  </a:lnTo>
                  <a:lnTo>
                    <a:pt x="231394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895569" y="3928118"/>
            <a:ext cx="21907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33389" y="4637887"/>
            <a:ext cx="474345" cy="443865"/>
            <a:chOff x="5833389" y="4637887"/>
            <a:chExt cx="474345" cy="44386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8151" y="4644961"/>
              <a:ext cx="464312" cy="431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838151" y="4642649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3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2" y="217817"/>
                  </a:lnTo>
                  <a:lnTo>
                    <a:pt x="459548" y="261222"/>
                  </a:lnTo>
                  <a:lnTo>
                    <a:pt x="445901" y="301735"/>
                  </a:lnTo>
                  <a:lnTo>
                    <a:pt x="424332" y="338465"/>
                  </a:lnTo>
                  <a:lnTo>
                    <a:pt x="395806" y="370517"/>
                  </a:lnTo>
                  <a:lnTo>
                    <a:pt x="361286" y="397001"/>
                  </a:lnTo>
                  <a:lnTo>
                    <a:pt x="321735" y="417022"/>
                  </a:lnTo>
                  <a:lnTo>
                    <a:pt x="278116" y="429690"/>
                  </a:lnTo>
                  <a:lnTo>
                    <a:pt x="231393" y="434111"/>
                  </a:lnTo>
                  <a:lnTo>
                    <a:pt x="184736" y="429690"/>
                  </a:lnTo>
                  <a:lnTo>
                    <a:pt x="141290" y="417022"/>
                  </a:lnTo>
                  <a:lnTo>
                    <a:pt x="101983" y="397001"/>
                  </a:lnTo>
                  <a:lnTo>
                    <a:pt x="67743" y="370517"/>
                  </a:lnTo>
                  <a:lnTo>
                    <a:pt x="39497" y="338465"/>
                  </a:lnTo>
                  <a:lnTo>
                    <a:pt x="18172" y="301735"/>
                  </a:lnTo>
                  <a:lnTo>
                    <a:pt x="4697" y="261222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978719" y="4654455"/>
            <a:ext cx="1949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49290" y="4282986"/>
            <a:ext cx="3477895" cy="1479550"/>
            <a:chOff x="5349290" y="4282986"/>
            <a:chExt cx="3477895" cy="147955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4559" y="4644961"/>
              <a:ext cx="464312" cy="431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774559" y="4642650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2" y="217817"/>
                  </a:lnTo>
                  <a:lnTo>
                    <a:pt x="459611" y="261222"/>
                  </a:lnTo>
                  <a:lnTo>
                    <a:pt x="446115" y="301735"/>
                  </a:lnTo>
                  <a:lnTo>
                    <a:pt x="424734" y="338465"/>
                  </a:lnTo>
                  <a:lnTo>
                    <a:pt x="396378" y="370517"/>
                  </a:lnTo>
                  <a:lnTo>
                    <a:pt x="361956" y="397001"/>
                  </a:lnTo>
                  <a:lnTo>
                    <a:pt x="322378" y="417022"/>
                  </a:lnTo>
                  <a:lnTo>
                    <a:pt x="278554" y="429690"/>
                  </a:lnTo>
                  <a:lnTo>
                    <a:pt x="231394" y="434111"/>
                  </a:lnTo>
                  <a:lnTo>
                    <a:pt x="184736" y="429690"/>
                  </a:lnTo>
                  <a:lnTo>
                    <a:pt x="141290" y="417022"/>
                  </a:lnTo>
                  <a:lnTo>
                    <a:pt x="101983" y="397001"/>
                  </a:lnTo>
                  <a:lnTo>
                    <a:pt x="67743" y="370517"/>
                  </a:lnTo>
                  <a:lnTo>
                    <a:pt x="39497" y="338465"/>
                  </a:lnTo>
                  <a:lnTo>
                    <a:pt x="18172" y="301735"/>
                  </a:lnTo>
                  <a:lnTo>
                    <a:pt x="4697" y="261222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4053" y="5324551"/>
              <a:ext cx="464312" cy="4330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54053" y="532199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05"/>
                  </a:moveTo>
                  <a:lnTo>
                    <a:pt x="4700" y="173897"/>
                  </a:lnTo>
                  <a:lnTo>
                    <a:pt x="18196" y="133007"/>
                  </a:lnTo>
                  <a:lnTo>
                    <a:pt x="39577" y="96009"/>
                  </a:lnTo>
                  <a:lnTo>
                    <a:pt x="67933" y="63777"/>
                  </a:lnTo>
                  <a:lnTo>
                    <a:pt x="102355" y="37186"/>
                  </a:lnTo>
                  <a:lnTo>
                    <a:pt x="141933" y="17110"/>
                  </a:lnTo>
                  <a:lnTo>
                    <a:pt x="185757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0"/>
                  </a:lnTo>
                  <a:lnTo>
                    <a:pt x="362328" y="37186"/>
                  </a:lnTo>
                  <a:lnTo>
                    <a:pt x="396568" y="63777"/>
                  </a:lnTo>
                  <a:lnTo>
                    <a:pt x="424814" y="96009"/>
                  </a:lnTo>
                  <a:lnTo>
                    <a:pt x="446139" y="133007"/>
                  </a:lnTo>
                  <a:lnTo>
                    <a:pt x="459614" y="173897"/>
                  </a:lnTo>
                  <a:lnTo>
                    <a:pt x="464312" y="217805"/>
                  </a:lnTo>
                  <a:lnTo>
                    <a:pt x="459614" y="261712"/>
                  </a:lnTo>
                  <a:lnTo>
                    <a:pt x="446139" y="302604"/>
                  </a:lnTo>
                  <a:lnTo>
                    <a:pt x="424814" y="339604"/>
                  </a:lnTo>
                  <a:lnTo>
                    <a:pt x="396568" y="371838"/>
                  </a:lnTo>
                  <a:lnTo>
                    <a:pt x="362328" y="398432"/>
                  </a:lnTo>
                  <a:lnTo>
                    <a:pt x="323021" y="418510"/>
                  </a:lnTo>
                  <a:lnTo>
                    <a:pt x="279575" y="431198"/>
                  </a:lnTo>
                  <a:lnTo>
                    <a:pt x="232917" y="435622"/>
                  </a:lnTo>
                  <a:lnTo>
                    <a:pt x="185757" y="431198"/>
                  </a:lnTo>
                  <a:lnTo>
                    <a:pt x="141933" y="418510"/>
                  </a:lnTo>
                  <a:lnTo>
                    <a:pt x="102355" y="398432"/>
                  </a:lnTo>
                  <a:lnTo>
                    <a:pt x="67933" y="371838"/>
                  </a:lnTo>
                  <a:lnTo>
                    <a:pt x="39577" y="339604"/>
                  </a:lnTo>
                  <a:lnTo>
                    <a:pt x="18196" y="302604"/>
                  </a:lnTo>
                  <a:lnTo>
                    <a:pt x="4700" y="261712"/>
                  </a:lnTo>
                  <a:lnTo>
                    <a:pt x="0" y="21780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2250" y="5324551"/>
              <a:ext cx="464312" cy="43306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22250" y="532199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05"/>
                  </a:moveTo>
                  <a:lnTo>
                    <a:pt x="4763" y="173897"/>
                  </a:lnTo>
                  <a:lnTo>
                    <a:pt x="18410" y="133007"/>
                  </a:lnTo>
                  <a:lnTo>
                    <a:pt x="39979" y="96009"/>
                  </a:lnTo>
                  <a:lnTo>
                    <a:pt x="68505" y="63777"/>
                  </a:lnTo>
                  <a:lnTo>
                    <a:pt x="103025" y="37186"/>
                  </a:lnTo>
                  <a:lnTo>
                    <a:pt x="142576" y="17110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0"/>
                  </a:lnTo>
                  <a:lnTo>
                    <a:pt x="362328" y="37186"/>
                  </a:lnTo>
                  <a:lnTo>
                    <a:pt x="396568" y="63777"/>
                  </a:lnTo>
                  <a:lnTo>
                    <a:pt x="424814" y="96009"/>
                  </a:lnTo>
                  <a:lnTo>
                    <a:pt x="446139" y="133007"/>
                  </a:lnTo>
                  <a:lnTo>
                    <a:pt x="459614" y="173897"/>
                  </a:lnTo>
                  <a:lnTo>
                    <a:pt x="464312" y="217805"/>
                  </a:lnTo>
                  <a:lnTo>
                    <a:pt x="459614" y="261712"/>
                  </a:lnTo>
                  <a:lnTo>
                    <a:pt x="446139" y="302604"/>
                  </a:lnTo>
                  <a:lnTo>
                    <a:pt x="424814" y="339604"/>
                  </a:lnTo>
                  <a:lnTo>
                    <a:pt x="396568" y="371838"/>
                  </a:lnTo>
                  <a:lnTo>
                    <a:pt x="362328" y="398432"/>
                  </a:lnTo>
                  <a:lnTo>
                    <a:pt x="323021" y="418510"/>
                  </a:lnTo>
                  <a:lnTo>
                    <a:pt x="279575" y="431198"/>
                  </a:lnTo>
                  <a:lnTo>
                    <a:pt x="232917" y="435622"/>
                  </a:lnTo>
                  <a:lnTo>
                    <a:pt x="186195" y="431198"/>
                  </a:lnTo>
                  <a:lnTo>
                    <a:pt x="142576" y="418510"/>
                  </a:lnTo>
                  <a:lnTo>
                    <a:pt x="103025" y="398432"/>
                  </a:lnTo>
                  <a:lnTo>
                    <a:pt x="68505" y="371838"/>
                  </a:lnTo>
                  <a:lnTo>
                    <a:pt x="39979" y="339604"/>
                  </a:lnTo>
                  <a:lnTo>
                    <a:pt x="18410" y="302604"/>
                  </a:lnTo>
                  <a:lnTo>
                    <a:pt x="4763" y="261712"/>
                  </a:lnTo>
                  <a:lnTo>
                    <a:pt x="0" y="21780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3267" y="5324551"/>
              <a:ext cx="464311" cy="43306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243267" y="532199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05"/>
                  </a:moveTo>
                  <a:lnTo>
                    <a:pt x="4697" y="173897"/>
                  </a:lnTo>
                  <a:lnTo>
                    <a:pt x="18172" y="133007"/>
                  </a:lnTo>
                  <a:lnTo>
                    <a:pt x="39497" y="96009"/>
                  </a:lnTo>
                  <a:lnTo>
                    <a:pt x="67743" y="63777"/>
                  </a:lnTo>
                  <a:lnTo>
                    <a:pt x="101983" y="37186"/>
                  </a:lnTo>
                  <a:lnTo>
                    <a:pt x="141290" y="17110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0"/>
                  </a:lnTo>
                  <a:lnTo>
                    <a:pt x="361956" y="37186"/>
                  </a:lnTo>
                  <a:lnTo>
                    <a:pt x="396378" y="63777"/>
                  </a:lnTo>
                  <a:lnTo>
                    <a:pt x="424734" y="96009"/>
                  </a:lnTo>
                  <a:lnTo>
                    <a:pt x="446115" y="133007"/>
                  </a:lnTo>
                  <a:lnTo>
                    <a:pt x="459611" y="173897"/>
                  </a:lnTo>
                  <a:lnTo>
                    <a:pt x="464311" y="217805"/>
                  </a:lnTo>
                  <a:lnTo>
                    <a:pt x="459611" y="261712"/>
                  </a:lnTo>
                  <a:lnTo>
                    <a:pt x="446115" y="302604"/>
                  </a:lnTo>
                  <a:lnTo>
                    <a:pt x="424734" y="339604"/>
                  </a:lnTo>
                  <a:lnTo>
                    <a:pt x="396378" y="371838"/>
                  </a:lnTo>
                  <a:lnTo>
                    <a:pt x="361956" y="398432"/>
                  </a:lnTo>
                  <a:lnTo>
                    <a:pt x="322378" y="418510"/>
                  </a:lnTo>
                  <a:lnTo>
                    <a:pt x="278554" y="431198"/>
                  </a:lnTo>
                  <a:lnTo>
                    <a:pt x="231394" y="435622"/>
                  </a:lnTo>
                  <a:lnTo>
                    <a:pt x="184736" y="431198"/>
                  </a:lnTo>
                  <a:lnTo>
                    <a:pt x="141290" y="418510"/>
                  </a:lnTo>
                  <a:lnTo>
                    <a:pt x="101983" y="398432"/>
                  </a:lnTo>
                  <a:lnTo>
                    <a:pt x="67743" y="371838"/>
                  </a:lnTo>
                  <a:lnTo>
                    <a:pt x="39497" y="339604"/>
                  </a:lnTo>
                  <a:lnTo>
                    <a:pt x="18172" y="302604"/>
                  </a:lnTo>
                  <a:lnTo>
                    <a:pt x="4697" y="261712"/>
                  </a:lnTo>
                  <a:lnTo>
                    <a:pt x="0" y="21780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6092" y="5324551"/>
              <a:ext cx="465835" cy="4330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51385" y="4287748"/>
              <a:ext cx="3070860" cy="1470025"/>
            </a:xfrm>
            <a:custGeom>
              <a:avLst/>
              <a:gdLst/>
              <a:ahLst/>
              <a:cxnLst/>
              <a:rect l="l" t="t" r="r" b="b"/>
              <a:pathLst>
                <a:path w="3070859" h="1470025">
                  <a:moveTo>
                    <a:pt x="2604706" y="1252054"/>
                  </a:moveTo>
                  <a:lnTo>
                    <a:pt x="2609469" y="1208147"/>
                  </a:lnTo>
                  <a:lnTo>
                    <a:pt x="2623117" y="1167257"/>
                  </a:lnTo>
                  <a:lnTo>
                    <a:pt x="2644685" y="1130259"/>
                  </a:lnTo>
                  <a:lnTo>
                    <a:pt x="2673211" y="1098027"/>
                  </a:lnTo>
                  <a:lnTo>
                    <a:pt x="2707732" y="1071436"/>
                  </a:lnTo>
                  <a:lnTo>
                    <a:pt x="2747283" y="1051360"/>
                  </a:lnTo>
                  <a:lnTo>
                    <a:pt x="2790901" y="1038673"/>
                  </a:lnTo>
                  <a:lnTo>
                    <a:pt x="2837624" y="1034249"/>
                  </a:lnTo>
                  <a:lnTo>
                    <a:pt x="2884347" y="1038673"/>
                  </a:lnTo>
                  <a:lnTo>
                    <a:pt x="2927965" y="1051360"/>
                  </a:lnTo>
                  <a:lnTo>
                    <a:pt x="2967516" y="1071436"/>
                  </a:lnTo>
                  <a:lnTo>
                    <a:pt x="3002037" y="1098027"/>
                  </a:lnTo>
                  <a:lnTo>
                    <a:pt x="3030563" y="1130259"/>
                  </a:lnTo>
                  <a:lnTo>
                    <a:pt x="3052131" y="1167257"/>
                  </a:lnTo>
                  <a:lnTo>
                    <a:pt x="3065779" y="1208147"/>
                  </a:lnTo>
                  <a:lnTo>
                    <a:pt x="3070542" y="1252054"/>
                  </a:lnTo>
                  <a:lnTo>
                    <a:pt x="3065779" y="1295962"/>
                  </a:lnTo>
                  <a:lnTo>
                    <a:pt x="3052131" y="1336854"/>
                  </a:lnTo>
                  <a:lnTo>
                    <a:pt x="3030563" y="1373854"/>
                  </a:lnTo>
                  <a:lnTo>
                    <a:pt x="3002037" y="1406088"/>
                  </a:lnTo>
                  <a:lnTo>
                    <a:pt x="2967516" y="1432682"/>
                  </a:lnTo>
                  <a:lnTo>
                    <a:pt x="2927965" y="1452760"/>
                  </a:lnTo>
                  <a:lnTo>
                    <a:pt x="2884347" y="1465448"/>
                  </a:lnTo>
                  <a:lnTo>
                    <a:pt x="2837624" y="1469872"/>
                  </a:lnTo>
                  <a:lnTo>
                    <a:pt x="2790901" y="1465448"/>
                  </a:lnTo>
                  <a:lnTo>
                    <a:pt x="2747283" y="1452760"/>
                  </a:lnTo>
                  <a:lnTo>
                    <a:pt x="2707732" y="1432682"/>
                  </a:lnTo>
                  <a:lnTo>
                    <a:pt x="2673211" y="1406088"/>
                  </a:lnTo>
                  <a:lnTo>
                    <a:pt x="2644685" y="1373854"/>
                  </a:lnTo>
                  <a:lnTo>
                    <a:pt x="2623117" y="1336854"/>
                  </a:lnTo>
                  <a:lnTo>
                    <a:pt x="2609469" y="1295962"/>
                  </a:lnTo>
                  <a:lnTo>
                    <a:pt x="2604706" y="1252054"/>
                  </a:lnTo>
                </a:path>
                <a:path w="3070859" h="1470025">
                  <a:moveTo>
                    <a:pt x="1082370" y="0"/>
                  </a:moveTo>
                  <a:lnTo>
                    <a:pt x="481050" y="418884"/>
                  </a:lnTo>
                </a:path>
                <a:path w="3070859" h="1470025">
                  <a:moveTo>
                    <a:pt x="1411198" y="0"/>
                  </a:moveTo>
                  <a:lnTo>
                    <a:pt x="2091677" y="418884"/>
                  </a:lnTo>
                </a:path>
                <a:path w="3070859" h="1470025">
                  <a:moveTo>
                    <a:pt x="155270" y="726567"/>
                  </a:moveTo>
                  <a:lnTo>
                    <a:pt x="0" y="1098219"/>
                  </a:lnTo>
                </a:path>
                <a:path w="3070859" h="1470025">
                  <a:moveTo>
                    <a:pt x="481050" y="726567"/>
                  </a:moveTo>
                  <a:lnTo>
                    <a:pt x="639381" y="1098219"/>
                  </a:lnTo>
                </a:path>
                <a:path w="3070859" h="1470025">
                  <a:moveTo>
                    <a:pt x="2091677" y="726567"/>
                  </a:moveTo>
                  <a:lnTo>
                    <a:pt x="1887689" y="1098219"/>
                  </a:lnTo>
                </a:path>
                <a:path w="3070859" h="1470025">
                  <a:moveTo>
                    <a:pt x="2418981" y="726567"/>
                  </a:moveTo>
                  <a:lnTo>
                    <a:pt x="2673210" y="109821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300086" y="4984780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36164" y="4304108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06733" y="3669449"/>
            <a:ext cx="132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96924" y="4928198"/>
            <a:ext cx="2084070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965835">
              <a:lnSpc>
                <a:spcPct val="100000"/>
              </a:lnSpc>
              <a:spcBef>
                <a:spcPts val="545"/>
              </a:spcBef>
              <a:tabLst>
                <a:tab pos="1838960" algn="l"/>
              </a:tabLst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r>
              <a:rPr dirty="0" sz="1800">
                <a:solidFill>
                  <a:srgbClr val="FF3300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970915" algn="l"/>
                <a:tab pos="1884045" algn="l"/>
              </a:tabLst>
            </a:pPr>
            <a:r>
              <a:rPr dirty="0" sz="2400" spc="-50">
                <a:latin typeface="Trebuchet MS"/>
                <a:cs typeface="Trebuchet MS"/>
              </a:rPr>
              <a:t>A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50">
                <a:latin typeface="Trebuchet MS"/>
                <a:cs typeface="Trebuchet MS"/>
              </a:rPr>
              <a:t>B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14970" y="4246976"/>
            <a:ext cx="1841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107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06907" y="4847674"/>
            <a:ext cx="218440" cy="8782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81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48337" y="4328883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6979" y="1322120"/>
                </a:moveTo>
                <a:lnTo>
                  <a:pt x="41097" y="1320596"/>
                </a:lnTo>
                <a:lnTo>
                  <a:pt x="36537" y="1320596"/>
                </a:lnTo>
                <a:lnTo>
                  <a:pt x="34251" y="1319072"/>
                </a:lnTo>
                <a:lnTo>
                  <a:pt x="31965" y="1317548"/>
                </a:lnTo>
                <a:lnTo>
                  <a:pt x="31965" y="1319072"/>
                </a:lnTo>
                <a:lnTo>
                  <a:pt x="24358" y="1311452"/>
                </a:lnTo>
                <a:lnTo>
                  <a:pt x="15227" y="1300797"/>
                </a:lnTo>
                <a:lnTo>
                  <a:pt x="6083" y="1291653"/>
                </a:lnTo>
                <a:lnTo>
                  <a:pt x="0" y="1299273"/>
                </a:lnTo>
                <a:lnTo>
                  <a:pt x="9131" y="1308404"/>
                </a:lnTo>
                <a:lnTo>
                  <a:pt x="16738" y="1317548"/>
                </a:lnTo>
                <a:lnTo>
                  <a:pt x="21310" y="1322120"/>
                </a:lnTo>
                <a:lnTo>
                  <a:pt x="27393" y="1326680"/>
                </a:lnTo>
                <a:lnTo>
                  <a:pt x="33489" y="1329728"/>
                </a:lnTo>
                <a:lnTo>
                  <a:pt x="39573" y="1331252"/>
                </a:lnTo>
                <a:lnTo>
                  <a:pt x="66979" y="1331252"/>
                </a:lnTo>
                <a:lnTo>
                  <a:pt x="66979" y="1322120"/>
                </a:lnTo>
                <a:close/>
              </a:path>
              <a:path w="2411729" h="1362075">
                <a:moveTo>
                  <a:pt x="172021" y="1325168"/>
                </a:moveTo>
                <a:lnTo>
                  <a:pt x="170497" y="1316024"/>
                </a:lnTo>
                <a:lnTo>
                  <a:pt x="165938" y="1316024"/>
                </a:lnTo>
                <a:lnTo>
                  <a:pt x="135483" y="1319072"/>
                </a:lnTo>
                <a:lnTo>
                  <a:pt x="103517" y="1320596"/>
                </a:lnTo>
                <a:lnTo>
                  <a:pt x="95910" y="1320596"/>
                </a:lnTo>
                <a:lnTo>
                  <a:pt x="95910" y="1329728"/>
                </a:lnTo>
                <a:lnTo>
                  <a:pt x="103517" y="1329728"/>
                </a:lnTo>
                <a:lnTo>
                  <a:pt x="135483" y="1328204"/>
                </a:lnTo>
                <a:lnTo>
                  <a:pt x="167449" y="1325168"/>
                </a:lnTo>
                <a:lnTo>
                  <a:pt x="172021" y="1325168"/>
                </a:lnTo>
                <a:close/>
              </a:path>
              <a:path w="2411729" h="1362075">
                <a:moveTo>
                  <a:pt x="275539" y="1311452"/>
                </a:moveTo>
                <a:lnTo>
                  <a:pt x="274015" y="1300797"/>
                </a:lnTo>
                <a:lnTo>
                  <a:pt x="260311" y="1303832"/>
                </a:lnTo>
                <a:lnTo>
                  <a:pt x="228346" y="1308404"/>
                </a:lnTo>
                <a:lnTo>
                  <a:pt x="199428" y="1312976"/>
                </a:lnTo>
                <a:lnTo>
                  <a:pt x="200952" y="1322120"/>
                </a:lnTo>
                <a:lnTo>
                  <a:pt x="229870" y="1317548"/>
                </a:lnTo>
                <a:lnTo>
                  <a:pt x="261835" y="1312976"/>
                </a:lnTo>
                <a:lnTo>
                  <a:pt x="275539" y="1311452"/>
                </a:lnTo>
                <a:close/>
              </a:path>
              <a:path w="2411729" h="1362075">
                <a:moveTo>
                  <a:pt x="363829" y="1253578"/>
                </a:moveTo>
                <a:lnTo>
                  <a:pt x="357746" y="1245958"/>
                </a:lnTo>
                <a:lnTo>
                  <a:pt x="339483" y="1264234"/>
                </a:lnTo>
                <a:lnTo>
                  <a:pt x="328828" y="1273378"/>
                </a:lnTo>
                <a:lnTo>
                  <a:pt x="319684" y="1282509"/>
                </a:lnTo>
                <a:lnTo>
                  <a:pt x="309029" y="1290129"/>
                </a:lnTo>
                <a:lnTo>
                  <a:pt x="304469" y="1293177"/>
                </a:lnTo>
                <a:lnTo>
                  <a:pt x="299897" y="1294701"/>
                </a:lnTo>
                <a:lnTo>
                  <a:pt x="304469" y="1303832"/>
                </a:lnTo>
                <a:lnTo>
                  <a:pt x="309029" y="1302321"/>
                </a:lnTo>
                <a:lnTo>
                  <a:pt x="313601" y="1297749"/>
                </a:lnTo>
                <a:lnTo>
                  <a:pt x="324256" y="1290129"/>
                </a:lnTo>
                <a:lnTo>
                  <a:pt x="345567" y="1271854"/>
                </a:lnTo>
                <a:lnTo>
                  <a:pt x="363829" y="1253578"/>
                </a:lnTo>
                <a:close/>
              </a:path>
              <a:path w="2411729" h="1362075">
                <a:moveTo>
                  <a:pt x="411022" y="1160665"/>
                </a:moveTo>
                <a:lnTo>
                  <a:pt x="403415" y="1154569"/>
                </a:lnTo>
                <a:lnTo>
                  <a:pt x="401891" y="1156093"/>
                </a:lnTo>
                <a:lnTo>
                  <a:pt x="400367" y="1159141"/>
                </a:lnTo>
                <a:lnTo>
                  <a:pt x="397332" y="1163701"/>
                </a:lnTo>
                <a:lnTo>
                  <a:pt x="395808" y="1166749"/>
                </a:lnTo>
                <a:lnTo>
                  <a:pt x="392760" y="1169797"/>
                </a:lnTo>
                <a:lnTo>
                  <a:pt x="391236" y="1174369"/>
                </a:lnTo>
                <a:lnTo>
                  <a:pt x="388188" y="1180465"/>
                </a:lnTo>
                <a:lnTo>
                  <a:pt x="383628" y="1186548"/>
                </a:lnTo>
                <a:lnTo>
                  <a:pt x="379056" y="1194168"/>
                </a:lnTo>
                <a:lnTo>
                  <a:pt x="372973" y="1206360"/>
                </a:lnTo>
                <a:lnTo>
                  <a:pt x="369925" y="1217015"/>
                </a:lnTo>
                <a:lnTo>
                  <a:pt x="368401" y="1224635"/>
                </a:lnTo>
                <a:lnTo>
                  <a:pt x="377532" y="1226159"/>
                </a:lnTo>
                <a:lnTo>
                  <a:pt x="379056" y="1220063"/>
                </a:lnTo>
                <a:lnTo>
                  <a:pt x="382104" y="1209395"/>
                </a:lnTo>
                <a:lnTo>
                  <a:pt x="385152" y="1203312"/>
                </a:lnTo>
                <a:lnTo>
                  <a:pt x="386676" y="1198740"/>
                </a:lnTo>
                <a:lnTo>
                  <a:pt x="391236" y="1191120"/>
                </a:lnTo>
                <a:lnTo>
                  <a:pt x="395808" y="1185037"/>
                </a:lnTo>
                <a:lnTo>
                  <a:pt x="398843" y="1178941"/>
                </a:lnTo>
                <a:lnTo>
                  <a:pt x="401891" y="1174369"/>
                </a:lnTo>
                <a:lnTo>
                  <a:pt x="404939" y="1168273"/>
                </a:lnTo>
                <a:lnTo>
                  <a:pt x="407987" y="1165225"/>
                </a:lnTo>
                <a:lnTo>
                  <a:pt x="409511" y="1160665"/>
                </a:lnTo>
                <a:lnTo>
                  <a:pt x="411022" y="1160665"/>
                </a:lnTo>
                <a:close/>
              </a:path>
              <a:path w="2411729" h="1362075">
                <a:moveTo>
                  <a:pt x="444525" y="1060132"/>
                </a:moveTo>
                <a:lnTo>
                  <a:pt x="435381" y="1058608"/>
                </a:lnTo>
                <a:lnTo>
                  <a:pt x="432346" y="1073835"/>
                </a:lnTo>
                <a:lnTo>
                  <a:pt x="417118" y="1131722"/>
                </a:lnTo>
                <a:lnTo>
                  <a:pt x="426250" y="1134770"/>
                </a:lnTo>
                <a:lnTo>
                  <a:pt x="441477" y="1075359"/>
                </a:lnTo>
                <a:lnTo>
                  <a:pt x="444525" y="1060132"/>
                </a:lnTo>
                <a:close/>
              </a:path>
              <a:path w="2411729" h="1362075">
                <a:moveTo>
                  <a:pt x="453656" y="918476"/>
                </a:moveTo>
                <a:lnTo>
                  <a:pt x="452132" y="878865"/>
                </a:lnTo>
                <a:lnTo>
                  <a:pt x="449084" y="851458"/>
                </a:lnTo>
                <a:lnTo>
                  <a:pt x="439953" y="851458"/>
                </a:lnTo>
                <a:lnTo>
                  <a:pt x="441477" y="878865"/>
                </a:lnTo>
                <a:lnTo>
                  <a:pt x="444525" y="918476"/>
                </a:lnTo>
                <a:lnTo>
                  <a:pt x="444525" y="927608"/>
                </a:lnTo>
                <a:lnTo>
                  <a:pt x="453656" y="927608"/>
                </a:lnTo>
                <a:lnTo>
                  <a:pt x="453656" y="918476"/>
                </a:lnTo>
                <a:close/>
              </a:path>
              <a:path w="2411729" h="1362075">
                <a:moveTo>
                  <a:pt x="456704" y="999197"/>
                </a:moveTo>
                <a:lnTo>
                  <a:pt x="447560" y="999197"/>
                </a:lnTo>
                <a:lnTo>
                  <a:pt x="447281" y="999197"/>
                </a:lnTo>
                <a:lnTo>
                  <a:pt x="441477" y="1031189"/>
                </a:lnTo>
                <a:lnTo>
                  <a:pt x="450608" y="1032713"/>
                </a:lnTo>
                <a:lnTo>
                  <a:pt x="456704" y="999197"/>
                </a:lnTo>
                <a:close/>
              </a:path>
              <a:path w="2411729" h="1362075">
                <a:moveTo>
                  <a:pt x="456704" y="997940"/>
                </a:moveTo>
                <a:lnTo>
                  <a:pt x="455180" y="958075"/>
                </a:lnTo>
                <a:lnTo>
                  <a:pt x="455180" y="955027"/>
                </a:lnTo>
                <a:lnTo>
                  <a:pt x="444525" y="956551"/>
                </a:lnTo>
                <a:lnTo>
                  <a:pt x="446036" y="958075"/>
                </a:lnTo>
                <a:lnTo>
                  <a:pt x="447560" y="997673"/>
                </a:lnTo>
                <a:lnTo>
                  <a:pt x="447560" y="997940"/>
                </a:lnTo>
                <a:lnTo>
                  <a:pt x="456704" y="997940"/>
                </a:lnTo>
                <a:close/>
              </a:path>
              <a:path w="2411729" h="1362075">
                <a:moveTo>
                  <a:pt x="509981" y="773772"/>
                </a:moveTo>
                <a:lnTo>
                  <a:pt x="506933" y="772248"/>
                </a:lnTo>
                <a:lnTo>
                  <a:pt x="425678" y="750925"/>
                </a:lnTo>
                <a:lnTo>
                  <a:pt x="414070" y="747877"/>
                </a:lnTo>
                <a:lnTo>
                  <a:pt x="438429" y="840790"/>
                </a:lnTo>
                <a:lnTo>
                  <a:pt x="439953" y="843838"/>
                </a:lnTo>
                <a:lnTo>
                  <a:pt x="444525" y="843838"/>
                </a:lnTo>
                <a:lnTo>
                  <a:pt x="447560" y="840790"/>
                </a:lnTo>
                <a:lnTo>
                  <a:pt x="447560" y="837742"/>
                </a:lnTo>
                <a:lnTo>
                  <a:pt x="443484" y="822515"/>
                </a:lnTo>
                <a:lnTo>
                  <a:pt x="447560" y="822515"/>
                </a:lnTo>
                <a:lnTo>
                  <a:pt x="446036" y="814895"/>
                </a:lnTo>
                <a:lnTo>
                  <a:pt x="446036" y="796620"/>
                </a:lnTo>
                <a:lnTo>
                  <a:pt x="444525" y="790524"/>
                </a:lnTo>
                <a:lnTo>
                  <a:pt x="444525" y="784428"/>
                </a:lnTo>
                <a:lnTo>
                  <a:pt x="443001" y="779868"/>
                </a:lnTo>
                <a:lnTo>
                  <a:pt x="443001" y="775296"/>
                </a:lnTo>
                <a:lnTo>
                  <a:pt x="441477" y="775296"/>
                </a:lnTo>
                <a:lnTo>
                  <a:pt x="439953" y="767676"/>
                </a:lnTo>
                <a:lnTo>
                  <a:pt x="438429" y="767676"/>
                </a:lnTo>
                <a:lnTo>
                  <a:pt x="436905" y="764628"/>
                </a:lnTo>
                <a:lnTo>
                  <a:pt x="435381" y="763117"/>
                </a:lnTo>
                <a:lnTo>
                  <a:pt x="435381" y="785952"/>
                </a:lnTo>
                <a:lnTo>
                  <a:pt x="435381" y="792251"/>
                </a:lnTo>
                <a:lnTo>
                  <a:pt x="429209" y="769226"/>
                </a:lnTo>
                <a:lnTo>
                  <a:pt x="426948" y="760780"/>
                </a:lnTo>
                <a:lnTo>
                  <a:pt x="429107" y="768832"/>
                </a:lnTo>
                <a:lnTo>
                  <a:pt x="429272" y="769200"/>
                </a:lnTo>
                <a:lnTo>
                  <a:pt x="433857" y="778344"/>
                </a:lnTo>
                <a:lnTo>
                  <a:pt x="432346" y="778344"/>
                </a:lnTo>
                <a:lnTo>
                  <a:pt x="433857" y="781392"/>
                </a:lnTo>
                <a:lnTo>
                  <a:pt x="435381" y="785952"/>
                </a:lnTo>
                <a:lnTo>
                  <a:pt x="435381" y="763117"/>
                </a:lnTo>
                <a:lnTo>
                  <a:pt x="503885" y="781392"/>
                </a:lnTo>
                <a:lnTo>
                  <a:pt x="508457" y="779868"/>
                </a:lnTo>
                <a:lnTo>
                  <a:pt x="509981" y="776820"/>
                </a:lnTo>
                <a:lnTo>
                  <a:pt x="509981" y="773772"/>
                </a:lnTo>
                <a:close/>
              </a:path>
              <a:path w="2411729" h="1362075">
                <a:moveTo>
                  <a:pt x="1026045" y="1041857"/>
                </a:moveTo>
                <a:lnTo>
                  <a:pt x="1023010" y="1032713"/>
                </a:lnTo>
                <a:lnTo>
                  <a:pt x="1012355" y="1037285"/>
                </a:lnTo>
                <a:lnTo>
                  <a:pt x="1000175" y="1041857"/>
                </a:lnTo>
                <a:lnTo>
                  <a:pt x="986472" y="1047940"/>
                </a:lnTo>
                <a:lnTo>
                  <a:pt x="971245" y="1054036"/>
                </a:lnTo>
                <a:lnTo>
                  <a:pt x="962113" y="1058608"/>
                </a:lnTo>
                <a:lnTo>
                  <a:pt x="952982" y="1061656"/>
                </a:lnTo>
                <a:lnTo>
                  <a:pt x="956017" y="1070787"/>
                </a:lnTo>
                <a:lnTo>
                  <a:pt x="965161" y="1066228"/>
                </a:lnTo>
                <a:lnTo>
                  <a:pt x="983424" y="1060132"/>
                </a:lnTo>
                <a:lnTo>
                  <a:pt x="991031" y="1057084"/>
                </a:lnTo>
                <a:lnTo>
                  <a:pt x="1004735" y="1050988"/>
                </a:lnTo>
                <a:lnTo>
                  <a:pt x="1016914" y="1046416"/>
                </a:lnTo>
                <a:lnTo>
                  <a:pt x="1026045" y="1041857"/>
                </a:lnTo>
                <a:close/>
              </a:path>
              <a:path w="2411729" h="1362075">
                <a:moveTo>
                  <a:pt x="1117396" y="987018"/>
                </a:moveTo>
                <a:lnTo>
                  <a:pt x="1111300" y="979398"/>
                </a:lnTo>
                <a:lnTo>
                  <a:pt x="1108252" y="982446"/>
                </a:lnTo>
                <a:lnTo>
                  <a:pt x="1099121" y="988542"/>
                </a:lnTo>
                <a:lnTo>
                  <a:pt x="1091514" y="993114"/>
                </a:lnTo>
                <a:lnTo>
                  <a:pt x="1077810" y="1002245"/>
                </a:lnTo>
                <a:lnTo>
                  <a:pt x="1065631" y="1009865"/>
                </a:lnTo>
                <a:lnTo>
                  <a:pt x="1053452" y="1015961"/>
                </a:lnTo>
                <a:lnTo>
                  <a:pt x="1047369" y="1020521"/>
                </a:lnTo>
                <a:lnTo>
                  <a:pt x="1051928" y="1028141"/>
                </a:lnTo>
                <a:lnTo>
                  <a:pt x="1059548" y="1025093"/>
                </a:lnTo>
                <a:lnTo>
                  <a:pt x="1070203" y="1017485"/>
                </a:lnTo>
                <a:lnTo>
                  <a:pt x="1082382" y="1009865"/>
                </a:lnTo>
                <a:lnTo>
                  <a:pt x="1096073" y="1000721"/>
                </a:lnTo>
                <a:lnTo>
                  <a:pt x="1103693" y="996149"/>
                </a:lnTo>
                <a:lnTo>
                  <a:pt x="1117396" y="987018"/>
                </a:lnTo>
                <a:close/>
              </a:path>
              <a:path w="2411729" h="1362075">
                <a:moveTo>
                  <a:pt x="1204163" y="929132"/>
                </a:moveTo>
                <a:lnTo>
                  <a:pt x="1198079" y="920000"/>
                </a:lnTo>
                <a:lnTo>
                  <a:pt x="1187424" y="927608"/>
                </a:lnTo>
                <a:lnTo>
                  <a:pt x="1160018" y="945896"/>
                </a:lnTo>
                <a:lnTo>
                  <a:pt x="1147838" y="955027"/>
                </a:lnTo>
                <a:lnTo>
                  <a:pt x="1137183" y="962647"/>
                </a:lnTo>
                <a:lnTo>
                  <a:pt x="1135659" y="964171"/>
                </a:lnTo>
                <a:lnTo>
                  <a:pt x="1140231" y="971791"/>
                </a:lnTo>
                <a:lnTo>
                  <a:pt x="1141742" y="970267"/>
                </a:lnTo>
                <a:lnTo>
                  <a:pt x="1153922" y="962647"/>
                </a:lnTo>
                <a:lnTo>
                  <a:pt x="1166101" y="953503"/>
                </a:lnTo>
                <a:lnTo>
                  <a:pt x="1178280" y="945896"/>
                </a:lnTo>
                <a:lnTo>
                  <a:pt x="1193507" y="935228"/>
                </a:lnTo>
                <a:lnTo>
                  <a:pt x="1204163" y="929132"/>
                </a:lnTo>
                <a:close/>
              </a:path>
              <a:path w="2411729" h="1362075">
                <a:moveTo>
                  <a:pt x="1271143" y="848410"/>
                </a:moveTo>
                <a:lnTo>
                  <a:pt x="1262011" y="842314"/>
                </a:lnTo>
                <a:lnTo>
                  <a:pt x="1262011" y="843838"/>
                </a:lnTo>
                <a:lnTo>
                  <a:pt x="1258963" y="848410"/>
                </a:lnTo>
                <a:lnTo>
                  <a:pt x="1258963" y="849934"/>
                </a:lnTo>
                <a:lnTo>
                  <a:pt x="1257452" y="852982"/>
                </a:lnTo>
                <a:lnTo>
                  <a:pt x="1255928" y="857542"/>
                </a:lnTo>
                <a:lnTo>
                  <a:pt x="1249832" y="866686"/>
                </a:lnTo>
                <a:lnTo>
                  <a:pt x="1246784" y="872782"/>
                </a:lnTo>
                <a:lnTo>
                  <a:pt x="1243749" y="880389"/>
                </a:lnTo>
                <a:lnTo>
                  <a:pt x="1234617" y="892581"/>
                </a:lnTo>
                <a:lnTo>
                  <a:pt x="1228521" y="897153"/>
                </a:lnTo>
                <a:lnTo>
                  <a:pt x="1220914" y="904760"/>
                </a:lnTo>
                <a:lnTo>
                  <a:pt x="1226997" y="910856"/>
                </a:lnTo>
                <a:lnTo>
                  <a:pt x="1255928" y="877354"/>
                </a:lnTo>
                <a:lnTo>
                  <a:pt x="1265059" y="857542"/>
                </a:lnTo>
                <a:lnTo>
                  <a:pt x="1266583" y="854506"/>
                </a:lnTo>
                <a:lnTo>
                  <a:pt x="1268107" y="852982"/>
                </a:lnTo>
                <a:lnTo>
                  <a:pt x="1269619" y="848410"/>
                </a:lnTo>
                <a:lnTo>
                  <a:pt x="1271143" y="848410"/>
                </a:lnTo>
                <a:close/>
              </a:path>
              <a:path w="2411729" h="1362075">
                <a:moveTo>
                  <a:pt x="1312252" y="750925"/>
                </a:moveTo>
                <a:lnTo>
                  <a:pt x="1303121" y="749401"/>
                </a:lnTo>
                <a:lnTo>
                  <a:pt x="1303121" y="750925"/>
                </a:lnTo>
                <a:lnTo>
                  <a:pt x="1300073" y="760056"/>
                </a:lnTo>
                <a:lnTo>
                  <a:pt x="1297025" y="767676"/>
                </a:lnTo>
                <a:lnTo>
                  <a:pt x="1292453" y="773772"/>
                </a:lnTo>
                <a:lnTo>
                  <a:pt x="1287894" y="782916"/>
                </a:lnTo>
                <a:lnTo>
                  <a:pt x="1281798" y="798144"/>
                </a:lnTo>
                <a:lnTo>
                  <a:pt x="1277239" y="820991"/>
                </a:lnTo>
                <a:lnTo>
                  <a:pt x="1286370" y="822515"/>
                </a:lnTo>
                <a:lnTo>
                  <a:pt x="1289418" y="808799"/>
                </a:lnTo>
                <a:lnTo>
                  <a:pt x="1290942" y="801192"/>
                </a:lnTo>
                <a:lnTo>
                  <a:pt x="1297025" y="785952"/>
                </a:lnTo>
                <a:lnTo>
                  <a:pt x="1301597" y="778344"/>
                </a:lnTo>
                <a:lnTo>
                  <a:pt x="1306156" y="772248"/>
                </a:lnTo>
                <a:lnTo>
                  <a:pt x="1312252" y="753973"/>
                </a:lnTo>
                <a:lnTo>
                  <a:pt x="1312252" y="750925"/>
                </a:lnTo>
                <a:close/>
              </a:path>
              <a:path w="2411729" h="1362075">
                <a:moveTo>
                  <a:pt x="1332039" y="648868"/>
                </a:moveTo>
                <a:lnTo>
                  <a:pt x="1322908" y="647344"/>
                </a:lnTo>
                <a:lnTo>
                  <a:pt x="1322908" y="662584"/>
                </a:lnTo>
                <a:lnTo>
                  <a:pt x="1321384" y="665619"/>
                </a:lnTo>
                <a:lnTo>
                  <a:pt x="1321384" y="668667"/>
                </a:lnTo>
                <a:lnTo>
                  <a:pt x="1319860" y="671715"/>
                </a:lnTo>
                <a:lnTo>
                  <a:pt x="1319860" y="674763"/>
                </a:lnTo>
                <a:lnTo>
                  <a:pt x="1316812" y="683907"/>
                </a:lnTo>
                <a:lnTo>
                  <a:pt x="1315300" y="694563"/>
                </a:lnTo>
                <a:lnTo>
                  <a:pt x="1312252" y="703707"/>
                </a:lnTo>
                <a:lnTo>
                  <a:pt x="1309204" y="714362"/>
                </a:lnTo>
                <a:lnTo>
                  <a:pt x="1307680" y="721982"/>
                </a:lnTo>
                <a:lnTo>
                  <a:pt x="1316812" y="723506"/>
                </a:lnTo>
                <a:lnTo>
                  <a:pt x="1318336" y="715886"/>
                </a:lnTo>
                <a:lnTo>
                  <a:pt x="1321384" y="706755"/>
                </a:lnTo>
                <a:lnTo>
                  <a:pt x="1324432" y="696087"/>
                </a:lnTo>
                <a:lnTo>
                  <a:pt x="1325956" y="686955"/>
                </a:lnTo>
                <a:lnTo>
                  <a:pt x="1328991" y="677811"/>
                </a:lnTo>
                <a:lnTo>
                  <a:pt x="1328991" y="673239"/>
                </a:lnTo>
                <a:lnTo>
                  <a:pt x="1330515" y="670191"/>
                </a:lnTo>
                <a:lnTo>
                  <a:pt x="1330515" y="667143"/>
                </a:lnTo>
                <a:lnTo>
                  <a:pt x="1332039" y="665619"/>
                </a:lnTo>
                <a:lnTo>
                  <a:pt x="1332039" y="648868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4432" y="543775"/>
                </a:lnTo>
                <a:lnTo>
                  <a:pt x="1322908" y="619925"/>
                </a:lnTo>
                <a:lnTo>
                  <a:pt x="1333563" y="619925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6611" y="438670"/>
                </a:moveTo>
                <a:lnTo>
                  <a:pt x="1327480" y="438670"/>
                </a:lnTo>
                <a:lnTo>
                  <a:pt x="1325956" y="487413"/>
                </a:lnTo>
                <a:lnTo>
                  <a:pt x="1325956" y="514832"/>
                </a:lnTo>
                <a:lnTo>
                  <a:pt x="1335087" y="514832"/>
                </a:lnTo>
                <a:lnTo>
                  <a:pt x="1335087" y="487413"/>
                </a:lnTo>
                <a:lnTo>
                  <a:pt x="1336611" y="438670"/>
                </a:lnTo>
                <a:close/>
              </a:path>
              <a:path w="2411729" h="1362075">
                <a:moveTo>
                  <a:pt x="1339646" y="333578"/>
                </a:moveTo>
                <a:lnTo>
                  <a:pt x="1330515" y="333578"/>
                </a:lnTo>
                <a:lnTo>
                  <a:pt x="1327480" y="409727"/>
                </a:lnTo>
                <a:lnTo>
                  <a:pt x="1338135" y="409727"/>
                </a:lnTo>
                <a:lnTo>
                  <a:pt x="1339646" y="333578"/>
                </a:lnTo>
                <a:close/>
              </a:path>
              <a:path w="2411729" h="1362075">
                <a:moveTo>
                  <a:pt x="1342694" y="229997"/>
                </a:moveTo>
                <a:lnTo>
                  <a:pt x="1332039" y="228473"/>
                </a:lnTo>
                <a:lnTo>
                  <a:pt x="1332039" y="269595"/>
                </a:lnTo>
                <a:lnTo>
                  <a:pt x="1330515" y="283311"/>
                </a:lnTo>
                <a:lnTo>
                  <a:pt x="1330515" y="304634"/>
                </a:lnTo>
                <a:lnTo>
                  <a:pt x="1339646" y="306158"/>
                </a:lnTo>
                <a:lnTo>
                  <a:pt x="1339646" y="297014"/>
                </a:lnTo>
                <a:lnTo>
                  <a:pt x="1341170" y="283311"/>
                </a:lnTo>
                <a:lnTo>
                  <a:pt x="1341170" y="245224"/>
                </a:lnTo>
                <a:lnTo>
                  <a:pt x="1342694" y="234569"/>
                </a:lnTo>
                <a:lnTo>
                  <a:pt x="1342694" y="229997"/>
                </a:lnTo>
                <a:close/>
              </a:path>
              <a:path w="2411729" h="1362075">
                <a:moveTo>
                  <a:pt x="1347266" y="124891"/>
                </a:moveTo>
                <a:lnTo>
                  <a:pt x="1336611" y="124891"/>
                </a:lnTo>
                <a:lnTo>
                  <a:pt x="1336611" y="141655"/>
                </a:lnTo>
                <a:lnTo>
                  <a:pt x="1335087" y="149263"/>
                </a:lnTo>
                <a:lnTo>
                  <a:pt x="1335087" y="181254"/>
                </a:lnTo>
                <a:lnTo>
                  <a:pt x="1333563" y="188874"/>
                </a:lnTo>
                <a:lnTo>
                  <a:pt x="1333563" y="201053"/>
                </a:lnTo>
                <a:lnTo>
                  <a:pt x="1342694" y="201053"/>
                </a:lnTo>
                <a:lnTo>
                  <a:pt x="1342694" y="196481"/>
                </a:lnTo>
                <a:lnTo>
                  <a:pt x="1344218" y="188874"/>
                </a:lnTo>
                <a:lnTo>
                  <a:pt x="1344218" y="158407"/>
                </a:lnTo>
                <a:lnTo>
                  <a:pt x="1345742" y="149263"/>
                </a:lnTo>
                <a:lnTo>
                  <a:pt x="1345742" y="127939"/>
                </a:lnTo>
                <a:lnTo>
                  <a:pt x="1347266" y="124891"/>
                </a:lnTo>
                <a:close/>
              </a:path>
              <a:path w="2411729" h="1362075">
                <a:moveTo>
                  <a:pt x="1391412" y="82245"/>
                </a:moveTo>
                <a:lnTo>
                  <a:pt x="1354416" y="19799"/>
                </a:lnTo>
                <a:lnTo>
                  <a:pt x="1349908" y="12179"/>
                </a:lnTo>
                <a:lnTo>
                  <a:pt x="1342694" y="0"/>
                </a:lnTo>
                <a:lnTo>
                  <a:pt x="1293977" y="82245"/>
                </a:lnTo>
                <a:lnTo>
                  <a:pt x="1293977" y="86817"/>
                </a:lnTo>
                <a:lnTo>
                  <a:pt x="1295501" y="89865"/>
                </a:lnTo>
                <a:lnTo>
                  <a:pt x="1300073" y="89865"/>
                </a:lnTo>
                <a:lnTo>
                  <a:pt x="1303121" y="88341"/>
                </a:lnTo>
                <a:lnTo>
                  <a:pt x="1338135" y="27940"/>
                </a:lnTo>
                <a:lnTo>
                  <a:pt x="1338135" y="95961"/>
                </a:lnTo>
                <a:lnTo>
                  <a:pt x="1347266" y="95961"/>
                </a:lnTo>
                <a:lnTo>
                  <a:pt x="1347266" y="27940"/>
                </a:lnTo>
                <a:lnTo>
                  <a:pt x="1382280" y="88341"/>
                </a:lnTo>
                <a:lnTo>
                  <a:pt x="1385328" y="89865"/>
                </a:lnTo>
                <a:lnTo>
                  <a:pt x="1389888" y="89865"/>
                </a:lnTo>
                <a:lnTo>
                  <a:pt x="1391412" y="86817"/>
                </a:lnTo>
                <a:lnTo>
                  <a:pt x="1391412" y="82245"/>
                </a:lnTo>
                <a:close/>
              </a:path>
              <a:path w="2411729" h="1362075">
                <a:moveTo>
                  <a:pt x="2012518" y="1349540"/>
                </a:moveTo>
                <a:lnTo>
                  <a:pt x="1983600" y="1349540"/>
                </a:lnTo>
                <a:lnTo>
                  <a:pt x="1936407" y="1351051"/>
                </a:lnTo>
                <a:lnTo>
                  <a:pt x="1936407" y="1361719"/>
                </a:lnTo>
                <a:lnTo>
                  <a:pt x="1983600" y="1360195"/>
                </a:lnTo>
                <a:lnTo>
                  <a:pt x="2012518" y="1358671"/>
                </a:lnTo>
                <a:lnTo>
                  <a:pt x="2012518" y="1349540"/>
                </a:lnTo>
                <a:close/>
              </a:path>
              <a:path w="2411729" h="1362075">
                <a:moveTo>
                  <a:pt x="2117560" y="1354099"/>
                </a:moveTo>
                <a:lnTo>
                  <a:pt x="2116048" y="1344968"/>
                </a:lnTo>
                <a:lnTo>
                  <a:pt x="2102345" y="1346492"/>
                </a:lnTo>
                <a:lnTo>
                  <a:pt x="2077986" y="1348016"/>
                </a:lnTo>
                <a:lnTo>
                  <a:pt x="2039924" y="1349540"/>
                </a:lnTo>
                <a:lnTo>
                  <a:pt x="2041448" y="1358671"/>
                </a:lnTo>
                <a:lnTo>
                  <a:pt x="2079510" y="1357147"/>
                </a:lnTo>
                <a:lnTo>
                  <a:pt x="2102345" y="1355623"/>
                </a:lnTo>
                <a:lnTo>
                  <a:pt x="2117560" y="1354099"/>
                </a:lnTo>
                <a:close/>
              </a:path>
              <a:path w="2411729" h="1362075">
                <a:moveTo>
                  <a:pt x="2218042" y="1320596"/>
                </a:moveTo>
                <a:lnTo>
                  <a:pt x="2213470" y="1312976"/>
                </a:lnTo>
                <a:lnTo>
                  <a:pt x="2211946" y="1314500"/>
                </a:lnTo>
                <a:lnTo>
                  <a:pt x="2198255" y="1319072"/>
                </a:lnTo>
                <a:lnTo>
                  <a:pt x="2183028" y="1325168"/>
                </a:lnTo>
                <a:lnTo>
                  <a:pt x="2176932" y="1326680"/>
                </a:lnTo>
                <a:lnTo>
                  <a:pt x="2169325" y="1329728"/>
                </a:lnTo>
                <a:lnTo>
                  <a:pt x="2158669" y="1332776"/>
                </a:lnTo>
                <a:lnTo>
                  <a:pt x="2148014" y="1337348"/>
                </a:lnTo>
                <a:lnTo>
                  <a:pt x="2143442" y="1340396"/>
                </a:lnTo>
                <a:lnTo>
                  <a:pt x="2146490" y="1348016"/>
                </a:lnTo>
                <a:lnTo>
                  <a:pt x="2151062" y="1346492"/>
                </a:lnTo>
                <a:lnTo>
                  <a:pt x="2161717" y="1341920"/>
                </a:lnTo>
                <a:lnTo>
                  <a:pt x="2173897" y="1337348"/>
                </a:lnTo>
                <a:lnTo>
                  <a:pt x="2186076" y="1334300"/>
                </a:lnTo>
                <a:lnTo>
                  <a:pt x="2201291" y="1328204"/>
                </a:lnTo>
                <a:lnTo>
                  <a:pt x="2214994" y="1322120"/>
                </a:lnTo>
                <a:lnTo>
                  <a:pt x="2218042" y="1320596"/>
                </a:lnTo>
                <a:close/>
              </a:path>
              <a:path w="2411729" h="1362075">
                <a:moveTo>
                  <a:pt x="2291105" y="1244434"/>
                </a:moveTo>
                <a:lnTo>
                  <a:pt x="2281974" y="1238338"/>
                </a:lnTo>
                <a:lnTo>
                  <a:pt x="2278938" y="1244434"/>
                </a:lnTo>
                <a:lnTo>
                  <a:pt x="2271318" y="1255102"/>
                </a:lnTo>
                <a:lnTo>
                  <a:pt x="2265235" y="1265758"/>
                </a:lnTo>
                <a:lnTo>
                  <a:pt x="2256104" y="1274902"/>
                </a:lnTo>
                <a:lnTo>
                  <a:pt x="2246960" y="1285557"/>
                </a:lnTo>
                <a:lnTo>
                  <a:pt x="2242401" y="1290129"/>
                </a:lnTo>
                <a:lnTo>
                  <a:pt x="2236305" y="1294701"/>
                </a:lnTo>
                <a:lnTo>
                  <a:pt x="2234781" y="1296225"/>
                </a:lnTo>
                <a:lnTo>
                  <a:pt x="2240877" y="1303832"/>
                </a:lnTo>
                <a:lnTo>
                  <a:pt x="2242401" y="1302321"/>
                </a:lnTo>
                <a:lnTo>
                  <a:pt x="2248484" y="1297749"/>
                </a:lnTo>
                <a:lnTo>
                  <a:pt x="2278938" y="1261186"/>
                </a:lnTo>
                <a:lnTo>
                  <a:pt x="2286546" y="1249006"/>
                </a:lnTo>
                <a:lnTo>
                  <a:pt x="2291105" y="1244434"/>
                </a:lnTo>
                <a:close/>
              </a:path>
              <a:path w="2411729" h="1362075">
                <a:moveTo>
                  <a:pt x="2335263" y="1148473"/>
                </a:moveTo>
                <a:lnTo>
                  <a:pt x="2320036" y="1172845"/>
                </a:lnTo>
                <a:lnTo>
                  <a:pt x="2315464" y="1183513"/>
                </a:lnTo>
                <a:lnTo>
                  <a:pt x="2312428" y="1194168"/>
                </a:lnTo>
                <a:lnTo>
                  <a:pt x="2309380" y="1200264"/>
                </a:lnTo>
                <a:lnTo>
                  <a:pt x="2306332" y="1204836"/>
                </a:lnTo>
                <a:lnTo>
                  <a:pt x="2301773" y="1210919"/>
                </a:lnTo>
                <a:lnTo>
                  <a:pt x="2298725" y="1215491"/>
                </a:lnTo>
                <a:lnTo>
                  <a:pt x="2306332" y="1220063"/>
                </a:lnTo>
                <a:lnTo>
                  <a:pt x="2309380" y="1217015"/>
                </a:lnTo>
                <a:lnTo>
                  <a:pt x="2313952" y="1210919"/>
                </a:lnTo>
                <a:lnTo>
                  <a:pt x="2320036" y="1198740"/>
                </a:lnTo>
                <a:lnTo>
                  <a:pt x="2324608" y="1186548"/>
                </a:lnTo>
                <a:lnTo>
                  <a:pt x="2329167" y="1175893"/>
                </a:lnTo>
                <a:lnTo>
                  <a:pt x="2330691" y="1166749"/>
                </a:lnTo>
                <a:lnTo>
                  <a:pt x="2332215" y="1159141"/>
                </a:lnTo>
                <a:lnTo>
                  <a:pt x="2333739" y="1153045"/>
                </a:lnTo>
                <a:lnTo>
                  <a:pt x="2335263" y="1148473"/>
                </a:lnTo>
                <a:close/>
              </a:path>
              <a:path w="2411729" h="1362075">
                <a:moveTo>
                  <a:pt x="2356574" y="1046416"/>
                </a:moveTo>
                <a:lnTo>
                  <a:pt x="2347442" y="1044892"/>
                </a:lnTo>
                <a:lnTo>
                  <a:pt x="2341346" y="1066228"/>
                </a:lnTo>
                <a:lnTo>
                  <a:pt x="2339822" y="1078407"/>
                </a:lnTo>
                <a:lnTo>
                  <a:pt x="2336787" y="1089075"/>
                </a:lnTo>
                <a:lnTo>
                  <a:pt x="2335263" y="1098207"/>
                </a:lnTo>
                <a:lnTo>
                  <a:pt x="2333739" y="1105827"/>
                </a:lnTo>
                <a:lnTo>
                  <a:pt x="2330691" y="1118006"/>
                </a:lnTo>
                <a:lnTo>
                  <a:pt x="2330691" y="1119530"/>
                </a:lnTo>
                <a:lnTo>
                  <a:pt x="2339822" y="1121054"/>
                </a:lnTo>
                <a:lnTo>
                  <a:pt x="2339822" y="1119530"/>
                </a:lnTo>
                <a:lnTo>
                  <a:pt x="2342870" y="1107351"/>
                </a:lnTo>
                <a:lnTo>
                  <a:pt x="2344394" y="1099731"/>
                </a:lnTo>
                <a:lnTo>
                  <a:pt x="2345918" y="1090587"/>
                </a:lnTo>
                <a:lnTo>
                  <a:pt x="2348966" y="1079931"/>
                </a:lnTo>
                <a:lnTo>
                  <a:pt x="2352002" y="1067739"/>
                </a:lnTo>
                <a:lnTo>
                  <a:pt x="2356574" y="1046416"/>
                </a:lnTo>
                <a:close/>
              </a:path>
              <a:path w="2411729" h="1362075">
                <a:moveTo>
                  <a:pt x="2365705" y="941324"/>
                </a:moveTo>
                <a:lnTo>
                  <a:pt x="2355050" y="941324"/>
                </a:lnTo>
                <a:lnTo>
                  <a:pt x="2355050" y="961123"/>
                </a:lnTo>
                <a:lnTo>
                  <a:pt x="2353526" y="970267"/>
                </a:lnTo>
                <a:lnTo>
                  <a:pt x="2353526" y="980922"/>
                </a:lnTo>
                <a:lnTo>
                  <a:pt x="2352002" y="993114"/>
                </a:lnTo>
                <a:lnTo>
                  <a:pt x="2352002" y="1005293"/>
                </a:lnTo>
                <a:lnTo>
                  <a:pt x="2350478" y="1017485"/>
                </a:lnTo>
                <a:lnTo>
                  <a:pt x="2359622" y="1017485"/>
                </a:lnTo>
                <a:lnTo>
                  <a:pt x="2361133" y="1006817"/>
                </a:lnTo>
                <a:lnTo>
                  <a:pt x="2361133" y="993114"/>
                </a:lnTo>
                <a:lnTo>
                  <a:pt x="2362657" y="982446"/>
                </a:lnTo>
                <a:lnTo>
                  <a:pt x="2362657" y="971791"/>
                </a:lnTo>
                <a:lnTo>
                  <a:pt x="2364181" y="962647"/>
                </a:lnTo>
                <a:lnTo>
                  <a:pt x="2364181" y="945896"/>
                </a:lnTo>
                <a:lnTo>
                  <a:pt x="2365705" y="941324"/>
                </a:lnTo>
                <a:close/>
              </a:path>
              <a:path w="2411729" h="1362075">
                <a:moveTo>
                  <a:pt x="2367229" y="836218"/>
                </a:moveTo>
                <a:lnTo>
                  <a:pt x="2356574" y="836218"/>
                </a:lnTo>
                <a:lnTo>
                  <a:pt x="2358098" y="846886"/>
                </a:lnTo>
                <a:lnTo>
                  <a:pt x="2358098" y="903236"/>
                </a:lnTo>
                <a:lnTo>
                  <a:pt x="2356574" y="912380"/>
                </a:lnTo>
                <a:lnTo>
                  <a:pt x="2367229" y="912380"/>
                </a:lnTo>
                <a:lnTo>
                  <a:pt x="2367229" y="836218"/>
                </a:lnTo>
                <a:close/>
              </a:path>
              <a:path w="2411729" h="1362075">
                <a:moveTo>
                  <a:pt x="2411374" y="834694"/>
                </a:moveTo>
                <a:lnTo>
                  <a:pt x="2409850" y="830135"/>
                </a:lnTo>
                <a:lnTo>
                  <a:pt x="2367229" y="758177"/>
                </a:lnTo>
                <a:lnTo>
                  <a:pt x="2367229" y="757021"/>
                </a:lnTo>
                <a:lnTo>
                  <a:pt x="2366543" y="757021"/>
                </a:lnTo>
                <a:lnTo>
                  <a:pt x="2361133" y="747877"/>
                </a:lnTo>
                <a:lnTo>
                  <a:pt x="2313952" y="830135"/>
                </a:lnTo>
                <a:lnTo>
                  <a:pt x="2312428" y="834694"/>
                </a:lnTo>
                <a:lnTo>
                  <a:pt x="2318512" y="837742"/>
                </a:lnTo>
                <a:lnTo>
                  <a:pt x="2321560" y="834694"/>
                </a:lnTo>
                <a:lnTo>
                  <a:pt x="2356574" y="774306"/>
                </a:lnTo>
                <a:lnTo>
                  <a:pt x="2356574" y="807275"/>
                </a:lnTo>
                <a:lnTo>
                  <a:pt x="2367229" y="807275"/>
                </a:lnTo>
                <a:lnTo>
                  <a:pt x="2367229" y="774306"/>
                </a:lnTo>
                <a:lnTo>
                  <a:pt x="2402243" y="834694"/>
                </a:lnTo>
                <a:lnTo>
                  <a:pt x="2405291" y="837742"/>
                </a:lnTo>
                <a:lnTo>
                  <a:pt x="2411374" y="83469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43053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81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스레드</a:t>
            </a:r>
            <a:r>
              <a:rPr dirty="0" spc="-254"/>
              <a:t> </a:t>
            </a:r>
            <a:r>
              <a:rPr dirty="0" spc="-1760"/>
              <a:t>이진</a:t>
            </a:r>
            <a:r>
              <a:rPr dirty="0" spc="-254"/>
              <a:t> </a:t>
            </a:r>
            <a:r>
              <a:rPr dirty="0" spc="-2100"/>
              <a:t>트리의</a:t>
            </a:r>
            <a:r>
              <a:rPr dirty="0" spc="-254"/>
              <a:t> </a:t>
            </a:r>
            <a:r>
              <a:rPr dirty="0" spc="-2140"/>
              <a:t>구현</a:t>
            </a:r>
            <a:r>
              <a:rPr dirty="0" spc="-240"/>
              <a:t> </a:t>
            </a:r>
            <a:r>
              <a:rPr dirty="0" spc="-1814">
                <a:latin typeface="Tw Cen MT"/>
                <a:cs typeface="Tw Cen MT"/>
              </a:rPr>
              <a:t>(</a:t>
            </a:r>
            <a:r>
              <a:rPr dirty="0" spc="-1814"/>
              <a:t>순환문이</a:t>
            </a:r>
            <a:r>
              <a:rPr dirty="0" spc="-245"/>
              <a:t> </a:t>
            </a:r>
            <a:r>
              <a:rPr dirty="0" spc="-1525"/>
              <a:t>아닌</a:t>
            </a:r>
            <a:r>
              <a:rPr dirty="0" spc="-260"/>
              <a:t> </a:t>
            </a:r>
            <a:r>
              <a:rPr dirty="0" spc="-1800"/>
              <a:t>반복문</a:t>
            </a:r>
            <a:r>
              <a:rPr dirty="0" spc="-1800">
                <a:latin typeface="Tw Cen MT"/>
                <a:cs typeface="Tw Cen MT"/>
              </a:rPr>
              <a:t>)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10">
                <a:latin typeface="Tw Cen MT"/>
                <a:cs typeface="Tw Cen MT"/>
              </a:rPr>
              <a:t>-</a:t>
            </a:r>
            <a:r>
              <a:rPr dirty="0" spc="-50">
                <a:latin typeface="Tw Cen MT"/>
                <a:cs typeface="Tw Cen MT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9038" y="4260341"/>
            <a:ext cx="7598409" cy="2891155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0170">
              <a:lnSpc>
                <a:spcPts val="1920"/>
              </a:lnSpc>
              <a:spcBef>
                <a:spcPts val="305"/>
              </a:spcBef>
            </a:pPr>
            <a:r>
              <a:rPr dirty="0" sz="1600">
                <a:latin typeface="Trebuchet MS"/>
                <a:cs typeface="Trebuchet MS"/>
              </a:rPr>
              <a:t>void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thread_inorder(TreeNode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*t)</a:t>
            </a:r>
            <a:endParaRPr sz="1600">
              <a:latin typeface="Trebuchet MS"/>
              <a:cs typeface="Trebuchet MS"/>
            </a:endParaRPr>
          </a:p>
          <a:p>
            <a:pPr marL="9017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003935" marR="5403215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*q; </a:t>
            </a:r>
            <a:r>
              <a:rPr dirty="0" sz="1600" spc="-20">
                <a:latin typeface="Trebuchet MS"/>
                <a:cs typeface="Trebuchet MS"/>
              </a:rPr>
              <a:t>q=t;</a:t>
            </a:r>
            <a:endParaRPr sz="1600">
              <a:latin typeface="Trebuchet MS"/>
              <a:cs typeface="Trebuchet MS"/>
            </a:endParaRPr>
          </a:p>
          <a:p>
            <a:pPr marL="1003935" marR="1129030">
              <a:lnSpc>
                <a:spcPts val="1889"/>
              </a:lnSpc>
              <a:spcBef>
                <a:spcPts val="110"/>
              </a:spcBef>
            </a:pPr>
            <a:r>
              <a:rPr dirty="0" sz="1600">
                <a:latin typeface="Trebuchet MS"/>
                <a:cs typeface="Trebuchet MS"/>
              </a:rPr>
              <a:t>while</a:t>
            </a:r>
            <a:r>
              <a:rPr dirty="0" sz="1600" spc="-10">
                <a:latin typeface="Trebuchet MS"/>
                <a:cs typeface="Trebuchet MS"/>
              </a:rPr>
              <a:t> (q-</a:t>
            </a:r>
            <a:r>
              <a:rPr dirty="0" sz="1600">
                <a:latin typeface="Trebuchet MS"/>
                <a:cs typeface="Trebuchet MS"/>
              </a:rPr>
              <a:t>&gt;left)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q-</a:t>
            </a:r>
            <a:r>
              <a:rPr dirty="0" sz="1600">
                <a:latin typeface="Trebuchet MS"/>
                <a:cs typeface="Trebuchet MS"/>
              </a:rPr>
              <a:t>&gt;left;//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왼쪽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노드로</a:t>
            </a:r>
            <a:r>
              <a:rPr dirty="0" sz="1600" spc="-6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간다</a:t>
            </a:r>
            <a:r>
              <a:rPr dirty="0" sz="1600">
                <a:latin typeface="Trebuchet MS"/>
                <a:cs typeface="Trebuchet MS"/>
              </a:rPr>
              <a:t>.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[L]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V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 </a:t>
            </a:r>
            <a:r>
              <a:rPr dirty="0" sz="1600" spc="-25">
                <a:latin typeface="Trebuchet MS"/>
                <a:cs typeface="Trebuchet MS"/>
              </a:rPr>
              <a:t>do</a:t>
            </a:r>
            <a:endParaRPr sz="1600">
              <a:latin typeface="Trebuchet MS"/>
              <a:cs typeface="Trebuchet MS"/>
            </a:endParaRPr>
          </a:p>
          <a:p>
            <a:pPr marL="1003935">
              <a:lnSpc>
                <a:spcPts val="1864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917064" marR="1660525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Trebuchet MS"/>
                <a:cs typeface="Trebuchet MS"/>
              </a:rPr>
              <a:t>printf("%c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",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q-</a:t>
            </a:r>
            <a:r>
              <a:rPr dirty="0" sz="1600">
                <a:latin typeface="Trebuchet MS"/>
                <a:cs typeface="Trebuchet MS"/>
              </a:rPr>
              <a:t>&gt;data);//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데이터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출력</a:t>
            </a:r>
            <a:r>
              <a:rPr dirty="0" sz="1600" spc="-6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L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[V]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find_successor(q);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후속자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함수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호출</a:t>
            </a:r>
            <a:endParaRPr sz="1600">
              <a:latin typeface="Gulim"/>
              <a:cs typeface="Gulim"/>
            </a:endParaRPr>
          </a:p>
          <a:p>
            <a:pPr marL="1003935">
              <a:lnSpc>
                <a:spcPts val="1905"/>
              </a:lnSpc>
              <a:tabLst>
                <a:tab pos="4657090" algn="l"/>
              </a:tabLst>
            </a:pPr>
            <a:r>
              <a:rPr dirty="0" sz="1600">
                <a:latin typeface="Trebuchet MS"/>
                <a:cs typeface="Trebuchet MS"/>
              </a:rPr>
              <a:t>} </a:t>
            </a:r>
            <a:r>
              <a:rPr dirty="0" sz="1600" spc="-10">
                <a:latin typeface="Trebuchet MS"/>
                <a:cs typeface="Trebuchet MS"/>
              </a:rPr>
              <a:t>while(q);</a:t>
            </a:r>
            <a:r>
              <a:rPr dirty="0" sz="1600">
                <a:latin typeface="Trebuchet MS"/>
                <a:cs typeface="Trebuchet MS"/>
              </a:rPr>
              <a:t>	//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6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아니면</a:t>
            </a:r>
            <a:endParaRPr sz="1600">
              <a:latin typeface="Gulim"/>
              <a:cs typeface="Gulim"/>
            </a:endParaRPr>
          </a:p>
          <a:p>
            <a:pPr marL="90170">
              <a:lnSpc>
                <a:spcPts val="1905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21957" y="2156625"/>
            <a:ext cx="1402715" cy="1172210"/>
            <a:chOff x="6621957" y="2156625"/>
            <a:chExt cx="1402715" cy="11722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5344" y="2163953"/>
              <a:ext cx="464312" cy="43307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55344" y="2161387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4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8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6720" y="2890507"/>
              <a:ext cx="464312" cy="4330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626720" y="288795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04"/>
                  </a:moveTo>
                  <a:lnTo>
                    <a:pt x="4700" y="173901"/>
                  </a:lnTo>
                  <a:lnTo>
                    <a:pt x="18196" y="133013"/>
                  </a:lnTo>
                  <a:lnTo>
                    <a:pt x="39577" y="96015"/>
                  </a:lnTo>
                  <a:lnTo>
                    <a:pt x="67933" y="63782"/>
                  </a:lnTo>
                  <a:lnTo>
                    <a:pt x="102355" y="37189"/>
                  </a:lnTo>
                  <a:lnTo>
                    <a:pt x="141933" y="17112"/>
                  </a:lnTo>
                  <a:lnTo>
                    <a:pt x="185757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89"/>
                  </a:lnTo>
                  <a:lnTo>
                    <a:pt x="396568" y="63782"/>
                  </a:lnTo>
                  <a:lnTo>
                    <a:pt x="424814" y="96015"/>
                  </a:lnTo>
                  <a:lnTo>
                    <a:pt x="446139" y="133013"/>
                  </a:lnTo>
                  <a:lnTo>
                    <a:pt x="459614" y="173901"/>
                  </a:lnTo>
                  <a:lnTo>
                    <a:pt x="464312" y="217804"/>
                  </a:lnTo>
                  <a:lnTo>
                    <a:pt x="459614" y="261712"/>
                  </a:lnTo>
                  <a:lnTo>
                    <a:pt x="446139" y="302604"/>
                  </a:lnTo>
                  <a:lnTo>
                    <a:pt x="424814" y="339604"/>
                  </a:lnTo>
                  <a:lnTo>
                    <a:pt x="396568" y="371838"/>
                  </a:lnTo>
                  <a:lnTo>
                    <a:pt x="362328" y="398432"/>
                  </a:lnTo>
                  <a:lnTo>
                    <a:pt x="323021" y="418510"/>
                  </a:lnTo>
                  <a:lnTo>
                    <a:pt x="279575" y="431198"/>
                  </a:lnTo>
                  <a:lnTo>
                    <a:pt x="232918" y="435622"/>
                  </a:lnTo>
                  <a:lnTo>
                    <a:pt x="185757" y="431198"/>
                  </a:lnTo>
                  <a:lnTo>
                    <a:pt x="141933" y="418510"/>
                  </a:lnTo>
                  <a:lnTo>
                    <a:pt x="102355" y="398432"/>
                  </a:lnTo>
                  <a:lnTo>
                    <a:pt x="67933" y="371838"/>
                  </a:lnTo>
                  <a:lnTo>
                    <a:pt x="39577" y="339604"/>
                  </a:lnTo>
                  <a:lnTo>
                    <a:pt x="18196" y="302604"/>
                  </a:lnTo>
                  <a:lnTo>
                    <a:pt x="4700" y="261712"/>
                  </a:lnTo>
                  <a:lnTo>
                    <a:pt x="0" y="217804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755190" y="2900203"/>
            <a:ext cx="2076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39383" y="2883192"/>
            <a:ext cx="2893060" cy="1124585"/>
            <a:chOff x="6139383" y="2883192"/>
            <a:chExt cx="2893060" cy="112458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63127" y="2890507"/>
              <a:ext cx="464312" cy="43307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63127" y="288795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04"/>
                  </a:moveTo>
                  <a:lnTo>
                    <a:pt x="4763" y="173901"/>
                  </a:lnTo>
                  <a:lnTo>
                    <a:pt x="18410" y="133013"/>
                  </a:lnTo>
                  <a:lnTo>
                    <a:pt x="39979" y="96015"/>
                  </a:lnTo>
                  <a:lnTo>
                    <a:pt x="68505" y="63782"/>
                  </a:lnTo>
                  <a:lnTo>
                    <a:pt x="103025" y="37189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89"/>
                  </a:lnTo>
                  <a:lnTo>
                    <a:pt x="396568" y="63782"/>
                  </a:lnTo>
                  <a:lnTo>
                    <a:pt x="424814" y="96015"/>
                  </a:lnTo>
                  <a:lnTo>
                    <a:pt x="446139" y="133013"/>
                  </a:lnTo>
                  <a:lnTo>
                    <a:pt x="459614" y="173901"/>
                  </a:lnTo>
                  <a:lnTo>
                    <a:pt x="464312" y="217804"/>
                  </a:lnTo>
                  <a:lnTo>
                    <a:pt x="459614" y="261712"/>
                  </a:lnTo>
                  <a:lnTo>
                    <a:pt x="446139" y="302604"/>
                  </a:lnTo>
                  <a:lnTo>
                    <a:pt x="424814" y="339604"/>
                  </a:lnTo>
                  <a:lnTo>
                    <a:pt x="396568" y="371838"/>
                  </a:lnTo>
                  <a:lnTo>
                    <a:pt x="362328" y="398432"/>
                  </a:lnTo>
                  <a:lnTo>
                    <a:pt x="323021" y="418510"/>
                  </a:lnTo>
                  <a:lnTo>
                    <a:pt x="279575" y="431198"/>
                  </a:lnTo>
                  <a:lnTo>
                    <a:pt x="232918" y="435622"/>
                  </a:lnTo>
                  <a:lnTo>
                    <a:pt x="186195" y="431198"/>
                  </a:lnTo>
                  <a:lnTo>
                    <a:pt x="142576" y="418510"/>
                  </a:lnTo>
                  <a:lnTo>
                    <a:pt x="103025" y="398432"/>
                  </a:lnTo>
                  <a:lnTo>
                    <a:pt x="68505" y="371838"/>
                  </a:lnTo>
                  <a:lnTo>
                    <a:pt x="39979" y="339604"/>
                  </a:lnTo>
                  <a:lnTo>
                    <a:pt x="18410" y="302604"/>
                  </a:lnTo>
                  <a:lnTo>
                    <a:pt x="4763" y="261712"/>
                  </a:lnTo>
                  <a:lnTo>
                    <a:pt x="0" y="217804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4145" y="3569842"/>
              <a:ext cx="464312" cy="4330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44145" y="3567290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2" y="217817"/>
                  </a:lnTo>
                  <a:lnTo>
                    <a:pt x="459548" y="261725"/>
                  </a:lnTo>
                  <a:lnTo>
                    <a:pt x="445901" y="302615"/>
                  </a:lnTo>
                  <a:lnTo>
                    <a:pt x="424332" y="339613"/>
                  </a:lnTo>
                  <a:lnTo>
                    <a:pt x="395806" y="371844"/>
                  </a:lnTo>
                  <a:lnTo>
                    <a:pt x="361286" y="398436"/>
                  </a:lnTo>
                  <a:lnTo>
                    <a:pt x="321735" y="418512"/>
                  </a:lnTo>
                  <a:lnTo>
                    <a:pt x="278116" y="431199"/>
                  </a:lnTo>
                  <a:lnTo>
                    <a:pt x="231394" y="435622"/>
                  </a:lnTo>
                  <a:lnTo>
                    <a:pt x="184736" y="431199"/>
                  </a:lnTo>
                  <a:lnTo>
                    <a:pt x="141290" y="418512"/>
                  </a:lnTo>
                  <a:lnTo>
                    <a:pt x="101983" y="398436"/>
                  </a:lnTo>
                  <a:lnTo>
                    <a:pt x="67743" y="371844"/>
                  </a:lnTo>
                  <a:lnTo>
                    <a:pt x="39497" y="339613"/>
                  </a:lnTo>
                  <a:lnTo>
                    <a:pt x="18172" y="302615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273396" y="3580143"/>
            <a:ext cx="2051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35191" y="2528290"/>
            <a:ext cx="3080385" cy="1479550"/>
            <a:chOff x="6535191" y="2528290"/>
            <a:chExt cx="3080385" cy="147955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2342" y="3569843"/>
              <a:ext cx="464311" cy="4330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12342" y="3567290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3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1" y="217817"/>
                  </a:lnTo>
                  <a:lnTo>
                    <a:pt x="459548" y="261725"/>
                  </a:lnTo>
                  <a:lnTo>
                    <a:pt x="445901" y="302615"/>
                  </a:lnTo>
                  <a:lnTo>
                    <a:pt x="424332" y="339613"/>
                  </a:lnTo>
                  <a:lnTo>
                    <a:pt x="395806" y="371844"/>
                  </a:lnTo>
                  <a:lnTo>
                    <a:pt x="361286" y="398436"/>
                  </a:lnTo>
                  <a:lnTo>
                    <a:pt x="321735" y="418512"/>
                  </a:lnTo>
                  <a:lnTo>
                    <a:pt x="278116" y="431199"/>
                  </a:lnTo>
                  <a:lnTo>
                    <a:pt x="231393" y="435622"/>
                  </a:lnTo>
                  <a:lnTo>
                    <a:pt x="184736" y="431199"/>
                  </a:lnTo>
                  <a:lnTo>
                    <a:pt x="141290" y="418512"/>
                  </a:lnTo>
                  <a:lnTo>
                    <a:pt x="101983" y="398436"/>
                  </a:lnTo>
                  <a:lnTo>
                    <a:pt x="67743" y="371844"/>
                  </a:lnTo>
                  <a:lnTo>
                    <a:pt x="39497" y="339613"/>
                  </a:lnTo>
                  <a:lnTo>
                    <a:pt x="18172" y="302615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1835" y="3569843"/>
              <a:ext cx="464312" cy="4330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31835" y="3567290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5"/>
                  </a:lnTo>
                  <a:lnTo>
                    <a:pt x="424814" y="339613"/>
                  </a:lnTo>
                  <a:lnTo>
                    <a:pt x="396568" y="371844"/>
                  </a:lnTo>
                  <a:lnTo>
                    <a:pt x="362328" y="398436"/>
                  </a:lnTo>
                  <a:lnTo>
                    <a:pt x="323021" y="418512"/>
                  </a:lnTo>
                  <a:lnTo>
                    <a:pt x="279575" y="431199"/>
                  </a:lnTo>
                  <a:lnTo>
                    <a:pt x="232918" y="435622"/>
                  </a:lnTo>
                  <a:lnTo>
                    <a:pt x="186195" y="431199"/>
                  </a:lnTo>
                  <a:lnTo>
                    <a:pt x="142576" y="418512"/>
                  </a:lnTo>
                  <a:lnTo>
                    <a:pt x="103025" y="398436"/>
                  </a:lnTo>
                  <a:lnTo>
                    <a:pt x="68505" y="371844"/>
                  </a:lnTo>
                  <a:lnTo>
                    <a:pt x="39979" y="339613"/>
                  </a:lnTo>
                  <a:lnTo>
                    <a:pt x="18410" y="302615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6183" y="3569843"/>
              <a:ext cx="464311" cy="43307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39953" y="2533053"/>
              <a:ext cx="3070860" cy="1470025"/>
            </a:xfrm>
            <a:custGeom>
              <a:avLst/>
              <a:gdLst/>
              <a:ahLst/>
              <a:cxnLst/>
              <a:rect l="l" t="t" r="r" b="b"/>
              <a:pathLst>
                <a:path w="3070859" h="1470025">
                  <a:moveTo>
                    <a:pt x="2606230" y="1252054"/>
                  </a:moveTo>
                  <a:lnTo>
                    <a:pt x="2610928" y="1208146"/>
                  </a:lnTo>
                  <a:lnTo>
                    <a:pt x="2624403" y="1167255"/>
                  </a:lnTo>
                  <a:lnTo>
                    <a:pt x="2645727" y="1130255"/>
                  </a:lnTo>
                  <a:lnTo>
                    <a:pt x="2673973" y="1098021"/>
                  </a:lnTo>
                  <a:lnTo>
                    <a:pt x="2708214" y="1071427"/>
                  </a:lnTo>
                  <a:lnTo>
                    <a:pt x="2747521" y="1051349"/>
                  </a:lnTo>
                  <a:lnTo>
                    <a:pt x="2790967" y="1038661"/>
                  </a:lnTo>
                  <a:lnTo>
                    <a:pt x="2837624" y="1034237"/>
                  </a:lnTo>
                  <a:lnTo>
                    <a:pt x="2884784" y="1038661"/>
                  </a:lnTo>
                  <a:lnTo>
                    <a:pt x="2928608" y="1051349"/>
                  </a:lnTo>
                  <a:lnTo>
                    <a:pt x="2968186" y="1071427"/>
                  </a:lnTo>
                  <a:lnTo>
                    <a:pt x="3002608" y="1098021"/>
                  </a:lnTo>
                  <a:lnTo>
                    <a:pt x="3030965" y="1130255"/>
                  </a:lnTo>
                  <a:lnTo>
                    <a:pt x="3052345" y="1167255"/>
                  </a:lnTo>
                  <a:lnTo>
                    <a:pt x="3065841" y="1208146"/>
                  </a:lnTo>
                  <a:lnTo>
                    <a:pt x="3070542" y="1252054"/>
                  </a:lnTo>
                  <a:lnTo>
                    <a:pt x="3065841" y="1295962"/>
                  </a:lnTo>
                  <a:lnTo>
                    <a:pt x="3052345" y="1336852"/>
                  </a:lnTo>
                  <a:lnTo>
                    <a:pt x="3030965" y="1373850"/>
                  </a:lnTo>
                  <a:lnTo>
                    <a:pt x="3002608" y="1406082"/>
                  </a:lnTo>
                  <a:lnTo>
                    <a:pt x="2968186" y="1432673"/>
                  </a:lnTo>
                  <a:lnTo>
                    <a:pt x="2928608" y="1452749"/>
                  </a:lnTo>
                  <a:lnTo>
                    <a:pt x="2884784" y="1465436"/>
                  </a:lnTo>
                  <a:lnTo>
                    <a:pt x="2837624" y="1469859"/>
                  </a:lnTo>
                  <a:lnTo>
                    <a:pt x="2790967" y="1465436"/>
                  </a:lnTo>
                  <a:lnTo>
                    <a:pt x="2747521" y="1452749"/>
                  </a:lnTo>
                  <a:lnTo>
                    <a:pt x="2708214" y="1432673"/>
                  </a:lnTo>
                  <a:lnTo>
                    <a:pt x="2673973" y="1406082"/>
                  </a:lnTo>
                  <a:lnTo>
                    <a:pt x="2645727" y="1373850"/>
                  </a:lnTo>
                  <a:lnTo>
                    <a:pt x="2624403" y="1336852"/>
                  </a:lnTo>
                  <a:lnTo>
                    <a:pt x="2610928" y="1295962"/>
                  </a:lnTo>
                  <a:lnTo>
                    <a:pt x="2606230" y="1252054"/>
                  </a:lnTo>
                </a:path>
                <a:path w="3070859" h="1470025">
                  <a:moveTo>
                    <a:pt x="1083894" y="0"/>
                  </a:moveTo>
                  <a:lnTo>
                    <a:pt x="482574" y="418871"/>
                  </a:lnTo>
                </a:path>
                <a:path w="3070859" h="1470025">
                  <a:moveTo>
                    <a:pt x="1411198" y="0"/>
                  </a:moveTo>
                  <a:lnTo>
                    <a:pt x="2091677" y="418871"/>
                  </a:lnTo>
                </a:path>
                <a:path w="3070859" h="1470025">
                  <a:moveTo>
                    <a:pt x="155270" y="726554"/>
                  </a:moveTo>
                  <a:lnTo>
                    <a:pt x="0" y="1098207"/>
                  </a:lnTo>
                </a:path>
                <a:path w="3070859" h="1470025">
                  <a:moveTo>
                    <a:pt x="482574" y="726554"/>
                  </a:moveTo>
                  <a:lnTo>
                    <a:pt x="639381" y="1098207"/>
                  </a:lnTo>
                </a:path>
                <a:path w="3070859" h="1470025">
                  <a:moveTo>
                    <a:pt x="2091677" y="726554"/>
                  </a:moveTo>
                  <a:lnTo>
                    <a:pt x="1889213" y="1098207"/>
                  </a:lnTo>
                </a:path>
                <a:path w="3070859" h="1470025">
                  <a:moveTo>
                    <a:pt x="2420505" y="726554"/>
                  </a:moveTo>
                  <a:lnTo>
                    <a:pt x="2673210" y="109820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76557" y="3230528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12635" y="2549856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39697" y="3173946"/>
            <a:ext cx="203200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3205" y="1915198"/>
            <a:ext cx="5207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  <a:p>
            <a:pPr marL="300990">
              <a:lnSpc>
                <a:spcPts val="2820"/>
              </a:lnSpc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12645" y="3173946"/>
            <a:ext cx="25717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5715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91441" y="2492724"/>
            <a:ext cx="1968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83378" y="3093423"/>
            <a:ext cx="231140" cy="8782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81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36906" y="2574175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8503" y="1322120"/>
                </a:moveTo>
                <a:lnTo>
                  <a:pt x="42621" y="1322120"/>
                </a:lnTo>
                <a:lnTo>
                  <a:pt x="36537" y="1320596"/>
                </a:lnTo>
                <a:lnTo>
                  <a:pt x="38061" y="1320596"/>
                </a:lnTo>
                <a:lnTo>
                  <a:pt x="31965" y="1319072"/>
                </a:lnTo>
                <a:lnTo>
                  <a:pt x="33489" y="1319072"/>
                </a:lnTo>
                <a:lnTo>
                  <a:pt x="28917" y="1316024"/>
                </a:lnTo>
                <a:lnTo>
                  <a:pt x="24358" y="1311452"/>
                </a:lnTo>
                <a:lnTo>
                  <a:pt x="16725" y="1302321"/>
                </a:lnTo>
                <a:lnTo>
                  <a:pt x="10655" y="1296225"/>
                </a:lnTo>
                <a:lnTo>
                  <a:pt x="6083" y="1293177"/>
                </a:lnTo>
                <a:lnTo>
                  <a:pt x="0" y="1299273"/>
                </a:lnTo>
                <a:lnTo>
                  <a:pt x="22834" y="1322120"/>
                </a:lnTo>
                <a:lnTo>
                  <a:pt x="22834" y="1323644"/>
                </a:lnTo>
                <a:lnTo>
                  <a:pt x="27406" y="1326692"/>
                </a:lnTo>
                <a:lnTo>
                  <a:pt x="28917" y="1326692"/>
                </a:lnTo>
                <a:lnTo>
                  <a:pt x="33489" y="1329740"/>
                </a:lnTo>
                <a:lnTo>
                  <a:pt x="35013" y="1329740"/>
                </a:lnTo>
                <a:lnTo>
                  <a:pt x="41097" y="1331264"/>
                </a:lnTo>
                <a:lnTo>
                  <a:pt x="66979" y="1331264"/>
                </a:lnTo>
                <a:lnTo>
                  <a:pt x="68503" y="1322120"/>
                </a:lnTo>
                <a:close/>
              </a:path>
              <a:path w="2411729" h="1362075">
                <a:moveTo>
                  <a:pt x="172021" y="1316024"/>
                </a:moveTo>
                <a:lnTo>
                  <a:pt x="167449" y="1316024"/>
                </a:lnTo>
                <a:lnTo>
                  <a:pt x="135483" y="1319072"/>
                </a:lnTo>
                <a:lnTo>
                  <a:pt x="105041" y="1320596"/>
                </a:lnTo>
                <a:lnTo>
                  <a:pt x="95910" y="1322120"/>
                </a:lnTo>
                <a:lnTo>
                  <a:pt x="95910" y="1331264"/>
                </a:lnTo>
                <a:lnTo>
                  <a:pt x="105041" y="1331264"/>
                </a:lnTo>
                <a:lnTo>
                  <a:pt x="137007" y="1328216"/>
                </a:lnTo>
                <a:lnTo>
                  <a:pt x="167449" y="1326692"/>
                </a:lnTo>
                <a:lnTo>
                  <a:pt x="172021" y="1325168"/>
                </a:lnTo>
                <a:lnTo>
                  <a:pt x="172021" y="1316024"/>
                </a:lnTo>
                <a:close/>
              </a:path>
              <a:path w="2411729" h="1362075">
                <a:moveTo>
                  <a:pt x="277063" y="1311452"/>
                </a:moveTo>
                <a:lnTo>
                  <a:pt x="275539" y="1302321"/>
                </a:lnTo>
                <a:lnTo>
                  <a:pt x="260311" y="1303845"/>
                </a:lnTo>
                <a:lnTo>
                  <a:pt x="199428" y="1312976"/>
                </a:lnTo>
                <a:lnTo>
                  <a:pt x="200952" y="1322120"/>
                </a:lnTo>
                <a:lnTo>
                  <a:pt x="231394" y="1319072"/>
                </a:lnTo>
                <a:lnTo>
                  <a:pt x="261835" y="1312976"/>
                </a:lnTo>
                <a:lnTo>
                  <a:pt x="277063" y="1311452"/>
                </a:lnTo>
                <a:close/>
              </a:path>
              <a:path w="2411729" h="1362075">
                <a:moveTo>
                  <a:pt x="363842" y="1253578"/>
                </a:moveTo>
                <a:lnTo>
                  <a:pt x="357746" y="1247482"/>
                </a:lnTo>
                <a:lnTo>
                  <a:pt x="350139" y="1255102"/>
                </a:lnTo>
                <a:lnTo>
                  <a:pt x="339483" y="1264234"/>
                </a:lnTo>
                <a:lnTo>
                  <a:pt x="330339" y="1274902"/>
                </a:lnTo>
                <a:lnTo>
                  <a:pt x="309029" y="1290129"/>
                </a:lnTo>
                <a:lnTo>
                  <a:pt x="304469" y="1293177"/>
                </a:lnTo>
                <a:lnTo>
                  <a:pt x="301421" y="1294701"/>
                </a:lnTo>
                <a:lnTo>
                  <a:pt x="305993" y="1303845"/>
                </a:lnTo>
                <a:lnTo>
                  <a:pt x="315125" y="1299273"/>
                </a:lnTo>
                <a:lnTo>
                  <a:pt x="347091" y="1271854"/>
                </a:lnTo>
                <a:lnTo>
                  <a:pt x="356222" y="1262722"/>
                </a:lnTo>
                <a:lnTo>
                  <a:pt x="363842" y="1253578"/>
                </a:lnTo>
                <a:close/>
              </a:path>
              <a:path w="2411729" h="1362075">
                <a:moveTo>
                  <a:pt x="411022" y="1160665"/>
                </a:moveTo>
                <a:lnTo>
                  <a:pt x="403415" y="1154569"/>
                </a:lnTo>
                <a:lnTo>
                  <a:pt x="403415" y="1156093"/>
                </a:lnTo>
                <a:lnTo>
                  <a:pt x="400367" y="1160665"/>
                </a:lnTo>
                <a:lnTo>
                  <a:pt x="397332" y="1163713"/>
                </a:lnTo>
                <a:lnTo>
                  <a:pt x="395808" y="1166761"/>
                </a:lnTo>
                <a:lnTo>
                  <a:pt x="394284" y="1171321"/>
                </a:lnTo>
                <a:lnTo>
                  <a:pt x="391236" y="1174369"/>
                </a:lnTo>
                <a:lnTo>
                  <a:pt x="388188" y="1180465"/>
                </a:lnTo>
                <a:lnTo>
                  <a:pt x="383628" y="1186561"/>
                </a:lnTo>
                <a:lnTo>
                  <a:pt x="379056" y="1194168"/>
                </a:lnTo>
                <a:lnTo>
                  <a:pt x="376021" y="1200264"/>
                </a:lnTo>
                <a:lnTo>
                  <a:pt x="374497" y="1206360"/>
                </a:lnTo>
                <a:lnTo>
                  <a:pt x="369925" y="1218539"/>
                </a:lnTo>
                <a:lnTo>
                  <a:pt x="368401" y="1224635"/>
                </a:lnTo>
                <a:lnTo>
                  <a:pt x="377532" y="1226159"/>
                </a:lnTo>
                <a:lnTo>
                  <a:pt x="379056" y="1220063"/>
                </a:lnTo>
                <a:lnTo>
                  <a:pt x="383628" y="1209408"/>
                </a:lnTo>
                <a:lnTo>
                  <a:pt x="385152" y="1204836"/>
                </a:lnTo>
                <a:lnTo>
                  <a:pt x="388188" y="1198740"/>
                </a:lnTo>
                <a:lnTo>
                  <a:pt x="392760" y="1191133"/>
                </a:lnTo>
                <a:lnTo>
                  <a:pt x="395808" y="1185037"/>
                </a:lnTo>
                <a:lnTo>
                  <a:pt x="404939" y="1171321"/>
                </a:lnTo>
                <a:lnTo>
                  <a:pt x="406463" y="1169797"/>
                </a:lnTo>
                <a:lnTo>
                  <a:pt x="407987" y="1165237"/>
                </a:lnTo>
                <a:lnTo>
                  <a:pt x="411022" y="1160665"/>
                </a:lnTo>
                <a:close/>
              </a:path>
              <a:path w="2411729" h="1362075">
                <a:moveTo>
                  <a:pt x="446049" y="1061656"/>
                </a:moveTo>
                <a:lnTo>
                  <a:pt x="436905" y="1058608"/>
                </a:lnTo>
                <a:lnTo>
                  <a:pt x="432346" y="1073848"/>
                </a:lnTo>
                <a:lnTo>
                  <a:pt x="417118" y="1133246"/>
                </a:lnTo>
                <a:lnTo>
                  <a:pt x="426250" y="1134770"/>
                </a:lnTo>
                <a:lnTo>
                  <a:pt x="441477" y="1076883"/>
                </a:lnTo>
                <a:lnTo>
                  <a:pt x="446049" y="1061656"/>
                </a:lnTo>
                <a:close/>
              </a:path>
              <a:path w="2411729" h="1362075">
                <a:moveTo>
                  <a:pt x="453656" y="918476"/>
                </a:moveTo>
                <a:lnTo>
                  <a:pt x="452132" y="878878"/>
                </a:lnTo>
                <a:lnTo>
                  <a:pt x="450608" y="851458"/>
                </a:lnTo>
                <a:lnTo>
                  <a:pt x="441477" y="851458"/>
                </a:lnTo>
                <a:lnTo>
                  <a:pt x="443001" y="878878"/>
                </a:lnTo>
                <a:lnTo>
                  <a:pt x="444525" y="918476"/>
                </a:lnTo>
                <a:lnTo>
                  <a:pt x="444525" y="927620"/>
                </a:lnTo>
                <a:lnTo>
                  <a:pt x="453656" y="927620"/>
                </a:lnTo>
                <a:lnTo>
                  <a:pt x="453656" y="918476"/>
                </a:lnTo>
                <a:close/>
              </a:path>
              <a:path w="2411729" h="1362075">
                <a:moveTo>
                  <a:pt x="456653" y="997953"/>
                </a:moveTo>
                <a:lnTo>
                  <a:pt x="455231" y="959599"/>
                </a:lnTo>
                <a:lnTo>
                  <a:pt x="455180" y="956551"/>
                </a:lnTo>
                <a:lnTo>
                  <a:pt x="446049" y="956551"/>
                </a:lnTo>
                <a:lnTo>
                  <a:pt x="446049" y="959599"/>
                </a:lnTo>
                <a:lnTo>
                  <a:pt x="447560" y="997686"/>
                </a:lnTo>
                <a:lnTo>
                  <a:pt x="447560" y="997953"/>
                </a:lnTo>
                <a:lnTo>
                  <a:pt x="456653" y="997953"/>
                </a:lnTo>
                <a:close/>
              </a:path>
              <a:path w="2411729" h="1362075">
                <a:moveTo>
                  <a:pt x="456704" y="999210"/>
                </a:moveTo>
                <a:lnTo>
                  <a:pt x="447560" y="999210"/>
                </a:lnTo>
                <a:lnTo>
                  <a:pt x="447281" y="999210"/>
                </a:lnTo>
                <a:lnTo>
                  <a:pt x="441477" y="1031189"/>
                </a:lnTo>
                <a:lnTo>
                  <a:pt x="452132" y="1032713"/>
                </a:lnTo>
                <a:lnTo>
                  <a:pt x="456704" y="999210"/>
                </a:lnTo>
                <a:close/>
              </a:path>
              <a:path w="2411729" h="1362075">
                <a:moveTo>
                  <a:pt x="509981" y="773772"/>
                </a:moveTo>
                <a:lnTo>
                  <a:pt x="506933" y="772248"/>
                </a:lnTo>
                <a:lnTo>
                  <a:pt x="435381" y="753478"/>
                </a:lnTo>
                <a:lnTo>
                  <a:pt x="435381" y="785964"/>
                </a:lnTo>
                <a:lnTo>
                  <a:pt x="435381" y="792264"/>
                </a:lnTo>
                <a:lnTo>
                  <a:pt x="430022" y="772248"/>
                </a:lnTo>
                <a:lnTo>
                  <a:pt x="429983" y="772109"/>
                </a:lnTo>
                <a:lnTo>
                  <a:pt x="430822" y="773772"/>
                </a:lnTo>
                <a:lnTo>
                  <a:pt x="430822" y="772248"/>
                </a:lnTo>
                <a:lnTo>
                  <a:pt x="433870" y="779868"/>
                </a:lnTo>
                <a:lnTo>
                  <a:pt x="433870" y="781392"/>
                </a:lnTo>
                <a:lnTo>
                  <a:pt x="435381" y="785964"/>
                </a:lnTo>
                <a:lnTo>
                  <a:pt x="435381" y="753478"/>
                </a:lnTo>
                <a:lnTo>
                  <a:pt x="425678" y="750925"/>
                </a:lnTo>
                <a:lnTo>
                  <a:pt x="414070" y="747877"/>
                </a:lnTo>
                <a:lnTo>
                  <a:pt x="438429" y="840790"/>
                </a:lnTo>
                <a:lnTo>
                  <a:pt x="441477" y="843838"/>
                </a:lnTo>
                <a:lnTo>
                  <a:pt x="444525" y="843838"/>
                </a:lnTo>
                <a:lnTo>
                  <a:pt x="447560" y="842314"/>
                </a:lnTo>
                <a:lnTo>
                  <a:pt x="447560" y="837755"/>
                </a:lnTo>
                <a:lnTo>
                  <a:pt x="443877" y="824039"/>
                </a:lnTo>
                <a:lnTo>
                  <a:pt x="443649" y="823175"/>
                </a:lnTo>
                <a:lnTo>
                  <a:pt x="447560" y="822515"/>
                </a:lnTo>
                <a:lnTo>
                  <a:pt x="447560" y="814895"/>
                </a:lnTo>
                <a:lnTo>
                  <a:pt x="446049" y="805764"/>
                </a:lnTo>
                <a:lnTo>
                  <a:pt x="446049" y="790524"/>
                </a:lnTo>
                <a:lnTo>
                  <a:pt x="444525" y="785964"/>
                </a:lnTo>
                <a:lnTo>
                  <a:pt x="444525" y="779868"/>
                </a:lnTo>
                <a:lnTo>
                  <a:pt x="443763" y="778344"/>
                </a:lnTo>
                <a:lnTo>
                  <a:pt x="443001" y="776820"/>
                </a:lnTo>
                <a:lnTo>
                  <a:pt x="443001" y="775296"/>
                </a:lnTo>
                <a:lnTo>
                  <a:pt x="441477" y="772248"/>
                </a:lnTo>
                <a:lnTo>
                  <a:pt x="439953" y="769200"/>
                </a:lnTo>
                <a:lnTo>
                  <a:pt x="439953" y="767676"/>
                </a:lnTo>
                <a:lnTo>
                  <a:pt x="436943" y="764679"/>
                </a:lnTo>
                <a:lnTo>
                  <a:pt x="436943" y="798131"/>
                </a:lnTo>
                <a:lnTo>
                  <a:pt x="436905" y="805764"/>
                </a:lnTo>
                <a:lnTo>
                  <a:pt x="436905" y="797966"/>
                </a:lnTo>
                <a:lnTo>
                  <a:pt x="436943" y="798131"/>
                </a:lnTo>
                <a:lnTo>
                  <a:pt x="436943" y="764679"/>
                </a:lnTo>
                <a:lnTo>
                  <a:pt x="435965" y="762787"/>
                </a:lnTo>
                <a:lnTo>
                  <a:pt x="505409" y="781392"/>
                </a:lnTo>
                <a:lnTo>
                  <a:pt x="508457" y="781392"/>
                </a:lnTo>
                <a:lnTo>
                  <a:pt x="509981" y="778344"/>
                </a:lnTo>
                <a:lnTo>
                  <a:pt x="509981" y="773772"/>
                </a:lnTo>
                <a:close/>
              </a:path>
              <a:path w="2411729" h="1362075">
                <a:moveTo>
                  <a:pt x="1027569" y="1041857"/>
                </a:moveTo>
                <a:lnTo>
                  <a:pt x="1023010" y="1032713"/>
                </a:lnTo>
                <a:lnTo>
                  <a:pt x="1001699" y="1043381"/>
                </a:lnTo>
                <a:lnTo>
                  <a:pt x="987996" y="1047953"/>
                </a:lnTo>
                <a:lnTo>
                  <a:pt x="980376" y="1050988"/>
                </a:lnTo>
                <a:lnTo>
                  <a:pt x="971245" y="1055560"/>
                </a:lnTo>
                <a:lnTo>
                  <a:pt x="952982" y="1061656"/>
                </a:lnTo>
                <a:lnTo>
                  <a:pt x="956030" y="1070800"/>
                </a:lnTo>
                <a:lnTo>
                  <a:pt x="966685" y="1067752"/>
                </a:lnTo>
                <a:lnTo>
                  <a:pt x="975817" y="1063180"/>
                </a:lnTo>
                <a:lnTo>
                  <a:pt x="991044" y="1057084"/>
                </a:lnTo>
                <a:lnTo>
                  <a:pt x="1004735" y="1050988"/>
                </a:lnTo>
                <a:lnTo>
                  <a:pt x="1016914" y="1046429"/>
                </a:lnTo>
                <a:lnTo>
                  <a:pt x="1027569" y="1041857"/>
                </a:lnTo>
                <a:close/>
              </a:path>
              <a:path w="2411729" h="1362075">
                <a:moveTo>
                  <a:pt x="1117396" y="988542"/>
                </a:moveTo>
                <a:lnTo>
                  <a:pt x="1112824" y="979411"/>
                </a:lnTo>
                <a:lnTo>
                  <a:pt x="1099121" y="988542"/>
                </a:lnTo>
                <a:lnTo>
                  <a:pt x="1091514" y="993114"/>
                </a:lnTo>
                <a:lnTo>
                  <a:pt x="1077810" y="1002258"/>
                </a:lnTo>
                <a:lnTo>
                  <a:pt x="1065631" y="1009865"/>
                </a:lnTo>
                <a:lnTo>
                  <a:pt x="1054976" y="1017485"/>
                </a:lnTo>
                <a:lnTo>
                  <a:pt x="1048893" y="1020533"/>
                </a:lnTo>
                <a:lnTo>
                  <a:pt x="1053452" y="1028141"/>
                </a:lnTo>
                <a:lnTo>
                  <a:pt x="1059548" y="1025105"/>
                </a:lnTo>
                <a:lnTo>
                  <a:pt x="1070203" y="1019009"/>
                </a:lnTo>
                <a:lnTo>
                  <a:pt x="1097597" y="1000734"/>
                </a:lnTo>
                <a:lnTo>
                  <a:pt x="1105217" y="996162"/>
                </a:lnTo>
                <a:lnTo>
                  <a:pt x="1112824" y="990066"/>
                </a:lnTo>
                <a:lnTo>
                  <a:pt x="1117396" y="988542"/>
                </a:lnTo>
                <a:close/>
              </a:path>
              <a:path w="2411729" h="1362075">
                <a:moveTo>
                  <a:pt x="1204163" y="929144"/>
                </a:moveTo>
                <a:lnTo>
                  <a:pt x="1199603" y="921524"/>
                </a:lnTo>
                <a:lnTo>
                  <a:pt x="1188935" y="927620"/>
                </a:lnTo>
                <a:lnTo>
                  <a:pt x="1173721" y="938276"/>
                </a:lnTo>
                <a:lnTo>
                  <a:pt x="1161542" y="947420"/>
                </a:lnTo>
                <a:lnTo>
                  <a:pt x="1137183" y="962647"/>
                </a:lnTo>
                <a:lnTo>
                  <a:pt x="1135659" y="964171"/>
                </a:lnTo>
                <a:lnTo>
                  <a:pt x="1141755" y="971791"/>
                </a:lnTo>
                <a:lnTo>
                  <a:pt x="1143266" y="970267"/>
                </a:lnTo>
                <a:lnTo>
                  <a:pt x="1153934" y="962647"/>
                </a:lnTo>
                <a:lnTo>
                  <a:pt x="1166101" y="955040"/>
                </a:lnTo>
                <a:lnTo>
                  <a:pt x="1193507" y="936752"/>
                </a:lnTo>
                <a:lnTo>
                  <a:pt x="1204163" y="929144"/>
                </a:lnTo>
                <a:close/>
              </a:path>
              <a:path w="2411729" h="1362075">
                <a:moveTo>
                  <a:pt x="1271143" y="848410"/>
                </a:moveTo>
                <a:lnTo>
                  <a:pt x="1263535" y="843838"/>
                </a:lnTo>
                <a:lnTo>
                  <a:pt x="1262011" y="845362"/>
                </a:lnTo>
                <a:lnTo>
                  <a:pt x="1255928" y="857554"/>
                </a:lnTo>
                <a:lnTo>
                  <a:pt x="1252880" y="862114"/>
                </a:lnTo>
                <a:lnTo>
                  <a:pt x="1228521" y="898677"/>
                </a:lnTo>
                <a:lnTo>
                  <a:pt x="1220914" y="904773"/>
                </a:lnTo>
                <a:lnTo>
                  <a:pt x="1226997" y="912380"/>
                </a:lnTo>
                <a:lnTo>
                  <a:pt x="1246797" y="892581"/>
                </a:lnTo>
                <a:lnTo>
                  <a:pt x="1251356" y="886485"/>
                </a:lnTo>
                <a:lnTo>
                  <a:pt x="1255928" y="878878"/>
                </a:lnTo>
                <a:lnTo>
                  <a:pt x="1258963" y="871258"/>
                </a:lnTo>
                <a:lnTo>
                  <a:pt x="1265059" y="862114"/>
                </a:lnTo>
                <a:lnTo>
                  <a:pt x="1266583" y="857554"/>
                </a:lnTo>
                <a:lnTo>
                  <a:pt x="1268107" y="854506"/>
                </a:lnTo>
                <a:lnTo>
                  <a:pt x="1268107" y="852982"/>
                </a:lnTo>
                <a:lnTo>
                  <a:pt x="1271143" y="849934"/>
                </a:lnTo>
                <a:lnTo>
                  <a:pt x="1271143" y="848410"/>
                </a:lnTo>
                <a:close/>
              </a:path>
              <a:path w="2411729" h="1362075">
                <a:moveTo>
                  <a:pt x="1312252" y="752449"/>
                </a:moveTo>
                <a:lnTo>
                  <a:pt x="1303121" y="749401"/>
                </a:lnTo>
                <a:lnTo>
                  <a:pt x="1303121" y="750925"/>
                </a:lnTo>
                <a:lnTo>
                  <a:pt x="1300073" y="760069"/>
                </a:lnTo>
                <a:lnTo>
                  <a:pt x="1301597" y="760069"/>
                </a:lnTo>
                <a:lnTo>
                  <a:pt x="1298549" y="767676"/>
                </a:lnTo>
                <a:lnTo>
                  <a:pt x="1284846" y="790524"/>
                </a:lnTo>
                <a:lnTo>
                  <a:pt x="1281798" y="805764"/>
                </a:lnTo>
                <a:lnTo>
                  <a:pt x="1277239" y="820991"/>
                </a:lnTo>
                <a:lnTo>
                  <a:pt x="1287894" y="822515"/>
                </a:lnTo>
                <a:lnTo>
                  <a:pt x="1290942" y="808812"/>
                </a:lnTo>
                <a:lnTo>
                  <a:pt x="1293977" y="793572"/>
                </a:lnTo>
                <a:lnTo>
                  <a:pt x="1298549" y="787488"/>
                </a:lnTo>
                <a:lnTo>
                  <a:pt x="1301597" y="779868"/>
                </a:lnTo>
                <a:lnTo>
                  <a:pt x="1306156" y="772248"/>
                </a:lnTo>
                <a:lnTo>
                  <a:pt x="1312252" y="753973"/>
                </a:lnTo>
                <a:lnTo>
                  <a:pt x="1312252" y="752449"/>
                </a:lnTo>
                <a:close/>
              </a:path>
              <a:path w="2411729" h="1362075">
                <a:moveTo>
                  <a:pt x="1333563" y="648881"/>
                </a:moveTo>
                <a:lnTo>
                  <a:pt x="1322908" y="648881"/>
                </a:lnTo>
                <a:lnTo>
                  <a:pt x="1322908" y="665632"/>
                </a:lnTo>
                <a:lnTo>
                  <a:pt x="1321384" y="668680"/>
                </a:lnTo>
                <a:lnTo>
                  <a:pt x="1321384" y="671728"/>
                </a:lnTo>
                <a:lnTo>
                  <a:pt x="1319860" y="676287"/>
                </a:lnTo>
                <a:lnTo>
                  <a:pt x="1318336" y="683907"/>
                </a:lnTo>
                <a:lnTo>
                  <a:pt x="1312252" y="705231"/>
                </a:lnTo>
                <a:lnTo>
                  <a:pt x="1310728" y="714375"/>
                </a:lnTo>
                <a:lnTo>
                  <a:pt x="1309204" y="721982"/>
                </a:lnTo>
                <a:lnTo>
                  <a:pt x="1318336" y="723506"/>
                </a:lnTo>
                <a:lnTo>
                  <a:pt x="1319860" y="715899"/>
                </a:lnTo>
                <a:lnTo>
                  <a:pt x="1321384" y="706755"/>
                </a:lnTo>
                <a:lnTo>
                  <a:pt x="1324432" y="696099"/>
                </a:lnTo>
                <a:lnTo>
                  <a:pt x="1327480" y="686955"/>
                </a:lnTo>
                <a:lnTo>
                  <a:pt x="1328991" y="677811"/>
                </a:lnTo>
                <a:lnTo>
                  <a:pt x="1330515" y="674763"/>
                </a:lnTo>
                <a:lnTo>
                  <a:pt x="1330515" y="670204"/>
                </a:lnTo>
                <a:lnTo>
                  <a:pt x="1332039" y="668680"/>
                </a:lnTo>
                <a:lnTo>
                  <a:pt x="1332039" y="664108"/>
                </a:lnTo>
                <a:lnTo>
                  <a:pt x="1333563" y="662584"/>
                </a:lnTo>
                <a:lnTo>
                  <a:pt x="1333563" y="648881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5956" y="543775"/>
                </a:lnTo>
                <a:lnTo>
                  <a:pt x="1324432" y="619937"/>
                </a:lnTo>
                <a:lnTo>
                  <a:pt x="1333563" y="619937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8135" y="438670"/>
                </a:moveTo>
                <a:lnTo>
                  <a:pt x="1327480" y="438670"/>
                </a:lnTo>
                <a:lnTo>
                  <a:pt x="1327480" y="487413"/>
                </a:lnTo>
                <a:lnTo>
                  <a:pt x="1325956" y="514832"/>
                </a:lnTo>
                <a:lnTo>
                  <a:pt x="1336611" y="514832"/>
                </a:lnTo>
                <a:lnTo>
                  <a:pt x="1336611" y="487413"/>
                </a:lnTo>
                <a:lnTo>
                  <a:pt x="1338135" y="438670"/>
                </a:lnTo>
                <a:close/>
              </a:path>
              <a:path w="2411729" h="1362075">
                <a:moveTo>
                  <a:pt x="1339659" y="335102"/>
                </a:moveTo>
                <a:lnTo>
                  <a:pt x="1330515" y="335102"/>
                </a:lnTo>
                <a:lnTo>
                  <a:pt x="1328991" y="411264"/>
                </a:lnTo>
                <a:lnTo>
                  <a:pt x="1338135" y="411264"/>
                </a:lnTo>
                <a:lnTo>
                  <a:pt x="1339659" y="335102"/>
                </a:lnTo>
                <a:close/>
              </a:path>
              <a:path w="2411729" h="1362075">
                <a:moveTo>
                  <a:pt x="1342694" y="229997"/>
                </a:moveTo>
                <a:lnTo>
                  <a:pt x="1333563" y="229997"/>
                </a:lnTo>
                <a:lnTo>
                  <a:pt x="1333563" y="245237"/>
                </a:lnTo>
                <a:lnTo>
                  <a:pt x="1332039" y="257416"/>
                </a:lnTo>
                <a:lnTo>
                  <a:pt x="1332039" y="297014"/>
                </a:lnTo>
                <a:lnTo>
                  <a:pt x="1330515" y="306158"/>
                </a:lnTo>
                <a:lnTo>
                  <a:pt x="1341170" y="306158"/>
                </a:lnTo>
                <a:lnTo>
                  <a:pt x="1341170" y="271119"/>
                </a:lnTo>
                <a:lnTo>
                  <a:pt x="1342694" y="257416"/>
                </a:lnTo>
                <a:lnTo>
                  <a:pt x="1342694" y="229997"/>
                </a:lnTo>
                <a:close/>
              </a:path>
              <a:path w="2411729" h="1362075">
                <a:moveTo>
                  <a:pt x="1347266" y="124904"/>
                </a:moveTo>
                <a:lnTo>
                  <a:pt x="1338135" y="124904"/>
                </a:lnTo>
                <a:lnTo>
                  <a:pt x="1338135" y="127952"/>
                </a:lnTo>
                <a:lnTo>
                  <a:pt x="1336611" y="130987"/>
                </a:lnTo>
                <a:lnTo>
                  <a:pt x="1336611" y="158407"/>
                </a:lnTo>
                <a:lnTo>
                  <a:pt x="1335087" y="169075"/>
                </a:lnTo>
                <a:lnTo>
                  <a:pt x="1335087" y="201053"/>
                </a:lnTo>
                <a:lnTo>
                  <a:pt x="1344218" y="201053"/>
                </a:lnTo>
                <a:lnTo>
                  <a:pt x="1344218" y="182778"/>
                </a:lnTo>
                <a:lnTo>
                  <a:pt x="1345742" y="169075"/>
                </a:lnTo>
                <a:lnTo>
                  <a:pt x="1345742" y="143179"/>
                </a:lnTo>
                <a:lnTo>
                  <a:pt x="1347266" y="137083"/>
                </a:lnTo>
                <a:lnTo>
                  <a:pt x="1347266" y="124904"/>
                </a:lnTo>
                <a:close/>
              </a:path>
              <a:path w="2411729" h="1362075">
                <a:moveTo>
                  <a:pt x="1392936" y="86817"/>
                </a:moveTo>
                <a:lnTo>
                  <a:pt x="1391412" y="83769"/>
                </a:lnTo>
                <a:lnTo>
                  <a:pt x="1354201" y="19799"/>
                </a:lnTo>
                <a:lnTo>
                  <a:pt x="1349768" y="12179"/>
                </a:lnTo>
                <a:lnTo>
                  <a:pt x="1344066" y="2362"/>
                </a:lnTo>
                <a:lnTo>
                  <a:pt x="1344066" y="19799"/>
                </a:lnTo>
                <a:lnTo>
                  <a:pt x="1342847" y="19799"/>
                </a:lnTo>
                <a:lnTo>
                  <a:pt x="1343456" y="18745"/>
                </a:lnTo>
                <a:lnTo>
                  <a:pt x="1344066" y="19799"/>
                </a:lnTo>
                <a:lnTo>
                  <a:pt x="1344066" y="2362"/>
                </a:lnTo>
                <a:lnTo>
                  <a:pt x="1342694" y="0"/>
                </a:lnTo>
                <a:lnTo>
                  <a:pt x="1293977" y="83769"/>
                </a:lnTo>
                <a:lnTo>
                  <a:pt x="1293977" y="86817"/>
                </a:lnTo>
                <a:lnTo>
                  <a:pt x="1297025" y="89865"/>
                </a:lnTo>
                <a:lnTo>
                  <a:pt x="1300073" y="89865"/>
                </a:lnTo>
                <a:lnTo>
                  <a:pt x="1303121" y="88341"/>
                </a:lnTo>
                <a:lnTo>
                  <a:pt x="1338135" y="27940"/>
                </a:lnTo>
                <a:lnTo>
                  <a:pt x="1338135" y="95961"/>
                </a:lnTo>
                <a:lnTo>
                  <a:pt x="1348790" y="95961"/>
                </a:lnTo>
                <a:lnTo>
                  <a:pt x="1348790" y="86817"/>
                </a:lnTo>
                <a:lnTo>
                  <a:pt x="1347266" y="77685"/>
                </a:lnTo>
                <a:lnTo>
                  <a:pt x="1347266" y="25311"/>
                </a:lnTo>
                <a:lnTo>
                  <a:pt x="1383804" y="88341"/>
                </a:lnTo>
                <a:lnTo>
                  <a:pt x="1386840" y="89865"/>
                </a:lnTo>
                <a:lnTo>
                  <a:pt x="1389888" y="89865"/>
                </a:lnTo>
                <a:lnTo>
                  <a:pt x="1392936" y="86817"/>
                </a:lnTo>
                <a:close/>
              </a:path>
              <a:path w="2411729" h="1362075">
                <a:moveTo>
                  <a:pt x="2012530" y="1349540"/>
                </a:moveTo>
                <a:lnTo>
                  <a:pt x="1983600" y="1351064"/>
                </a:lnTo>
                <a:lnTo>
                  <a:pt x="1936407" y="1352588"/>
                </a:lnTo>
                <a:lnTo>
                  <a:pt x="1936407" y="1361719"/>
                </a:lnTo>
                <a:lnTo>
                  <a:pt x="1983600" y="1360195"/>
                </a:lnTo>
                <a:lnTo>
                  <a:pt x="2012530" y="1360195"/>
                </a:lnTo>
                <a:lnTo>
                  <a:pt x="2012530" y="1349540"/>
                </a:lnTo>
                <a:close/>
              </a:path>
              <a:path w="2411729" h="1362075">
                <a:moveTo>
                  <a:pt x="2117572" y="1355636"/>
                </a:moveTo>
                <a:lnTo>
                  <a:pt x="2116048" y="1344968"/>
                </a:lnTo>
                <a:lnTo>
                  <a:pt x="2102345" y="1346492"/>
                </a:lnTo>
                <a:lnTo>
                  <a:pt x="2079510" y="1348016"/>
                </a:lnTo>
                <a:lnTo>
                  <a:pt x="2041448" y="1349540"/>
                </a:lnTo>
                <a:lnTo>
                  <a:pt x="2041448" y="1358671"/>
                </a:lnTo>
                <a:lnTo>
                  <a:pt x="2079510" y="1357160"/>
                </a:lnTo>
                <a:lnTo>
                  <a:pt x="2103869" y="1355636"/>
                </a:lnTo>
                <a:lnTo>
                  <a:pt x="2117572" y="1355636"/>
                </a:lnTo>
                <a:close/>
              </a:path>
              <a:path w="2411729" h="1362075">
                <a:moveTo>
                  <a:pt x="2218042" y="1322120"/>
                </a:moveTo>
                <a:lnTo>
                  <a:pt x="2213470" y="1312976"/>
                </a:lnTo>
                <a:lnTo>
                  <a:pt x="2211946" y="1314500"/>
                </a:lnTo>
                <a:lnTo>
                  <a:pt x="2198255" y="1320596"/>
                </a:lnTo>
                <a:lnTo>
                  <a:pt x="2184552" y="1325168"/>
                </a:lnTo>
                <a:lnTo>
                  <a:pt x="2176932" y="1328216"/>
                </a:lnTo>
                <a:lnTo>
                  <a:pt x="2170849" y="1329740"/>
                </a:lnTo>
                <a:lnTo>
                  <a:pt x="2158669" y="1334300"/>
                </a:lnTo>
                <a:lnTo>
                  <a:pt x="2148014" y="1338872"/>
                </a:lnTo>
                <a:lnTo>
                  <a:pt x="2143442" y="1340396"/>
                </a:lnTo>
                <a:lnTo>
                  <a:pt x="2146490" y="1349540"/>
                </a:lnTo>
                <a:lnTo>
                  <a:pt x="2151062" y="1348016"/>
                </a:lnTo>
                <a:lnTo>
                  <a:pt x="2163241" y="1343444"/>
                </a:lnTo>
                <a:lnTo>
                  <a:pt x="2173897" y="1338872"/>
                </a:lnTo>
                <a:lnTo>
                  <a:pt x="2179980" y="1335824"/>
                </a:lnTo>
                <a:lnTo>
                  <a:pt x="2187600" y="1334300"/>
                </a:lnTo>
                <a:lnTo>
                  <a:pt x="2201291" y="1329740"/>
                </a:lnTo>
                <a:lnTo>
                  <a:pt x="2216518" y="1323644"/>
                </a:lnTo>
                <a:lnTo>
                  <a:pt x="2218042" y="1322120"/>
                </a:lnTo>
                <a:close/>
              </a:path>
              <a:path w="2411729" h="1362075">
                <a:moveTo>
                  <a:pt x="2291118" y="1244434"/>
                </a:moveTo>
                <a:lnTo>
                  <a:pt x="2283498" y="1239862"/>
                </a:lnTo>
                <a:lnTo>
                  <a:pt x="2280450" y="1244434"/>
                </a:lnTo>
                <a:lnTo>
                  <a:pt x="2265235" y="1265758"/>
                </a:lnTo>
                <a:lnTo>
                  <a:pt x="2257615" y="1274902"/>
                </a:lnTo>
                <a:lnTo>
                  <a:pt x="2248484" y="1285570"/>
                </a:lnTo>
                <a:lnTo>
                  <a:pt x="2242401" y="1290129"/>
                </a:lnTo>
                <a:lnTo>
                  <a:pt x="2236305" y="1296225"/>
                </a:lnTo>
                <a:lnTo>
                  <a:pt x="2242401" y="1303845"/>
                </a:lnTo>
                <a:lnTo>
                  <a:pt x="2263711" y="1282522"/>
                </a:lnTo>
                <a:lnTo>
                  <a:pt x="2272842" y="1271854"/>
                </a:lnTo>
                <a:lnTo>
                  <a:pt x="2288070" y="1250530"/>
                </a:lnTo>
                <a:lnTo>
                  <a:pt x="2291118" y="1244434"/>
                </a:lnTo>
                <a:close/>
              </a:path>
              <a:path w="2411729" h="1362075">
                <a:moveTo>
                  <a:pt x="2335263" y="1149997"/>
                </a:moveTo>
                <a:lnTo>
                  <a:pt x="2326132" y="1146949"/>
                </a:lnTo>
                <a:lnTo>
                  <a:pt x="2326132" y="1151521"/>
                </a:lnTo>
                <a:lnTo>
                  <a:pt x="2324608" y="1157617"/>
                </a:lnTo>
                <a:lnTo>
                  <a:pt x="2321560" y="1163713"/>
                </a:lnTo>
                <a:lnTo>
                  <a:pt x="2320036" y="1172845"/>
                </a:lnTo>
                <a:lnTo>
                  <a:pt x="2316988" y="1183513"/>
                </a:lnTo>
                <a:lnTo>
                  <a:pt x="2312428" y="1195692"/>
                </a:lnTo>
                <a:lnTo>
                  <a:pt x="2309380" y="1201788"/>
                </a:lnTo>
                <a:lnTo>
                  <a:pt x="2309380" y="1200264"/>
                </a:lnTo>
                <a:lnTo>
                  <a:pt x="2306332" y="1206360"/>
                </a:lnTo>
                <a:lnTo>
                  <a:pt x="2301773" y="1210932"/>
                </a:lnTo>
                <a:lnTo>
                  <a:pt x="2298725" y="1215504"/>
                </a:lnTo>
                <a:lnTo>
                  <a:pt x="2306332" y="1221587"/>
                </a:lnTo>
                <a:lnTo>
                  <a:pt x="2309380" y="1217015"/>
                </a:lnTo>
                <a:lnTo>
                  <a:pt x="2313952" y="1212456"/>
                </a:lnTo>
                <a:lnTo>
                  <a:pt x="2318512" y="1206360"/>
                </a:lnTo>
                <a:lnTo>
                  <a:pt x="2318512" y="1204836"/>
                </a:lnTo>
                <a:lnTo>
                  <a:pt x="2320036" y="1201788"/>
                </a:lnTo>
                <a:lnTo>
                  <a:pt x="2321560" y="1198740"/>
                </a:lnTo>
                <a:lnTo>
                  <a:pt x="2326132" y="1186561"/>
                </a:lnTo>
                <a:lnTo>
                  <a:pt x="2329167" y="1175893"/>
                </a:lnTo>
                <a:lnTo>
                  <a:pt x="2330691" y="1166761"/>
                </a:lnTo>
                <a:lnTo>
                  <a:pt x="2333739" y="1159141"/>
                </a:lnTo>
                <a:lnTo>
                  <a:pt x="2335263" y="1153045"/>
                </a:lnTo>
                <a:lnTo>
                  <a:pt x="2335263" y="1149997"/>
                </a:lnTo>
                <a:close/>
              </a:path>
              <a:path w="2411729" h="1362075">
                <a:moveTo>
                  <a:pt x="2356574" y="1046429"/>
                </a:moveTo>
                <a:lnTo>
                  <a:pt x="2347442" y="1044905"/>
                </a:lnTo>
                <a:lnTo>
                  <a:pt x="2342870" y="1066228"/>
                </a:lnTo>
                <a:lnTo>
                  <a:pt x="2339822" y="1078407"/>
                </a:lnTo>
                <a:lnTo>
                  <a:pt x="2336787" y="1089075"/>
                </a:lnTo>
                <a:lnTo>
                  <a:pt x="2335263" y="1098207"/>
                </a:lnTo>
                <a:lnTo>
                  <a:pt x="2333739" y="1105827"/>
                </a:lnTo>
                <a:lnTo>
                  <a:pt x="2330691" y="1118019"/>
                </a:lnTo>
                <a:lnTo>
                  <a:pt x="2330691" y="1119543"/>
                </a:lnTo>
                <a:lnTo>
                  <a:pt x="2341346" y="1121067"/>
                </a:lnTo>
                <a:lnTo>
                  <a:pt x="2341346" y="1113447"/>
                </a:lnTo>
                <a:lnTo>
                  <a:pt x="2342870" y="1107351"/>
                </a:lnTo>
                <a:lnTo>
                  <a:pt x="2344394" y="1099731"/>
                </a:lnTo>
                <a:lnTo>
                  <a:pt x="2345918" y="1090599"/>
                </a:lnTo>
                <a:lnTo>
                  <a:pt x="2348966" y="1081455"/>
                </a:lnTo>
                <a:lnTo>
                  <a:pt x="2352002" y="1069276"/>
                </a:lnTo>
                <a:lnTo>
                  <a:pt x="2356574" y="1046429"/>
                </a:lnTo>
                <a:close/>
              </a:path>
              <a:path w="2411729" h="1362075">
                <a:moveTo>
                  <a:pt x="2365705" y="941324"/>
                </a:moveTo>
                <a:lnTo>
                  <a:pt x="2356574" y="941324"/>
                </a:lnTo>
                <a:lnTo>
                  <a:pt x="2356574" y="945896"/>
                </a:lnTo>
                <a:lnTo>
                  <a:pt x="2355050" y="953516"/>
                </a:lnTo>
                <a:lnTo>
                  <a:pt x="2355050" y="971791"/>
                </a:lnTo>
                <a:lnTo>
                  <a:pt x="2353526" y="982446"/>
                </a:lnTo>
                <a:lnTo>
                  <a:pt x="2353526" y="993114"/>
                </a:lnTo>
                <a:lnTo>
                  <a:pt x="2352002" y="1006817"/>
                </a:lnTo>
                <a:lnTo>
                  <a:pt x="2352002" y="1017485"/>
                </a:lnTo>
                <a:lnTo>
                  <a:pt x="2361146" y="1017485"/>
                </a:lnTo>
                <a:lnTo>
                  <a:pt x="2361146" y="1006817"/>
                </a:lnTo>
                <a:lnTo>
                  <a:pt x="2362657" y="994638"/>
                </a:lnTo>
                <a:lnTo>
                  <a:pt x="2362657" y="982446"/>
                </a:lnTo>
                <a:lnTo>
                  <a:pt x="2364181" y="971791"/>
                </a:lnTo>
                <a:lnTo>
                  <a:pt x="2364181" y="962647"/>
                </a:lnTo>
                <a:lnTo>
                  <a:pt x="2365705" y="953516"/>
                </a:lnTo>
                <a:lnTo>
                  <a:pt x="2365705" y="941324"/>
                </a:lnTo>
                <a:close/>
              </a:path>
              <a:path w="2411729" h="1362075">
                <a:moveTo>
                  <a:pt x="2367229" y="837755"/>
                </a:moveTo>
                <a:lnTo>
                  <a:pt x="2358098" y="837755"/>
                </a:lnTo>
                <a:lnTo>
                  <a:pt x="2358098" y="912380"/>
                </a:lnTo>
                <a:lnTo>
                  <a:pt x="2367229" y="913904"/>
                </a:lnTo>
                <a:lnTo>
                  <a:pt x="2367229" y="837755"/>
                </a:lnTo>
                <a:close/>
              </a:path>
              <a:path w="2411729" h="1362075">
                <a:moveTo>
                  <a:pt x="2411374" y="830135"/>
                </a:moveTo>
                <a:lnTo>
                  <a:pt x="2368067" y="757021"/>
                </a:lnTo>
                <a:lnTo>
                  <a:pt x="2362657" y="747877"/>
                </a:lnTo>
                <a:lnTo>
                  <a:pt x="2313952" y="830135"/>
                </a:lnTo>
                <a:lnTo>
                  <a:pt x="2313952" y="834707"/>
                </a:lnTo>
                <a:lnTo>
                  <a:pt x="2315464" y="837755"/>
                </a:lnTo>
                <a:lnTo>
                  <a:pt x="2320036" y="837755"/>
                </a:lnTo>
                <a:lnTo>
                  <a:pt x="2321560" y="836231"/>
                </a:lnTo>
                <a:lnTo>
                  <a:pt x="2358098" y="775309"/>
                </a:lnTo>
                <a:lnTo>
                  <a:pt x="2358098" y="808812"/>
                </a:lnTo>
                <a:lnTo>
                  <a:pt x="2367229" y="808812"/>
                </a:lnTo>
                <a:lnTo>
                  <a:pt x="2367229" y="775830"/>
                </a:lnTo>
                <a:lnTo>
                  <a:pt x="2402243" y="836231"/>
                </a:lnTo>
                <a:lnTo>
                  <a:pt x="2405291" y="837755"/>
                </a:lnTo>
                <a:lnTo>
                  <a:pt x="2409850" y="837755"/>
                </a:lnTo>
                <a:lnTo>
                  <a:pt x="2411374" y="834707"/>
                </a:lnTo>
                <a:lnTo>
                  <a:pt x="2411374" y="8301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117475" cy="228600"/>
          </a:xfrm>
          <a:custGeom>
            <a:avLst/>
            <a:gdLst/>
            <a:ahLst/>
            <a:cxnLst/>
            <a:rect l="l" t="t" r="r" b="b"/>
            <a:pathLst>
              <a:path w="117475" h="228600">
                <a:moveTo>
                  <a:pt x="0" y="228473"/>
                </a:moveTo>
                <a:lnTo>
                  <a:pt x="117208" y="228473"/>
                </a:lnTo>
                <a:lnTo>
                  <a:pt x="117208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20976" y="1629803"/>
            <a:ext cx="1285240" cy="228600"/>
          </a:xfrm>
          <a:custGeom>
            <a:avLst/>
            <a:gdLst/>
            <a:ahLst/>
            <a:cxnLst/>
            <a:rect l="l" t="t" r="r" b="b"/>
            <a:pathLst>
              <a:path w="1285240" h="228600">
                <a:moveTo>
                  <a:pt x="0" y="228473"/>
                </a:moveTo>
                <a:lnTo>
                  <a:pt x="1284858" y="228473"/>
                </a:lnTo>
                <a:lnTo>
                  <a:pt x="1284858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10831" y="537679"/>
            <a:ext cx="8499475" cy="6668770"/>
            <a:chOff x="1010831" y="537679"/>
            <a:chExt cx="8499475" cy="6668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31" y="537679"/>
              <a:ext cx="513029" cy="901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62442" y="573297"/>
            <a:ext cx="764285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스레드</a:t>
            </a:r>
            <a:r>
              <a:rPr dirty="0" spc="-254"/>
              <a:t> </a:t>
            </a:r>
            <a:r>
              <a:rPr dirty="0" spc="-1760"/>
              <a:t>이진</a:t>
            </a:r>
            <a:r>
              <a:rPr dirty="0" spc="-254"/>
              <a:t> </a:t>
            </a:r>
            <a:r>
              <a:rPr dirty="0" spc="-2100"/>
              <a:t>트리의</a:t>
            </a:r>
            <a:r>
              <a:rPr dirty="0" spc="-254"/>
              <a:t> </a:t>
            </a:r>
            <a:r>
              <a:rPr dirty="0" spc="-2140"/>
              <a:t>구현</a:t>
            </a:r>
            <a:r>
              <a:rPr dirty="0" spc="-240"/>
              <a:t> </a:t>
            </a:r>
            <a:r>
              <a:rPr dirty="0" spc="-1814">
                <a:latin typeface="Tw Cen MT"/>
                <a:cs typeface="Tw Cen MT"/>
              </a:rPr>
              <a:t>(</a:t>
            </a:r>
            <a:r>
              <a:rPr dirty="0" spc="-1814"/>
              <a:t>순환문이</a:t>
            </a:r>
            <a:r>
              <a:rPr dirty="0" spc="-245"/>
              <a:t> </a:t>
            </a:r>
            <a:r>
              <a:rPr dirty="0" spc="-1525"/>
              <a:t>아닌</a:t>
            </a:r>
            <a:r>
              <a:rPr dirty="0" spc="-260"/>
              <a:t> </a:t>
            </a:r>
            <a:r>
              <a:rPr dirty="0" spc="-1800"/>
              <a:t>반복문</a:t>
            </a:r>
            <a:r>
              <a:rPr dirty="0" spc="-1800">
                <a:latin typeface="Tw Cen MT"/>
                <a:cs typeface="Tw Cen MT"/>
              </a:rPr>
              <a:t>)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10">
                <a:latin typeface="Tw Cen MT"/>
                <a:cs typeface="Tw Cen MT"/>
              </a:rPr>
              <a:t>-</a:t>
            </a:r>
            <a:r>
              <a:rPr dirty="0" spc="-50">
                <a:latin typeface="Tw Cen MT"/>
                <a:cs typeface="Tw Cen MT"/>
              </a:rPr>
              <a:t>2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884275" y="1222921"/>
            <a:ext cx="7741920" cy="3054985"/>
            <a:chOff x="884275" y="1222921"/>
            <a:chExt cx="7741920" cy="3054985"/>
          </a:xfrm>
        </p:grpSpPr>
        <p:sp>
          <p:nvSpPr>
            <p:cNvPr id="9" name="object 9"/>
            <p:cNvSpPr/>
            <p:nvPr/>
          </p:nvSpPr>
          <p:spPr>
            <a:xfrm>
              <a:off x="889038" y="1227683"/>
              <a:ext cx="7732395" cy="3045460"/>
            </a:xfrm>
            <a:custGeom>
              <a:avLst/>
              <a:gdLst/>
              <a:ahLst/>
              <a:cxnLst/>
              <a:rect l="l" t="t" r="r" b="b"/>
              <a:pathLst>
                <a:path w="7732395" h="3045460">
                  <a:moveTo>
                    <a:pt x="7731937" y="0"/>
                  </a:moveTo>
                  <a:lnTo>
                    <a:pt x="0" y="0"/>
                  </a:lnTo>
                  <a:lnTo>
                    <a:pt x="0" y="3044837"/>
                  </a:lnTo>
                  <a:lnTo>
                    <a:pt x="7731937" y="3044837"/>
                  </a:lnTo>
                  <a:lnTo>
                    <a:pt x="773193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89038" y="1227683"/>
              <a:ext cx="7732395" cy="3045460"/>
            </a:xfrm>
            <a:custGeom>
              <a:avLst/>
              <a:gdLst/>
              <a:ahLst/>
              <a:cxnLst/>
              <a:rect l="l" t="t" r="r" b="b"/>
              <a:pathLst>
                <a:path w="7732395" h="3045460">
                  <a:moveTo>
                    <a:pt x="0" y="0"/>
                  </a:moveTo>
                  <a:lnTo>
                    <a:pt x="7731937" y="0"/>
                  </a:lnTo>
                  <a:lnTo>
                    <a:pt x="7731937" y="3044837"/>
                  </a:lnTo>
                  <a:lnTo>
                    <a:pt x="0" y="3044837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6841" y="1253830"/>
            <a:ext cx="7390765" cy="1487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find_successor(TreeNode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p)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925830">
              <a:lnSpc>
                <a:spcPts val="1905"/>
              </a:lnSpc>
              <a:spcBef>
                <a:spcPts val="20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>
                <a:latin typeface="Gulim"/>
                <a:cs typeface="Gulim"/>
              </a:rPr>
              <a:t>는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p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6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포인터</a:t>
            </a:r>
            <a:endParaRPr sz="1600">
              <a:latin typeface="Gulim"/>
              <a:cs typeface="Gulim"/>
            </a:endParaRPr>
          </a:p>
          <a:p>
            <a:pPr marL="925830">
              <a:lnSpc>
                <a:spcPts val="1905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 *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0">
                <a:latin typeface="Trebuchet MS"/>
                <a:cs typeface="Trebuchet MS"/>
              </a:rPr>
              <a:t> p-&gt;right;</a:t>
            </a:r>
            <a:endParaRPr sz="1600">
              <a:latin typeface="Trebuchet MS"/>
              <a:cs typeface="Trebuchet MS"/>
            </a:endParaRPr>
          </a:p>
          <a:p>
            <a:pPr marL="925830">
              <a:lnSpc>
                <a:spcPts val="1905"/>
              </a:lnSpc>
              <a:spcBef>
                <a:spcPts val="2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만약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포인터가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>
                <a:latin typeface="Gulim"/>
                <a:cs typeface="Gulim"/>
              </a:rPr>
              <a:t>이거나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스레드이면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포인터를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반환</a:t>
            </a:r>
            <a:endParaRPr sz="1600">
              <a:latin typeface="Gulim"/>
              <a:cs typeface="Gulim"/>
            </a:endParaRPr>
          </a:p>
          <a:p>
            <a:pPr marL="925830">
              <a:lnSpc>
                <a:spcPts val="1905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(q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||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p-</a:t>
            </a:r>
            <a:r>
              <a:rPr dirty="0" sz="1600">
                <a:latin typeface="Trebuchet MS"/>
                <a:cs typeface="Trebuchet MS"/>
              </a:rPr>
              <a:t>&gt;is_thread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==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TRUE)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3643" y="2716084"/>
            <a:ext cx="84772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q;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0242" y="3206548"/>
            <a:ext cx="4792345" cy="509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만약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오른쪽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자식이면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다시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왼쪽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노드로</a:t>
            </a:r>
            <a:r>
              <a:rPr dirty="0" sz="1600" spc="-6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이동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ts val="1905"/>
              </a:lnSpc>
            </a:pPr>
            <a:r>
              <a:rPr dirty="0" sz="1600">
                <a:latin typeface="Trebuchet MS"/>
                <a:cs typeface="Trebuchet MS"/>
              </a:rPr>
              <a:t>while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(q-</a:t>
            </a:r>
            <a:r>
              <a:rPr dirty="0" sz="1600">
                <a:latin typeface="Trebuchet MS"/>
                <a:cs typeface="Trebuchet MS"/>
              </a:rPr>
              <a:t>&gt;left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!=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NULL)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q-&gt;left;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0242" y="3690919"/>
            <a:ext cx="84772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q;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841" y="3934628"/>
            <a:ext cx="10033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4275" y="4255579"/>
            <a:ext cx="7607934" cy="2564130"/>
            <a:chOff x="884275" y="4255579"/>
            <a:chExt cx="7607934" cy="2564130"/>
          </a:xfrm>
        </p:grpSpPr>
        <p:sp>
          <p:nvSpPr>
            <p:cNvPr id="17" name="object 17"/>
            <p:cNvSpPr/>
            <p:nvPr/>
          </p:nvSpPr>
          <p:spPr>
            <a:xfrm>
              <a:off x="889038" y="4260329"/>
              <a:ext cx="7598409" cy="2554605"/>
            </a:xfrm>
            <a:custGeom>
              <a:avLst/>
              <a:gdLst/>
              <a:ahLst/>
              <a:cxnLst/>
              <a:rect l="l" t="t" r="r" b="b"/>
              <a:pathLst>
                <a:path w="7598409" h="2554604">
                  <a:moveTo>
                    <a:pt x="7597978" y="0"/>
                  </a:moveTo>
                  <a:lnTo>
                    <a:pt x="0" y="0"/>
                  </a:lnTo>
                  <a:lnTo>
                    <a:pt x="0" y="2554376"/>
                  </a:lnTo>
                  <a:lnTo>
                    <a:pt x="7597978" y="2554376"/>
                  </a:lnTo>
                  <a:lnTo>
                    <a:pt x="759797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9038" y="4260341"/>
              <a:ext cx="7598409" cy="2554605"/>
            </a:xfrm>
            <a:custGeom>
              <a:avLst/>
              <a:gdLst/>
              <a:ahLst/>
              <a:cxnLst/>
              <a:rect l="l" t="t" r="r" b="b"/>
              <a:pathLst>
                <a:path w="7598409" h="2554604">
                  <a:moveTo>
                    <a:pt x="0" y="0"/>
                  </a:moveTo>
                  <a:lnTo>
                    <a:pt x="7597978" y="0"/>
                  </a:lnTo>
                  <a:lnTo>
                    <a:pt x="7597978" y="2554363"/>
                  </a:lnTo>
                  <a:lnTo>
                    <a:pt x="0" y="2554363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66974" y="4287082"/>
            <a:ext cx="306260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void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thread_inorder(TreeNode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*t)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135890" marR="1738630" indent="-3175">
              <a:lnSpc>
                <a:spcPct val="100000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*q; </a:t>
            </a:r>
            <a:r>
              <a:rPr dirty="0" sz="1600" spc="-20">
                <a:latin typeface="Trebuchet MS"/>
                <a:cs typeface="Trebuchet MS"/>
              </a:rPr>
              <a:t>q=t;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0283" y="5264964"/>
            <a:ext cx="5483860" cy="124333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889"/>
              </a:lnSpc>
              <a:spcBef>
                <a:spcPts val="180"/>
              </a:spcBef>
            </a:pPr>
            <a:r>
              <a:rPr dirty="0" sz="1600">
                <a:latin typeface="Trebuchet MS"/>
                <a:cs typeface="Trebuchet MS"/>
              </a:rPr>
              <a:t>while</a:t>
            </a:r>
            <a:r>
              <a:rPr dirty="0" sz="1600" spc="-10">
                <a:latin typeface="Trebuchet MS"/>
                <a:cs typeface="Trebuchet MS"/>
              </a:rPr>
              <a:t> (q-</a:t>
            </a:r>
            <a:r>
              <a:rPr dirty="0" sz="1600">
                <a:latin typeface="Trebuchet MS"/>
                <a:cs typeface="Trebuchet MS"/>
              </a:rPr>
              <a:t>&gt;left)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q-</a:t>
            </a:r>
            <a:r>
              <a:rPr dirty="0" sz="1600">
                <a:latin typeface="Trebuchet MS"/>
                <a:cs typeface="Trebuchet MS"/>
              </a:rPr>
              <a:t>&gt;left;//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왼쪽</a:t>
            </a:r>
            <a:r>
              <a:rPr dirty="0" sz="1600" spc="-6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노드로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간다</a:t>
            </a:r>
            <a:r>
              <a:rPr dirty="0" sz="1600">
                <a:latin typeface="Trebuchet MS"/>
                <a:cs typeface="Trebuchet MS"/>
              </a:rPr>
              <a:t>.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[L]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V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 </a:t>
            </a:r>
            <a:r>
              <a:rPr dirty="0" sz="1600">
                <a:latin typeface="Trebuchet MS"/>
                <a:cs typeface="Trebuchet MS"/>
              </a:rPr>
              <a:t>do </a:t>
            </a:r>
            <a:r>
              <a:rPr dirty="0" sz="1600" spc="-6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446405" marR="1018540">
              <a:lnSpc>
                <a:spcPts val="1920"/>
              </a:lnSpc>
              <a:spcBef>
                <a:spcPts val="35"/>
              </a:spcBef>
            </a:pPr>
            <a:r>
              <a:rPr dirty="0" sz="1600">
                <a:latin typeface="Trebuchet MS"/>
                <a:cs typeface="Trebuchet MS"/>
              </a:rPr>
              <a:t>printf("%c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",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q-</a:t>
            </a:r>
            <a:r>
              <a:rPr dirty="0" sz="1600">
                <a:latin typeface="Trebuchet MS"/>
                <a:cs typeface="Trebuchet MS"/>
              </a:rPr>
              <a:t>&gt;data);//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데이터</a:t>
            </a:r>
            <a:r>
              <a:rPr dirty="0" sz="1600" spc="-6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출력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L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[V]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 </a:t>
            </a:r>
            <a:r>
              <a:rPr dirty="0" sz="1600">
                <a:latin typeface="Trebuchet MS"/>
                <a:cs typeface="Trebuchet MS"/>
              </a:rPr>
              <a:t>q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find_successor(q);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후속자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함수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호출</a:t>
            </a:r>
            <a:endParaRPr sz="1600">
              <a:latin typeface="Gulim"/>
              <a:cs typeface="Gulim"/>
            </a:endParaRPr>
          </a:p>
          <a:p>
            <a:pPr marL="74930">
              <a:lnSpc>
                <a:spcPts val="1855"/>
              </a:lnSpc>
            </a:pPr>
            <a:r>
              <a:rPr dirty="0" sz="1600">
                <a:latin typeface="Trebuchet MS"/>
                <a:cs typeface="Trebuchet MS"/>
              </a:rPr>
              <a:t>}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while(q);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6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아니면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6974" y="6480463"/>
            <a:ext cx="10033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133463" y="5107038"/>
            <a:ext cx="2602230" cy="1825625"/>
            <a:chOff x="7133463" y="5107038"/>
            <a:chExt cx="2602230" cy="1825625"/>
          </a:xfrm>
        </p:grpSpPr>
        <p:sp>
          <p:nvSpPr>
            <p:cNvPr id="23" name="object 23"/>
            <p:cNvSpPr/>
            <p:nvPr/>
          </p:nvSpPr>
          <p:spPr>
            <a:xfrm>
              <a:off x="7138225" y="5111800"/>
              <a:ext cx="2592705" cy="1816100"/>
            </a:xfrm>
            <a:custGeom>
              <a:avLst/>
              <a:gdLst/>
              <a:ahLst/>
              <a:cxnLst/>
              <a:rect l="l" t="t" r="r" b="b"/>
              <a:pathLst>
                <a:path w="2592704" h="1816100">
                  <a:moveTo>
                    <a:pt x="2592539" y="0"/>
                  </a:moveTo>
                  <a:lnTo>
                    <a:pt x="0" y="0"/>
                  </a:lnTo>
                  <a:lnTo>
                    <a:pt x="0" y="1815630"/>
                  </a:lnTo>
                  <a:lnTo>
                    <a:pt x="2592539" y="1815630"/>
                  </a:lnTo>
                  <a:lnTo>
                    <a:pt x="259253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138225" y="5111800"/>
              <a:ext cx="2592705" cy="1816100"/>
            </a:xfrm>
            <a:custGeom>
              <a:avLst/>
              <a:gdLst/>
              <a:ahLst/>
              <a:cxnLst/>
              <a:rect l="l" t="t" r="r" b="b"/>
              <a:pathLst>
                <a:path w="2592704" h="1816100">
                  <a:moveTo>
                    <a:pt x="0" y="0"/>
                  </a:moveTo>
                  <a:lnTo>
                    <a:pt x="2592539" y="0"/>
                  </a:lnTo>
                  <a:lnTo>
                    <a:pt x="2592539" y="1815630"/>
                  </a:lnTo>
                  <a:lnTo>
                    <a:pt x="0" y="1815630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215699" y="5138142"/>
            <a:ext cx="1943100" cy="1731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0" indent="-241300">
              <a:lnSpc>
                <a:spcPts val="1920"/>
              </a:lnSpc>
              <a:spcBef>
                <a:spcPts val="95"/>
              </a:spcBef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thread_inorder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12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A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ts val="192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C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ts val="192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B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ts val="192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G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ts val="192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D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ts val="192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F</a:t>
            </a:r>
            <a:endParaRPr sz="1600">
              <a:latin typeface="Trebuchet MS"/>
              <a:cs typeface="Trebuchet MS"/>
            </a:endParaRPr>
          </a:p>
          <a:p>
            <a:pPr marL="254000" indent="-241300">
              <a:lnSpc>
                <a:spcPct val="100000"/>
              </a:lnSpc>
              <a:buAutoNum type="arabicPeriod"/>
              <a:tabLst>
                <a:tab pos="254000" algn="l"/>
              </a:tabLst>
            </a:pPr>
            <a:r>
              <a:rPr dirty="0" sz="1600">
                <a:latin typeface="Trebuchet MS"/>
                <a:cs typeface="Trebuchet MS"/>
              </a:rPr>
              <a:t>find_successor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:</a:t>
            </a:r>
            <a:r>
              <a:rPr dirty="0" sz="1600" spc="-50">
                <a:latin typeface="Trebuchet MS"/>
                <a:cs typeface="Trebuchet MS"/>
              </a:rPr>
              <a:t> 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640396" y="3108617"/>
            <a:ext cx="475615" cy="445770"/>
            <a:chOff x="7640396" y="3108617"/>
            <a:chExt cx="475615" cy="44577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5158" y="3115944"/>
              <a:ext cx="465835" cy="43307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645158" y="3113379"/>
              <a:ext cx="466090" cy="436245"/>
            </a:xfrm>
            <a:custGeom>
              <a:avLst/>
              <a:gdLst/>
              <a:ahLst/>
              <a:cxnLst/>
              <a:rect l="l" t="t" r="r" b="b"/>
              <a:pathLst>
                <a:path w="466090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8" y="0"/>
                  </a:lnTo>
                  <a:lnTo>
                    <a:pt x="279640" y="4423"/>
                  </a:lnTo>
                  <a:lnTo>
                    <a:pt x="323259" y="17112"/>
                  </a:lnTo>
                  <a:lnTo>
                    <a:pt x="362810" y="37190"/>
                  </a:lnTo>
                  <a:lnTo>
                    <a:pt x="397330" y="63784"/>
                  </a:lnTo>
                  <a:lnTo>
                    <a:pt x="425856" y="96018"/>
                  </a:lnTo>
                  <a:lnTo>
                    <a:pt x="447425" y="133018"/>
                  </a:lnTo>
                  <a:lnTo>
                    <a:pt x="461072" y="173909"/>
                  </a:lnTo>
                  <a:lnTo>
                    <a:pt x="465835" y="217817"/>
                  </a:lnTo>
                  <a:lnTo>
                    <a:pt x="461072" y="261725"/>
                  </a:lnTo>
                  <a:lnTo>
                    <a:pt x="447425" y="302616"/>
                  </a:lnTo>
                  <a:lnTo>
                    <a:pt x="425856" y="339617"/>
                  </a:lnTo>
                  <a:lnTo>
                    <a:pt x="397330" y="371851"/>
                  </a:lnTo>
                  <a:lnTo>
                    <a:pt x="362810" y="398444"/>
                  </a:lnTo>
                  <a:lnTo>
                    <a:pt x="323259" y="418523"/>
                  </a:lnTo>
                  <a:lnTo>
                    <a:pt x="279640" y="431211"/>
                  </a:lnTo>
                  <a:lnTo>
                    <a:pt x="232918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761953" y="3126127"/>
            <a:ext cx="23177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711772" y="3835171"/>
            <a:ext cx="474345" cy="445770"/>
            <a:chOff x="6711772" y="3835171"/>
            <a:chExt cx="474345" cy="44577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6534" y="3842499"/>
              <a:ext cx="464312" cy="43307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716534" y="3839933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01" y="173909"/>
                  </a:lnTo>
                  <a:lnTo>
                    <a:pt x="18198" y="133018"/>
                  </a:lnTo>
                  <a:lnTo>
                    <a:pt x="39580" y="96018"/>
                  </a:lnTo>
                  <a:lnTo>
                    <a:pt x="67938" y="63784"/>
                  </a:lnTo>
                  <a:lnTo>
                    <a:pt x="102361" y="37190"/>
                  </a:lnTo>
                  <a:lnTo>
                    <a:pt x="141939" y="17112"/>
                  </a:lnTo>
                  <a:lnTo>
                    <a:pt x="185761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8" y="435635"/>
                  </a:lnTo>
                  <a:lnTo>
                    <a:pt x="185761" y="431211"/>
                  </a:lnTo>
                  <a:lnTo>
                    <a:pt x="141939" y="418523"/>
                  </a:lnTo>
                  <a:lnTo>
                    <a:pt x="102361" y="398444"/>
                  </a:lnTo>
                  <a:lnTo>
                    <a:pt x="67938" y="371851"/>
                  </a:lnTo>
                  <a:lnTo>
                    <a:pt x="39580" y="339617"/>
                  </a:lnTo>
                  <a:lnTo>
                    <a:pt x="18198" y="302616"/>
                  </a:lnTo>
                  <a:lnTo>
                    <a:pt x="4701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845103" y="3852463"/>
            <a:ext cx="2076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229197" y="3835171"/>
            <a:ext cx="2893060" cy="1124585"/>
            <a:chOff x="6229197" y="3835171"/>
            <a:chExt cx="2893060" cy="1124585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52954" y="3842499"/>
              <a:ext cx="464311" cy="4330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52954" y="3839933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1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7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3960" y="4523104"/>
              <a:ext cx="464312" cy="4318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33960" y="4520806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6281"/>
                  </a:moveTo>
                  <a:lnTo>
                    <a:pt x="4697" y="172876"/>
                  </a:lnTo>
                  <a:lnTo>
                    <a:pt x="18172" y="132364"/>
                  </a:lnTo>
                  <a:lnTo>
                    <a:pt x="39497" y="95637"/>
                  </a:lnTo>
                  <a:lnTo>
                    <a:pt x="67743" y="63587"/>
                  </a:lnTo>
                  <a:lnTo>
                    <a:pt x="101983" y="37106"/>
                  </a:lnTo>
                  <a:lnTo>
                    <a:pt x="141290" y="17086"/>
                  </a:lnTo>
                  <a:lnTo>
                    <a:pt x="184736" y="4420"/>
                  </a:lnTo>
                  <a:lnTo>
                    <a:pt x="231394" y="0"/>
                  </a:lnTo>
                  <a:lnTo>
                    <a:pt x="278116" y="4420"/>
                  </a:lnTo>
                  <a:lnTo>
                    <a:pt x="321735" y="17086"/>
                  </a:lnTo>
                  <a:lnTo>
                    <a:pt x="361286" y="37106"/>
                  </a:lnTo>
                  <a:lnTo>
                    <a:pt x="395806" y="63587"/>
                  </a:lnTo>
                  <a:lnTo>
                    <a:pt x="424332" y="95637"/>
                  </a:lnTo>
                  <a:lnTo>
                    <a:pt x="445901" y="132364"/>
                  </a:lnTo>
                  <a:lnTo>
                    <a:pt x="459548" y="172876"/>
                  </a:lnTo>
                  <a:lnTo>
                    <a:pt x="464312" y="216281"/>
                  </a:lnTo>
                  <a:lnTo>
                    <a:pt x="459548" y="260188"/>
                  </a:lnTo>
                  <a:lnTo>
                    <a:pt x="445901" y="301080"/>
                  </a:lnTo>
                  <a:lnTo>
                    <a:pt x="424332" y="338080"/>
                  </a:lnTo>
                  <a:lnTo>
                    <a:pt x="395806" y="370314"/>
                  </a:lnTo>
                  <a:lnTo>
                    <a:pt x="361286" y="396908"/>
                  </a:lnTo>
                  <a:lnTo>
                    <a:pt x="321735" y="416986"/>
                  </a:lnTo>
                  <a:lnTo>
                    <a:pt x="278116" y="429674"/>
                  </a:lnTo>
                  <a:lnTo>
                    <a:pt x="231394" y="434098"/>
                  </a:lnTo>
                  <a:lnTo>
                    <a:pt x="184736" y="429674"/>
                  </a:lnTo>
                  <a:lnTo>
                    <a:pt x="141290" y="416986"/>
                  </a:lnTo>
                  <a:lnTo>
                    <a:pt x="101983" y="396908"/>
                  </a:lnTo>
                  <a:lnTo>
                    <a:pt x="67743" y="370314"/>
                  </a:lnTo>
                  <a:lnTo>
                    <a:pt x="39497" y="338080"/>
                  </a:lnTo>
                  <a:lnTo>
                    <a:pt x="18172" y="301080"/>
                  </a:lnTo>
                  <a:lnTo>
                    <a:pt x="4697" y="260188"/>
                  </a:lnTo>
                  <a:lnTo>
                    <a:pt x="0" y="216281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363308" y="4532402"/>
            <a:ext cx="2051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197407" y="4516043"/>
            <a:ext cx="2508250" cy="443865"/>
            <a:chOff x="7197407" y="4516043"/>
            <a:chExt cx="2508250" cy="443865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2169" y="4523104"/>
              <a:ext cx="464311" cy="4318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202169" y="4520806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6281"/>
                  </a:moveTo>
                  <a:lnTo>
                    <a:pt x="4697" y="172876"/>
                  </a:lnTo>
                  <a:lnTo>
                    <a:pt x="18172" y="132364"/>
                  </a:lnTo>
                  <a:lnTo>
                    <a:pt x="39497" y="95637"/>
                  </a:lnTo>
                  <a:lnTo>
                    <a:pt x="67743" y="63587"/>
                  </a:lnTo>
                  <a:lnTo>
                    <a:pt x="101983" y="37106"/>
                  </a:lnTo>
                  <a:lnTo>
                    <a:pt x="141290" y="17086"/>
                  </a:lnTo>
                  <a:lnTo>
                    <a:pt x="184736" y="4420"/>
                  </a:lnTo>
                  <a:lnTo>
                    <a:pt x="231394" y="0"/>
                  </a:lnTo>
                  <a:lnTo>
                    <a:pt x="278554" y="4420"/>
                  </a:lnTo>
                  <a:lnTo>
                    <a:pt x="322378" y="17086"/>
                  </a:lnTo>
                  <a:lnTo>
                    <a:pt x="361956" y="37106"/>
                  </a:lnTo>
                  <a:lnTo>
                    <a:pt x="396378" y="63587"/>
                  </a:lnTo>
                  <a:lnTo>
                    <a:pt x="424734" y="95637"/>
                  </a:lnTo>
                  <a:lnTo>
                    <a:pt x="446115" y="132364"/>
                  </a:lnTo>
                  <a:lnTo>
                    <a:pt x="459611" y="172876"/>
                  </a:lnTo>
                  <a:lnTo>
                    <a:pt x="464311" y="216281"/>
                  </a:lnTo>
                  <a:lnTo>
                    <a:pt x="459611" y="260188"/>
                  </a:lnTo>
                  <a:lnTo>
                    <a:pt x="446115" y="301080"/>
                  </a:lnTo>
                  <a:lnTo>
                    <a:pt x="424734" y="338080"/>
                  </a:lnTo>
                  <a:lnTo>
                    <a:pt x="396378" y="370314"/>
                  </a:lnTo>
                  <a:lnTo>
                    <a:pt x="361956" y="396908"/>
                  </a:lnTo>
                  <a:lnTo>
                    <a:pt x="322378" y="416986"/>
                  </a:lnTo>
                  <a:lnTo>
                    <a:pt x="278554" y="429674"/>
                  </a:lnTo>
                  <a:lnTo>
                    <a:pt x="231394" y="434098"/>
                  </a:lnTo>
                  <a:lnTo>
                    <a:pt x="184736" y="429674"/>
                  </a:lnTo>
                  <a:lnTo>
                    <a:pt x="141290" y="416986"/>
                  </a:lnTo>
                  <a:lnTo>
                    <a:pt x="101983" y="396908"/>
                  </a:lnTo>
                  <a:lnTo>
                    <a:pt x="67743" y="370314"/>
                  </a:lnTo>
                  <a:lnTo>
                    <a:pt x="39497" y="338080"/>
                  </a:lnTo>
                  <a:lnTo>
                    <a:pt x="18172" y="301080"/>
                  </a:lnTo>
                  <a:lnTo>
                    <a:pt x="4697" y="260188"/>
                  </a:lnTo>
                  <a:lnTo>
                    <a:pt x="0" y="216281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21649" y="4523104"/>
              <a:ext cx="465835" cy="4318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121649" y="4520806"/>
              <a:ext cx="466090" cy="434340"/>
            </a:xfrm>
            <a:custGeom>
              <a:avLst/>
              <a:gdLst/>
              <a:ahLst/>
              <a:cxnLst/>
              <a:rect l="l" t="t" r="r" b="b"/>
              <a:pathLst>
                <a:path w="466090" h="434339">
                  <a:moveTo>
                    <a:pt x="0" y="216281"/>
                  </a:moveTo>
                  <a:lnTo>
                    <a:pt x="4763" y="172876"/>
                  </a:lnTo>
                  <a:lnTo>
                    <a:pt x="18410" y="132364"/>
                  </a:lnTo>
                  <a:lnTo>
                    <a:pt x="39979" y="95637"/>
                  </a:lnTo>
                  <a:lnTo>
                    <a:pt x="68505" y="63587"/>
                  </a:lnTo>
                  <a:lnTo>
                    <a:pt x="103025" y="37106"/>
                  </a:lnTo>
                  <a:lnTo>
                    <a:pt x="142576" y="17086"/>
                  </a:lnTo>
                  <a:lnTo>
                    <a:pt x="186195" y="4420"/>
                  </a:lnTo>
                  <a:lnTo>
                    <a:pt x="232918" y="0"/>
                  </a:lnTo>
                  <a:lnTo>
                    <a:pt x="279640" y="4420"/>
                  </a:lnTo>
                  <a:lnTo>
                    <a:pt x="323259" y="17086"/>
                  </a:lnTo>
                  <a:lnTo>
                    <a:pt x="362810" y="37106"/>
                  </a:lnTo>
                  <a:lnTo>
                    <a:pt x="397330" y="63587"/>
                  </a:lnTo>
                  <a:lnTo>
                    <a:pt x="425856" y="95637"/>
                  </a:lnTo>
                  <a:lnTo>
                    <a:pt x="447425" y="132364"/>
                  </a:lnTo>
                  <a:lnTo>
                    <a:pt x="461072" y="172876"/>
                  </a:lnTo>
                  <a:lnTo>
                    <a:pt x="465835" y="216281"/>
                  </a:lnTo>
                  <a:lnTo>
                    <a:pt x="461072" y="260188"/>
                  </a:lnTo>
                  <a:lnTo>
                    <a:pt x="447425" y="301080"/>
                  </a:lnTo>
                  <a:lnTo>
                    <a:pt x="425856" y="338080"/>
                  </a:lnTo>
                  <a:lnTo>
                    <a:pt x="397330" y="370314"/>
                  </a:lnTo>
                  <a:lnTo>
                    <a:pt x="362810" y="396908"/>
                  </a:lnTo>
                  <a:lnTo>
                    <a:pt x="323259" y="416986"/>
                  </a:lnTo>
                  <a:lnTo>
                    <a:pt x="279640" y="429674"/>
                  </a:lnTo>
                  <a:lnTo>
                    <a:pt x="232918" y="434098"/>
                  </a:lnTo>
                  <a:lnTo>
                    <a:pt x="186195" y="429674"/>
                  </a:lnTo>
                  <a:lnTo>
                    <a:pt x="142576" y="416986"/>
                  </a:lnTo>
                  <a:lnTo>
                    <a:pt x="103025" y="396908"/>
                  </a:lnTo>
                  <a:lnTo>
                    <a:pt x="68505" y="370314"/>
                  </a:lnTo>
                  <a:lnTo>
                    <a:pt x="39979" y="338080"/>
                  </a:lnTo>
                  <a:lnTo>
                    <a:pt x="18410" y="301080"/>
                  </a:lnTo>
                  <a:lnTo>
                    <a:pt x="4763" y="260188"/>
                  </a:lnTo>
                  <a:lnTo>
                    <a:pt x="0" y="216281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35998" y="4523104"/>
              <a:ext cx="464311" cy="4318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235998" y="4520806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6281"/>
                  </a:moveTo>
                  <a:lnTo>
                    <a:pt x="4698" y="172876"/>
                  </a:lnTo>
                  <a:lnTo>
                    <a:pt x="18174" y="132364"/>
                  </a:lnTo>
                  <a:lnTo>
                    <a:pt x="39500" y="95637"/>
                  </a:lnTo>
                  <a:lnTo>
                    <a:pt x="67748" y="63587"/>
                  </a:lnTo>
                  <a:lnTo>
                    <a:pt x="101989" y="37106"/>
                  </a:lnTo>
                  <a:lnTo>
                    <a:pt x="141296" y="17086"/>
                  </a:lnTo>
                  <a:lnTo>
                    <a:pt x="184740" y="4420"/>
                  </a:lnTo>
                  <a:lnTo>
                    <a:pt x="231394" y="0"/>
                  </a:lnTo>
                  <a:lnTo>
                    <a:pt x="278554" y="4420"/>
                  </a:lnTo>
                  <a:lnTo>
                    <a:pt x="322378" y="17086"/>
                  </a:lnTo>
                  <a:lnTo>
                    <a:pt x="361956" y="37106"/>
                  </a:lnTo>
                  <a:lnTo>
                    <a:pt x="396378" y="63587"/>
                  </a:lnTo>
                  <a:lnTo>
                    <a:pt x="424734" y="95637"/>
                  </a:lnTo>
                  <a:lnTo>
                    <a:pt x="446115" y="132364"/>
                  </a:lnTo>
                  <a:lnTo>
                    <a:pt x="459611" y="172876"/>
                  </a:lnTo>
                  <a:lnTo>
                    <a:pt x="464311" y="216281"/>
                  </a:lnTo>
                  <a:lnTo>
                    <a:pt x="459611" y="260188"/>
                  </a:lnTo>
                  <a:lnTo>
                    <a:pt x="446115" y="301080"/>
                  </a:lnTo>
                  <a:lnTo>
                    <a:pt x="424734" y="338080"/>
                  </a:lnTo>
                  <a:lnTo>
                    <a:pt x="396378" y="370314"/>
                  </a:lnTo>
                  <a:lnTo>
                    <a:pt x="361956" y="396908"/>
                  </a:lnTo>
                  <a:lnTo>
                    <a:pt x="322378" y="416986"/>
                  </a:lnTo>
                  <a:lnTo>
                    <a:pt x="278554" y="429674"/>
                  </a:lnTo>
                  <a:lnTo>
                    <a:pt x="231394" y="434098"/>
                  </a:lnTo>
                  <a:lnTo>
                    <a:pt x="184740" y="429674"/>
                  </a:lnTo>
                  <a:lnTo>
                    <a:pt x="141296" y="416986"/>
                  </a:lnTo>
                  <a:lnTo>
                    <a:pt x="101989" y="396908"/>
                  </a:lnTo>
                  <a:lnTo>
                    <a:pt x="67748" y="370314"/>
                  </a:lnTo>
                  <a:lnTo>
                    <a:pt x="39500" y="338080"/>
                  </a:lnTo>
                  <a:lnTo>
                    <a:pt x="18174" y="301080"/>
                  </a:lnTo>
                  <a:lnTo>
                    <a:pt x="4698" y="260188"/>
                  </a:lnTo>
                  <a:lnTo>
                    <a:pt x="0" y="216281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9373289" y="4532402"/>
            <a:ext cx="18859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629768" y="3485032"/>
            <a:ext cx="2675255" cy="1098550"/>
          </a:xfrm>
          <a:custGeom>
            <a:avLst/>
            <a:gdLst/>
            <a:ahLst/>
            <a:cxnLst/>
            <a:rect l="l" t="t" r="r" b="b"/>
            <a:pathLst>
              <a:path w="2675254" h="1098550">
                <a:moveTo>
                  <a:pt x="1083906" y="0"/>
                </a:moveTo>
                <a:lnTo>
                  <a:pt x="482574" y="418884"/>
                </a:lnTo>
              </a:path>
              <a:path w="2675254" h="1098550">
                <a:moveTo>
                  <a:pt x="1411198" y="0"/>
                </a:moveTo>
                <a:lnTo>
                  <a:pt x="2091690" y="418884"/>
                </a:lnTo>
              </a:path>
              <a:path w="2675254" h="1098550">
                <a:moveTo>
                  <a:pt x="155282" y="726567"/>
                </a:moveTo>
                <a:lnTo>
                  <a:pt x="0" y="1098219"/>
                </a:lnTo>
              </a:path>
              <a:path w="2675254" h="1098550">
                <a:moveTo>
                  <a:pt x="482574" y="726567"/>
                </a:moveTo>
                <a:lnTo>
                  <a:pt x="639381" y="1098219"/>
                </a:lnTo>
              </a:path>
              <a:path w="2675254" h="1098550">
                <a:moveTo>
                  <a:pt x="2091690" y="726567"/>
                </a:moveTo>
                <a:lnTo>
                  <a:pt x="1889213" y="1098219"/>
                </a:lnTo>
              </a:path>
              <a:path w="2675254" h="1098550">
                <a:moveTo>
                  <a:pt x="2420505" y="726567"/>
                </a:moveTo>
                <a:lnTo>
                  <a:pt x="2674734" y="1098219"/>
                </a:lnTo>
              </a:path>
            </a:pathLst>
          </a:custGeom>
          <a:ln w="91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166469" y="4182788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02548" y="3502116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29609" y="4126206"/>
            <a:ext cx="203200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73117" y="2867458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202557" y="4126206"/>
            <a:ext cx="25717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5715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81353" y="3444985"/>
            <a:ext cx="1968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459255" y="4136775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26720" y="3526167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8503" y="1322120"/>
                </a:moveTo>
                <a:lnTo>
                  <a:pt x="42633" y="1322120"/>
                </a:lnTo>
                <a:lnTo>
                  <a:pt x="36537" y="1320596"/>
                </a:lnTo>
                <a:lnTo>
                  <a:pt x="38061" y="1322120"/>
                </a:lnTo>
                <a:lnTo>
                  <a:pt x="31965" y="1319072"/>
                </a:lnTo>
                <a:lnTo>
                  <a:pt x="33489" y="1319072"/>
                </a:lnTo>
                <a:lnTo>
                  <a:pt x="28930" y="1316024"/>
                </a:lnTo>
                <a:lnTo>
                  <a:pt x="24358" y="1311452"/>
                </a:lnTo>
                <a:lnTo>
                  <a:pt x="16738" y="1302321"/>
                </a:lnTo>
                <a:lnTo>
                  <a:pt x="10655" y="1296225"/>
                </a:lnTo>
                <a:lnTo>
                  <a:pt x="6096" y="1293177"/>
                </a:lnTo>
                <a:lnTo>
                  <a:pt x="0" y="1299273"/>
                </a:lnTo>
                <a:lnTo>
                  <a:pt x="18262" y="1317548"/>
                </a:lnTo>
                <a:lnTo>
                  <a:pt x="22834" y="1323644"/>
                </a:lnTo>
                <a:lnTo>
                  <a:pt x="27406" y="1326692"/>
                </a:lnTo>
                <a:lnTo>
                  <a:pt x="28930" y="1328204"/>
                </a:lnTo>
                <a:lnTo>
                  <a:pt x="33489" y="1329728"/>
                </a:lnTo>
                <a:lnTo>
                  <a:pt x="35013" y="1329728"/>
                </a:lnTo>
                <a:lnTo>
                  <a:pt x="41109" y="1331252"/>
                </a:lnTo>
                <a:lnTo>
                  <a:pt x="68503" y="1331252"/>
                </a:lnTo>
                <a:lnTo>
                  <a:pt x="68503" y="1322120"/>
                </a:lnTo>
                <a:close/>
              </a:path>
              <a:path w="2411729" h="1362075">
                <a:moveTo>
                  <a:pt x="173545" y="1326692"/>
                </a:moveTo>
                <a:lnTo>
                  <a:pt x="172021" y="1316024"/>
                </a:lnTo>
                <a:lnTo>
                  <a:pt x="167462" y="1317548"/>
                </a:lnTo>
                <a:lnTo>
                  <a:pt x="135496" y="1319072"/>
                </a:lnTo>
                <a:lnTo>
                  <a:pt x="105041" y="1322120"/>
                </a:lnTo>
                <a:lnTo>
                  <a:pt x="95910" y="1322120"/>
                </a:lnTo>
                <a:lnTo>
                  <a:pt x="95910" y="1331252"/>
                </a:lnTo>
                <a:lnTo>
                  <a:pt x="105041" y="1331252"/>
                </a:lnTo>
                <a:lnTo>
                  <a:pt x="137007" y="1329728"/>
                </a:lnTo>
                <a:lnTo>
                  <a:pt x="167462" y="1326692"/>
                </a:lnTo>
                <a:lnTo>
                  <a:pt x="173545" y="1326692"/>
                </a:lnTo>
                <a:close/>
              </a:path>
              <a:path w="2411729" h="1362075">
                <a:moveTo>
                  <a:pt x="277063" y="1311452"/>
                </a:moveTo>
                <a:lnTo>
                  <a:pt x="275539" y="1302321"/>
                </a:lnTo>
                <a:lnTo>
                  <a:pt x="260324" y="1303832"/>
                </a:lnTo>
                <a:lnTo>
                  <a:pt x="229870" y="1309928"/>
                </a:lnTo>
                <a:lnTo>
                  <a:pt x="199428" y="1312976"/>
                </a:lnTo>
                <a:lnTo>
                  <a:pt x="200952" y="1322120"/>
                </a:lnTo>
                <a:lnTo>
                  <a:pt x="231394" y="1319072"/>
                </a:lnTo>
                <a:lnTo>
                  <a:pt x="261848" y="1314500"/>
                </a:lnTo>
                <a:lnTo>
                  <a:pt x="277063" y="1311452"/>
                </a:lnTo>
                <a:close/>
              </a:path>
              <a:path w="2411729" h="1362075">
                <a:moveTo>
                  <a:pt x="363842" y="1253578"/>
                </a:moveTo>
                <a:lnTo>
                  <a:pt x="357746" y="1247482"/>
                </a:lnTo>
                <a:lnTo>
                  <a:pt x="350139" y="1255102"/>
                </a:lnTo>
                <a:lnTo>
                  <a:pt x="339483" y="1264234"/>
                </a:lnTo>
                <a:lnTo>
                  <a:pt x="309041" y="1291653"/>
                </a:lnTo>
                <a:lnTo>
                  <a:pt x="301421" y="1296225"/>
                </a:lnTo>
                <a:lnTo>
                  <a:pt x="305993" y="1303832"/>
                </a:lnTo>
                <a:lnTo>
                  <a:pt x="315125" y="1299273"/>
                </a:lnTo>
                <a:lnTo>
                  <a:pt x="325780" y="1291653"/>
                </a:lnTo>
                <a:lnTo>
                  <a:pt x="336435" y="1280985"/>
                </a:lnTo>
                <a:lnTo>
                  <a:pt x="347091" y="1271854"/>
                </a:lnTo>
                <a:lnTo>
                  <a:pt x="356235" y="1262710"/>
                </a:lnTo>
                <a:lnTo>
                  <a:pt x="363842" y="1253578"/>
                </a:lnTo>
                <a:close/>
              </a:path>
              <a:path w="2411729" h="1362075">
                <a:moveTo>
                  <a:pt x="411035" y="1160665"/>
                </a:moveTo>
                <a:lnTo>
                  <a:pt x="403415" y="1156093"/>
                </a:lnTo>
                <a:lnTo>
                  <a:pt x="397332" y="1165225"/>
                </a:lnTo>
                <a:lnTo>
                  <a:pt x="395808" y="1166749"/>
                </a:lnTo>
                <a:lnTo>
                  <a:pt x="394284" y="1171321"/>
                </a:lnTo>
                <a:lnTo>
                  <a:pt x="388200" y="1180465"/>
                </a:lnTo>
                <a:lnTo>
                  <a:pt x="385152" y="1186548"/>
                </a:lnTo>
                <a:lnTo>
                  <a:pt x="376021" y="1200264"/>
                </a:lnTo>
                <a:lnTo>
                  <a:pt x="374497" y="1206360"/>
                </a:lnTo>
                <a:lnTo>
                  <a:pt x="369925" y="1218539"/>
                </a:lnTo>
                <a:lnTo>
                  <a:pt x="368401" y="1224635"/>
                </a:lnTo>
                <a:lnTo>
                  <a:pt x="377545" y="1227683"/>
                </a:lnTo>
                <a:lnTo>
                  <a:pt x="379069" y="1220063"/>
                </a:lnTo>
                <a:lnTo>
                  <a:pt x="383628" y="1209395"/>
                </a:lnTo>
                <a:lnTo>
                  <a:pt x="385152" y="1204836"/>
                </a:lnTo>
                <a:lnTo>
                  <a:pt x="388200" y="1200264"/>
                </a:lnTo>
                <a:lnTo>
                  <a:pt x="395808" y="1185024"/>
                </a:lnTo>
                <a:lnTo>
                  <a:pt x="400380" y="1180465"/>
                </a:lnTo>
                <a:lnTo>
                  <a:pt x="401904" y="1175893"/>
                </a:lnTo>
                <a:lnTo>
                  <a:pt x="404939" y="1172845"/>
                </a:lnTo>
                <a:lnTo>
                  <a:pt x="406463" y="1169797"/>
                </a:lnTo>
                <a:lnTo>
                  <a:pt x="407987" y="1165225"/>
                </a:lnTo>
                <a:lnTo>
                  <a:pt x="411035" y="1162177"/>
                </a:lnTo>
                <a:lnTo>
                  <a:pt x="411035" y="1160665"/>
                </a:lnTo>
                <a:close/>
              </a:path>
              <a:path w="2411729" h="1362075">
                <a:moveTo>
                  <a:pt x="446049" y="1061656"/>
                </a:moveTo>
                <a:lnTo>
                  <a:pt x="436918" y="1058608"/>
                </a:lnTo>
                <a:lnTo>
                  <a:pt x="432346" y="1073835"/>
                </a:lnTo>
                <a:lnTo>
                  <a:pt x="417118" y="1133246"/>
                </a:lnTo>
                <a:lnTo>
                  <a:pt x="427774" y="1134770"/>
                </a:lnTo>
                <a:lnTo>
                  <a:pt x="441477" y="1076883"/>
                </a:lnTo>
                <a:lnTo>
                  <a:pt x="446049" y="1061656"/>
                </a:lnTo>
                <a:close/>
              </a:path>
              <a:path w="2411729" h="1362075">
                <a:moveTo>
                  <a:pt x="455180" y="927608"/>
                </a:moveTo>
                <a:lnTo>
                  <a:pt x="453656" y="918476"/>
                </a:lnTo>
                <a:lnTo>
                  <a:pt x="452132" y="878865"/>
                </a:lnTo>
                <a:lnTo>
                  <a:pt x="450684" y="852982"/>
                </a:lnTo>
                <a:lnTo>
                  <a:pt x="450608" y="851458"/>
                </a:lnTo>
                <a:lnTo>
                  <a:pt x="441477" y="852982"/>
                </a:lnTo>
                <a:lnTo>
                  <a:pt x="443001" y="878865"/>
                </a:lnTo>
                <a:lnTo>
                  <a:pt x="444461" y="918476"/>
                </a:lnTo>
                <a:lnTo>
                  <a:pt x="444525" y="927608"/>
                </a:lnTo>
                <a:lnTo>
                  <a:pt x="455180" y="927608"/>
                </a:lnTo>
                <a:close/>
              </a:path>
              <a:path w="2411729" h="1362075">
                <a:moveTo>
                  <a:pt x="456704" y="999197"/>
                </a:moveTo>
                <a:lnTo>
                  <a:pt x="455180" y="959599"/>
                </a:lnTo>
                <a:lnTo>
                  <a:pt x="455180" y="956551"/>
                </a:lnTo>
                <a:lnTo>
                  <a:pt x="446049" y="956551"/>
                </a:lnTo>
                <a:lnTo>
                  <a:pt x="446049" y="959599"/>
                </a:lnTo>
                <a:lnTo>
                  <a:pt x="447573" y="999197"/>
                </a:lnTo>
                <a:lnTo>
                  <a:pt x="441477" y="1031189"/>
                </a:lnTo>
                <a:lnTo>
                  <a:pt x="452132" y="1032713"/>
                </a:lnTo>
                <a:lnTo>
                  <a:pt x="456704" y="1000721"/>
                </a:lnTo>
                <a:lnTo>
                  <a:pt x="456704" y="999197"/>
                </a:lnTo>
                <a:close/>
              </a:path>
              <a:path w="2411729" h="1362075">
                <a:moveTo>
                  <a:pt x="511505" y="778344"/>
                </a:moveTo>
                <a:lnTo>
                  <a:pt x="509981" y="773772"/>
                </a:lnTo>
                <a:lnTo>
                  <a:pt x="506945" y="772261"/>
                </a:lnTo>
                <a:lnTo>
                  <a:pt x="435394" y="753478"/>
                </a:lnTo>
                <a:lnTo>
                  <a:pt x="435394" y="782916"/>
                </a:lnTo>
                <a:lnTo>
                  <a:pt x="435394" y="790562"/>
                </a:lnTo>
                <a:lnTo>
                  <a:pt x="430809" y="772261"/>
                </a:lnTo>
                <a:lnTo>
                  <a:pt x="433870" y="779868"/>
                </a:lnTo>
                <a:lnTo>
                  <a:pt x="433870" y="778344"/>
                </a:lnTo>
                <a:lnTo>
                  <a:pt x="435394" y="782916"/>
                </a:lnTo>
                <a:lnTo>
                  <a:pt x="435394" y="753478"/>
                </a:lnTo>
                <a:lnTo>
                  <a:pt x="425678" y="750925"/>
                </a:lnTo>
                <a:lnTo>
                  <a:pt x="414070" y="747877"/>
                </a:lnTo>
                <a:lnTo>
                  <a:pt x="438429" y="840790"/>
                </a:lnTo>
                <a:lnTo>
                  <a:pt x="441477" y="843838"/>
                </a:lnTo>
                <a:lnTo>
                  <a:pt x="444525" y="843838"/>
                </a:lnTo>
                <a:lnTo>
                  <a:pt x="447573" y="842314"/>
                </a:lnTo>
                <a:lnTo>
                  <a:pt x="447573" y="839266"/>
                </a:lnTo>
                <a:lnTo>
                  <a:pt x="443763" y="824039"/>
                </a:lnTo>
                <a:lnTo>
                  <a:pt x="443547" y="823188"/>
                </a:lnTo>
                <a:lnTo>
                  <a:pt x="447573" y="822515"/>
                </a:lnTo>
                <a:lnTo>
                  <a:pt x="447573" y="814895"/>
                </a:lnTo>
                <a:lnTo>
                  <a:pt x="446049" y="805764"/>
                </a:lnTo>
                <a:lnTo>
                  <a:pt x="446049" y="792048"/>
                </a:lnTo>
                <a:lnTo>
                  <a:pt x="444525" y="785952"/>
                </a:lnTo>
                <a:lnTo>
                  <a:pt x="444525" y="781392"/>
                </a:lnTo>
                <a:lnTo>
                  <a:pt x="443509" y="778344"/>
                </a:lnTo>
                <a:lnTo>
                  <a:pt x="443001" y="776820"/>
                </a:lnTo>
                <a:lnTo>
                  <a:pt x="443001" y="775296"/>
                </a:lnTo>
                <a:lnTo>
                  <a:pt x="442239" y="773772"/>
                </a:lnTo>
                <a:lnTo>
                  <a:pt x="439953" y="769213"/>
                </a:lnTo>
                <a:lnTo>
                  <a:pt x="439953" y="767676"/>
                </a:lnTo>
                <a:lnTo>
                  <a:pt x="436918" y="764628"/>
                </a:lnTo>
                <a:lnTo>
                  <a:pt x="435991" y="762800"/>
                </a:lnTo>
                <a:lnTo>
                  <a:pt x="505421" y="781392"/>
                </a:lnTo>
                <a:lnTo>
                  <a:pt x="508457" y="781392"/>
                </a:lnTo>
                <a:lnTo>
                  <a:pt x="511505" y="778344"/>
                </a:lnTo>
                <a:close/>
              </a:path>
              <a:path w="2411729" h="1362075">
                <a:moveTo>
                  <a:pt x="1027582" y="1041857"/>
                </a:moveTo>
                <a:lnTo>
                  <a:pt x="1023010" y="1034237"/>
                </a:lnTo>
                <a:lnTo>
                  <a:pt x="1013879" y="1037285"/>
                </a:lnTo>
                <a:lnTo>
                  <a:pt x="1001699" y="1043368"/>
                </a:lnTo>
                <a:lnTo>
                  <a:pt x="987996" y="1049464"/>
                </a:lnTo>
                <a:lnTo>
                  <a:pt x="980389" y="1052512"/>
                </a:lnTo>
                <a:lnTo>
                  <a:pt x="962113" y="1058608"/>
                </a:lnTo>
                <a:lnTo>
                  <a:pt x="952982" y="1063180"/>
                </a:lnTo>
                <a:lnTo>
                  <a:pt x="956030" y="1070787"/>
                </a:lnTo>
                <a:lnTo>
                  <a:pt x="966685" y="1067739"/>
                </a:lnTo>
                <a:lnTo>
                  <a:pt x="975817" y="1064704"/>
                </a:lnTo>
                <a:lnTo>
                  <a:pt x="983424" y="1060132"/>
                </a:lnTo>
                <a:lnTo>
                  <a:pt x="991044" y="1057084"/>
                </a:lnTo>
                <a:lnTo>
                  <a:pt x="1004747" y="1052512"/>
                </a:lnTo>
                <a:lnTo>
                  <a:pt x="1016927" y="1046416"/>
                </a:lnTo>
                <a:lnTo>
                  <a:pt x="1027582" y="1041857"/>
                </a:lnTo>
                <a:close/>
              </a:path>
              <a:path w="2411729" h="1362075">
                <a:moveTo>
                  <a:pt x="1117396" y="988542"/>
                </a:moveTo>
                <a:lnTo>
                  <a:pt x="1112824" y="980922"/>
                </a:lnTo>
                <a:lnTo>
                  <a:pt x="1108265" y="982446"/>
                </a:lnTo>
                <a:lnTo>
                  <a:pt x="1100645" y="988542"/>
                </a:lnTo>
                <a:lnTo>
                  <a:pt x="1091514" y="993114"/>
                </a:lnTo>
                <a:lnTo>
                  <a:pt x="1077810" y="1002245"/>
                </a:lnTo>
                <a:lnTo>
                  <a:pt x="1065631" y="1009865"/>
                </a:lnTo>
                <a:lnTo>
                  <a:pt x="1054976" y="1017485"/>
                </a:lnTo>
                <a:lnTo>
                  <a:pt x="1048893" y="1020521"/>
                </a:lnTo>
                <a:lnTo>
                  <a:pt x="1053452" y="1029665"/>
                </a:lnTo>
                <a:lnTo>
                  <a:pt x="1059548" y="1025093"/>
                </a:lnTo>
                <a:lnTo>
                  <a:pt x="1070203" y="1019009"/>
                </a:lnTo>
                <a:lnTo>
                  <a:pt x="1083906" y="1011389"/>
                </a:lnTo>
                <a:lnTo>
                  <a:pt x="1097610" y="1002245"/>
                </a:lnTo>
                <a:lnTo>
                  <a:pt x="1105217" y="996162"/>
                </a:lnTo>
                <a:lnTo>
                  <a:pt x="1112824" y="991590"/>
                </a:lnTo>
                <a:lnTo>
                  <a:pt x="1117396" y="988542"/>
                </a:lnTo>
                <a:close/>
              </a:path>
              <a:path w="2411729" h="1362075">
                <a:moveTo>
                  <a:pt x="1204163" y="929132"/>
                </a:moveTo>
                <a:lnTo>
                  <a:pt x="1199603" y="921524"/>
                </a:lnTo>
                <a:lnTo>
                  <a:pt x="1188948" y="929132"/>
                </a:lnTo>
                <a:lnTo>
                  <a:pt x="1173721" y="938276"/>
                </a:lnTo>
                <a:lnTo>
                  <a:pt x="1161542" y="947420"/>
                </a:lnTo>
                <a:lnTo>
                  <a:pt x="1137183" y="962647"/>
                </a:lnTo>
                <a:lnTo>
                  <a:pt x="1135659" y="964171"/>
                </a:lnTo>
                <a:lnTo>
                  <a:pt x="1141755" y="971791"/>
                </a:lnTo>
                <a:lnTo>
                  <a:pt x="1143279" y="970267"/>
                </a:lnTo>
                <a:lnTo>
                  <a:pt x="1153934" y="962647"/>
                </a:lnTo>
                <a:lnTo>
                  <a:pt x="1166114" y="955027"/>
                </a:lnTo>
                <a:lnTo>
                  <a:pt x="1193507" y="936752"/>
                </a:lnTo>
                <a:lnTo>
                  <a:pt x="1204163" y="929132"/>
                </a:lnTo>
                <a:close/>
              </a:path>
              <a:path w="2411729" h="1362075">
                <a:moveTo>
                  <a:pt x="1271155" y="848410"/>
                </a:moveTo>
                <a:lnTo>
                  <a:pt x="1263535" y="843838"/>
                </a:lnTo>
                <a:lnTo>
                  <a:pt x="1262011" y="845362"/>
                </a:lnTo>
                <a:lnTo>
                  <a:pt x="1255928" y="857542"/>
                </a:lnTo>
                <a:lnTo>
                  <a:pt x="1254404" y="862114"/>
                </a:lnTo>
                <a:lnTo>
                  <a:pt x="1248321" y="874306"/>
                </a:lnTo>
                <a:lnTo>
                  <a:pt x="1234617" y="892581"/>
                </a:lnTo>
                <a:lnTo>
                  <a:pt x="1228521" y="898677"/>
                </a:lnTo>
                <a:lnTo>
                  <a:pt x="1220914" y="904760"/>
                </a:lnTo>
                <a:lnTo>
                  <a:pt x="1227010" y="912380"/>
                </a:lnTo>
                <a:lnTo>
                  <a:pt x="1255928" y="878865"/>
                </a:lnTo>
                <a:lnTo>
                  <a:pt x="1262011" y="866686"/>
                </a:lnTo>
                <a:lnTo>
                  <a:pt x="1265059" y="862114"/>
                </a:lnTo>
                <a:lnTo>
                  <a:pt x="1268107" y="856018"/>
                </a:lnTo>
                <a:lnTo>
                  <a:pt x="1268107" y="852982"/>
                </a:lnTo>
                <a:lnTo>
                  <a:pt x="1271155" y="849934"/>
                </a:lnTo>
                <a:lnTo>
                  <a:pt x="1271155" y="848410"/>
                </a:lnTo>
                <a:close/>
              </a:path>
              <a:path w="2411729" h="1362075">
                <a:moveTo>
                  <a:pt x="1312252" y="752449"/>
                </a:moveTo>
                <a:lnTo>
                  <a:pt x="1303121" y="750925"/>
                </a:lnTo>
                <a:lnTo>
                  <a:pt x="1303121" y="752449"/>
                </a:lnTo>
                <a:lnTo>
                  <a:pt x="1300073" y="761580"/>
                </a:lnTo>
                <a:lnTo>
                  <a:pt x="1301597" y="760082"/>
                </a:lnTo>
                <a:lnTo>
                  <a:pt x="1298549" y="767676"/>
                </a:lnTo>
                <a:lnTo>
                  <a:pt x="1284846" y="790524"/>
                </a:lnTo>
                <a:lnTo>
                  <a:pt x="1283335" y="799668"/>
                </a:lnTo>
                <a:lnTo>
                  <a:pt x="1281811" y="807275"/>
                </a:lnTo>
                <a:lnTo>
                  <a:pt x="1277239" y="820991"/>
                </a:lnTo>
                <a:lnTo>
                  <a:pt x="1287894" y="824039"/>
                </a:lnTo>
                <a:lnTo>
                  <a:pt x="1293990" y="793572"/>
                </a:lnTo>
                <a:lnTo>
                  <a:pt x="1298549" y="787476"/>
                </a:lnTo>
                <a:lnTo>
                  <a:pt x="1301597" y="779868"/>
                </a:lnTo>
                <a:lnTo>
                  <a:pt x="1306169" y="772261"/>
                </a:lnTo>
                <a:lnTo>
                  <a:pt x="1309204" y="764628"/>
                </a:lnTo>
                <a:lnTo>
                  <a:pt x="1310728" y="763104"/>
                </a:lnTo>
                <a:lnTo>
                  <a:pt x="1311224" y="760082"/>
                </a:lnTo>
                <a:lnTo>
                  <a:pt x="1312252" y="753973"/>
                </a:lnTo>
                <a:lnTo>
                  <a:pt x="1312252" y="752449"/>
                </a:lnTo>
                <a:close/>
              </a:path>
              <a:path w="2411729" h="1362075">
                <a:moveTo>
                  <a:pt x="1333563" y="648868"/>
                </a:moveTo>
                <a:lnTo>
                  <a:pt x="1324432" y="648868"/>
                </a:lnTo>
                <a:lnTo>
                  <a:pt x="1322908" y="662584"/>
                </a:lnTo>
                <a:lnTo>
                  <a:pt x="1322908" y="665619"/>
                </a:lnTo>
                <a:lnTo>
                  <a:pt x="1321384" y="668667"/>
                </a:lnTo>
                <a:lnTo>
                  <a:pt x="1321384" y="671715"/>
                </a:lnTo>
                <a:lnTo>
                  <a:pt x="1319872" y="676287"/>
                </a:lnTo>
                <a:lnTo>
                  <a:pt x="1318348" y="685431"/>
                </a:lnTo>
                <a:lnTo>
                  <a:pt x="1315300" y="694563"/>
                </a:lnTo>
                <a:lnTo>
                  <a:pt x="1312252" y="705231"/>
                </a:lnTo>
                <a:lnTo>
                  <a:pt x="1310728" y="714362"/>
                </a:lnTo>
                <a:lnTo>
                  <a:pt x="1309204" y="721982"/>
                </a:lnTo>
                <a:lnTo>
                  <a:pt x="1318348" y="723506"/>
                </a:lnTo>
                <a:lnTo>
                  <a:pt x="1319872" y="717410"/>
                </a:lnTo>
                <a:lnTo>
                  <a:pt x="1321384" y="706755"/>
                </a:lnTo>
                <a:lnTo>
                  <a:pt x="1324432" y="697611"/>
                </a:lnTo>
                <a:lnTo>
                  <a:pt x="1327480" y="686955"/>
                </a:lnTo>
                <a:lnTo>
                  <a:pt x="1329004" y="677811"/>
                </a:lnTo>
                <a:lnTo>
                  <a:pt x="1330528" y="674763"/>
                </a:lnTo>
                <a:lnTo>
                  <a:pt x="1330528" y="671715"/>
                </a:lnTo>
                <a:lnTo>
                  <a:pt x="1332039" y="668667"/>
                </a:lnTo>
                <a:lnTo>
                  <a:pt x="1332039" y="665619"/>
                </a:lnTo>
                <a:lnTo>
                  <a:pt x="1333563" y="664108"/>
                </a:lnTo>
                <a:lnTo>
                  <a:pt x="1333563" y="648868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5956" y="543775"/>
                </a:lnTo>
                <a:lnTo>
                  <a:pt x="1324432" y="619925"/>
                </a:lnTo>
                <a:lnTo>
                  <a:pt x="1333563" y="619925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8135" y="440194"/>
                </a:moveTo>
                <a:lnTo>
                  <a:pt x="1327480" y="438670"/>
                </a:lnTo>
                <a:lnTo>
                  <a:pt x="1327480" y="487413"/>
                </a:lnTo>
                <a:lnTo>
                  <a:pt x="1325956" y="514832"/>
                </a:lnTo>
                <a:lnTo>
                  <a:pt x="1336611" y="516356"/>
                </a:lnTo>
                <a:lnTo>
                  <a:pt x="1336611" y="487413"/>
                </a:lnTo>
                <a:lnTo>
                  <a:pt x="1338135" y="440194"/>
                </a:lnTo>
                <a:close/>
              </a:path>
              <a:path w="2411729" h="1362075">
                <a:moveTo>
                  <a:pt x="1339659" y="335089"/>
                </a:moveTo>
                <a:lnTo>
                  <a:pt x="1330528" y="335089"/>
                </a:lnTo>
                <a:lnTo>
                  <a:pt x="1329004" y="411251"/>
                </a:lnTo>
                <a:lnTo>
                  <a:pt x="1338135" y="411251"/>
                </a:lnTo>
                <a:lnTo>
                  <a:pt x="1339659" y="335089"/>
                </a:lnTo>
                <a:close/>
              </a:path>
              <a:path w="2411729" h="1362075">
                <a:moveTo>
                  <a:pt x="1342694" y="229997"/>
                </a:moveTo>
                <a:lnTo>
                  <a:pt x="1333563" y="229997"/>
                </a:lnTo>
                <a:lnTo>
                  <a:pt x="1333563" y="246748"/>
                </a:lnTo>
                <a:lnTo>
                  <a:pt x="1332039" y="257416"/>
                </a:lnTo>
                <a:lnTo>
                  <a:pt x="1332039" y="298538"/>
                </a:lnTo>
                <a:lnTo>
                  <a:pt x="1330528" y="306158"/>
                </a:lnTo>
                <a:lnTo>
                  <a:pt x="1341183" y="306158"/>
                </a:lnTo>
                <a:lnTo>
                  <a:pt x="1341183" y="271119"/>
                </a:lnTo>
                <a:lnTo>
                  <a:pt x="1342694" y="258940"/>
                </a:lnTo>
                <a:lnTo>
                  <a:pt x="1342694" y="229997"/>
                </a:lnTo>
                <a:close/>
              </a:path>
              <a:path w="2411729" h="1362075">
                <a:moveTo>
                  <a:pt x="1347266" y="126415"/>
                </a:moveTo>
                <a:lnTo>
                  <a:pt x="1338135" y="124891"/>
                </a:lnTo>
                <a:lnTo>
                  <a:pt x="1338135" y="130987"/>
                </a:lnTo>
                <a:lnTo>
                  <a:pt x="1336611" y="135559"/>
                </a:lnTo>
                <a:lnTo>
                  <a:pt x="1336611" y="158407"/>
                </a:lnTo>
                <a:lnTo>
                  <a:pt x="1335087" y="169075"/>
                </a:lnTo>
                <a:lnTo>
                  <a:pt x="1335087" y="201053"/>
                </a:lnTo>
                <a:lnTo>
                  <a:pt x="1344218" y="201053"/>
                </a:lnTo>
                <a:lnTo>
                  <a:pt x="1344218" y="182778"/>
                </a:lnTo>
                <a:lnTo>
                  <a:pt x="1345742" y="170586"/>
                </a:lnTo>
                <a:lnTo>
                  <a:pt x="1345742" y="143179"/>
                </a:lnTo>
                <a:lnTo>
                  <a:pt x="1347266" y="137083"/>
                </a:lnTo>
                <a:lnTo>
                  <a:pt x="1347266" y="126415"/>
                </a:lnTo>
                <a:close/>
              </a:path>
              <a:path w="2411729" h="1362075">
                <a:moveTo>
                  <a:pt x="1392936" y="86817"/>
                </a:moveTo>
                <a:lnTo>
                  <a:pt x="1391412" y="83769"/>
                </a:lnTo>
                <a:lnTo>
                  <a:pt x="1355090" y="21323"/>
                </a:lnTo>
                <a:lnTo>
                  <a:pt x="1349768" y="12179"/>
                </a:lnTo>
                <a:lnTo>
                  <a:pt x="1344942" y="3873"/>
                </a:lnTo>
                <a:lnTo>
                  <a:pt x="1344942" y="21323"/>
                </a:lnTo>
                <a:lnTo>
                  <a:pt x="1341958" y="21323"/>
                </a:lnTo>
                <a:lnTo>
                  <a:pt x="1343456" y="18745"/>
                </a:lnTo>
                <a:lnTo>
                  <a:pt x="1344942" y="21323"/>
                </a:lnTo>
                <a:lnTo>
                  <a:pt x="1344942" y="3873"/>
                </a:lnTo>
                <a:lnTo>
                  <a:pt x="1342694" y="0"/>
                </a:lnTo>
                <a:lnTo>
                  <a:pt x="1295514" y="83769"/>
                </a:lnTo>
                <a:lnTo>
                  <a:pt x="1293990" y="86817"/>
                </a:lnTo>
                <a:lnTo>
                  <a:pt x="1297025" y="89865"/>
                </a:lnTo>
                <a:lnTo>
                  <a:pt x="1300073" y="91389"/>
                </a:lnTo>
                <a:lnTo>
                  <a:pt x="1303121" y="88341"/>
                </a:lnTo>
                <a:lnTo>
                  <a:pt x="1338135" y="27940"/>
                </a:lnTo>
                <a:lnTo>
                  <a:pt x="1338135" y="97485"/>
                </a:lnTo>
                <a:lnTo>
                  <a:pt x="1348790" y="97485"/>
                </a:lnTo>
                <a:lnTo>
                  <a:pt x="1348790" y="54825"/>
                </a:lnTo>
                <a:lnTo>
                  <a:pt x="1347266" y="47218"/>
                </a:lnTo>
                <a:lnTo>
                  <a:pt x="1347266" y="25311"/>
                </a:lnTo>
                <a:lnTo>
                  <a:pt x="1383804" y="88341"/>
                </a:lnTo>
                <a:lnTo>
                  <a:pt x="1386852" y="91389"/>
                </a:lnTo>
                <a:lnTo>
                  <a:pt x="1389888" y="89865"/>
                </a:lnTo>
                <a:lnTo>
                  <a:pt x="1392936" y="86817"/>
                </a:lnTo>
                <a:close/>
              </a:path>
              <a:path w="2411729" h="1362075">
                <a:moveTo>
                  <a:pt x="2012530" y="1351051"/>
                </a:moveTo>
                <a:lnTo>
                  <a:pt x="1983600" y="1351051"/>
                </a:lnTo>
                <a:lnTo>
                  <a:pt x="1936407" y="1352575"/>
                </a:lnTo>
                <a:lnTo>
                  <a:pt x="1936407" y="1361719"/>
                </a:lnTo>
                <a:lnTo>
                  <a:pt x="1983600" y="1360195"/>
                </a:lnTo>
                <a:lnTo>
                  <a:pt x="2012530" y="1360195"/>
                </a:lnTo>
                <a:lnTo>
                  <a:pt x="2012530" y="1351051"/>
                </a:lnTo>
                <a:close/>
              </a:path>
              <a:path w="2411729" h="1362075">
                <a:moveTo>
                  <a:pt x="2117572" y="1355623"/>
                </a:moveTo>
                <a:lnTo>
                  <a:pt x="2116048" y="1344968"/>
                </a:lnTo>
                <a:lnTo>
                  <a:pt x="2102345" y="1346492"/>
                </a:lnTo>
                <a:lnTo>
                  <a:pt x="2079510" y="1348016"/>
                </a:lnTo>
                <a:lnTo>
                  <a:pt x="2041448" y="1349540"/>
                </a:lnTo>
                <a:lnTo>
                  <a:pt x="2041448" y="1358671"/>
                </a:lnTo>
                <a:lnTo>
                  <a:pt x="2079510" y="1357147"/>
                </a:lnTo>
                <a:lnTo>
                  <a:pt x="2103869" y="1355623"/>
                </a:lnTo>
                <a:lnTo>
                  <a:pt x="2117572" y="1355623"/>
                </a:lnTo>
                <a:close/>
              </a:path>
              <a:path w="2411729" h="1362075">
                <a:moveTo>
                  <a:pt x="2218042" y="1322120"/>
                </a:moveTo>
                <a:lnTo>
                  <a:pt x="2213470" y="1312976"/>
                </a:lnTo>
                <a:lnTo>
                  <a:pt x="2211959" y="1314500"/>
                </a:lnTo>
                <a:lnTo>
                  <a:pt x="2198255" y="1320596"/>
                </a:lnTo>
                <a:lnTo>
                  <a:pt x="2184552" y="1325168"/>
                </a:lnTo>
                <a:lnTo>
                  <a:pt x="2176945" y="1328204"/>
                </a:lnTo>
                <a:lnTo>
                  <a:pt x="2170849" y="1329728"/>
                </a:lnTo>
                <a:lnTo>
                  <a:pt x="2158669" y="1334300"/>
                </a:lnTo>
                <a:lnTo>
                  <a:pt x="2148014" y="1338872"/>
                </a:lnTo>
                <a:lnTo>
                  <a:pt x="2143455" y="1340396"/>
                </a:lnTo>
                <a:lnTo>
                  <a:pt x="2146490" y="1349540"/>
                </a:lnTo>
                <a:lnTo>
                  <a:pt x="2151062" y="1348016"/>
                </a:lnTo>
                <a:lnTo>
                  <a:pt x="2163241" y="1343444"/>
                </a:lnTo>
                <a:lnTo>
                  <a:pt x="2173897" y="1338872"/>
                </a:lnTo>
                <a:lnTo>
                  <a:pt x="2179980" y="1337348"/>
                </a:lnTo>
                <a:lnTo>
                  <a:pt x="2187600" y="1334300"/>
                </a:lnTo>
                <a:lnTo>
                  <a:pt x="2201303" y="1329728"/>
                </a:lnTo>
                <a:lnTo>
                  <a:pt x="2216518" y="1323644"/>
                </a:lnTo>
                <a:lnTo>
                  <a:pt x="2218042" y="1322120"/>
                </a:lnTo>
                <a:close/>
              </a:path>
              <a:path w="2411729" h="1362075">
                <a:moveTo>
                  <a:pt x="2291118" y="1244434"/>
                </a:moveTo>
                <a:lnTo>
                  <a:pt x="2283498" y="1239862"/>
                </a:lnTo>
                <a:lnTo>
                  <a:pt x="2280462" y="1244434"/>
                </a:lnTo>
                <a:lnTo>
                  <a:pt x="2272842" y="1256614"/>
                </a:lnTo>
                <a:lnTo>
                  <a:pt x="2265235" y="1265758"/>
                </a:lnTo>
                <a:lnTo>
                  <a:pt x="2257628" y="1276426"/>
                </a:lnTo>
                <a:lnTo>
                  <a:pt x="2248497" y="1285557"/>
                </a:lnTo>
                <a:lnTo>
                  <a:pt x="2242401" y="1290129"/>
                </a:lnTo>
                <a:lnTo>
                  <a:pt x="2236317" y="1296225"/>
                </a:lnTo>
                <a:lnTo>
                  <a:pt x="2242401" y="1303832"/>
                </a:lnTo>
                <a:lnTo>
                  <a:pt x="2248497" y="1297749"/>
                </a:lnTo>
                <a:lnTo>
                  <a:pt x="2254580" y="1293177"/>
                </a:lnTo>
                <a:lnTo>
                  <a:pt x="2272842" y="1271854"/>
                </a:lnTo>
                <a:lnTo>
                  <a:pt x="2288070" y="1250530"/>
                </a:lnTo>
                <a:lnTo>
                  <a:pt x="2291118" y="1244434"/>
                </a:lnTo>
                <a:close/>
              </a:path>
              <a:path w="2411729" h="1362075">
                <a:moveTo>
                  <a:pt x="2335263" y="1149997"/>
                </a:moveTo>
                <a:lnTo>
                  <a:pt x="2326132" y="1146949"/>
                </a:lnTo>
                <a:lnTo>
                  <a:pt x="2326132" y="1151521"/>
                </a:lnTo>
                <a:lnTo>
                  <a:pt x="2324608" y="1157617"/>
                </a:lnTo>
                <a:lnTo>
                  <a:pt x="2323084" y="1165225"/>
                </a:lnTo>
                <a:lnTo>
                  <a:pt x="2320036" y="1172845"/>
                </a:lnTo>
                <a:lnTo>
                  <a:pt x="2317000" y="1185024"/>
                </a:lnTo>
                <a:lnTo>
                  <a:pt x="2312428" y="1195692"/>
                </a:lnTo>
                <a:lnTo>
                  <a:pt x="2309380" y="1201788"/>
                </a:lnTo>
                <a:lnTo>
                  <a:pt x="2310904" y="1200264"/>
                </a:lnTo>
                <a:lnTo>
                  <a:pt x="2301773" y="1212443"/>
                </a:lnTo>
                <a:lnTo>
                  <a:pt x="2298725" y="1215491"/>
                </a:lnTo>
                <a:lnTo>
                  <a:pt x="2306345" y="1221587"/>
                </a:lnTo>
                <a:lnTo>
                  <a:pt x="2309380" y="1217015"/>
                </a:lnTo>
                <a:lnTo>
                  <a:pt x="2313952" y="1212443"/>
                </a:lnTo>
                <a:lnTo>
                  <a:pt x="2318512" y="1206360"/>
                </a:lnTo>
                <a:lnTo>
                  <a:pt x="2318512" y="1204836"/>
                </a:lnTo>
                <a:lnTo>
                  <a:pt x="2320798" y="1200264"/>
                </a:lnTo>
                <a:lnTo>
                  <a:pt x="2321560" y="1198740"/>
                </a:lnTo>
                <a:lnTo>
                  <a:pt x="2326132" y="1188072"/>
                </a:lnTo>
                <a:lnTo>
                  <a:pt x="2329180" y="1175893"/>
                </a:lnTo>
                <a:lnTo>
                  <a:pt x="2332215" y="1166749"/>
                </a:lnTo>
                <a:lnTo>
                  <a:pt x="2333739" y="1159141"/>
                </a:lnTo>
                <a:lnTo>
                  <a:pt x="2335263" y="1153045"/>
                </a:lnTo>
                <a:lnTo>
                  <a:pt x="2335263" y="1149997"/>
                </a:lnTo>
                <a:close/>
              </a:path>
              <a:path w="2411729" h="1362075">
                <a:moveTo>
                  <a:pt x="2358098" y="1047940"/>
                </a:moveTo>
                <a:lnTo>
                  <a:pt x="2347442" y="1044892"/>
                </a:lnTo>
                <a:lnTo>
                  <a:pt x="2342870" y="1066228"/>
                </a:lnTo>
                <a:lnTo>
                  <a:pt x="2339835" y="1078407"/>
                </a:lnTo>
                <a:lnTo>
                  <a:pt x="2336787" y="1089075"/>
                </a:lnTo>
                <a:lnTo>
                  <a:pt x="2335263" y="1098207"/>
                </a:lnTo>
                <a:lnTo>
                  <a:pt x="2332215" y="1113447"/>
                </a:lnTo>
                <a:lnTo>
                  <a:pt x="2332215" y="1118006"/>
                </a:lnTo>
                <a:lnTo>
                  <a:pt x="2330691" y="1119530"/>
                </a:lnTo>
                <a:lnTo>
                  <a:pt x="2341359" y="1121054"/>
                </a:lnTo>
                <a:lnTo>
                  <a:pt x="2341359" y="1114958"/>
                </a:lnTo>
                <a:lnTo>
                  <a:pt x="2345918" y="1092111"/>
                </a:lnTo>
                <a:lnTo>
                  <a:pt x="2348966" y="1081455"/>
                </a:lnTo>
                <a:lnTo>
                  <a:pt x="2352014" y="1069263"/>
                </a:lnTo>
                <a:lnTo>
                  <a:pt x="2358098" y="1047940"/>
                </a:lnTo>
                <a:close/>
              </a:path>
              <a:path w="2411729" h="1362075">
                <a:moveTo>
                  <a:pt x="2365705" y="942848"/>
                </a:moveTo>
                <a:lnTo>
                  <a:pt x="2356574" y="941324"/>
                </a:lnTo>
                <a:lnTo>
                  <a:pt x="2356574" y="945896"/>
                </a:lnTo>
                <a:lnTo>
                  <a:pt x="2355050" y="953503"/>
                </a:lnTo>
                <a:lnTo>
                  <a:pt x="2355050" y="971791"/>
                </a:lnTo>
                <a:lnTo>
                  <a:pt x="2353526" y="982446"/>
                </a:lnTo>
                <a:lnTo>
                  <a:pt x="2353526" y="993114"/>
                </a:lnTo>
                <a:lnTo>
                  <a:pt x="2352014" y="1006817"/>
                </a:lnTo>
                <a:lnTo>
                  <a:pt x="2352014" y="1017485"/>
                </a:lnTo>
                <a:lnTo>
                  <a:pt x="2361146" y="1019009"/>
                </a:lnTo>
                <a:lnTo>
                  <a:pt x="2361146" y="1006817"/>
                </a:lnTo>
                <a:lnTo>
                  <a:pt x="2362670" y="994638"/>
                </a:lnTo>
                <a:lnTo>
                  <a:pt x="2362670" y="982446"/>
                </a:lnTo>
                <a:lnTo>
                  <a:pt x="2364194" y="971791"/>
                </a:lnTo>
                <a:lnTo>
                  <a:pt x="2364194" y="962647"/>
                </a:lnTo>
                <a:lnTo>
                  <a:pt x="2365705" y="955027"/>
                </a:lnTo>
                <a:lnTo>
                  <a:pt x="2365705" y="942848"/>
                </a:lnTo>
                <a:close/>
              </a:path>
              <a:path w="2411729" h="1362075">
                <a:moveTo>
                  <a:pt x="2367229" y="837742"/>
                </a:moveTo>
                <a:lnTo>
                  <a:pt x="2358098" y="837742"/>
                </a:lnTo>
                <a:lnTo>
                  <a:pt x="2358098" y="913904"/>
                </a:lnTo>
                <a:lnTo>
                  <a:pt x="2367229" y="913904"/>
                </a:lnTo>
                <a:lnTo>
                  <a:pt x="2367229" y="837742"/>
                </a:lnTo>
                <a:close/>
              </a:path>
              <a:path w="2411729" h="1362075">
                <a:moveTo>
                  <a:pt x="2411374" y="831646"/>
                </a:moveTo>
                <a:lnTo>
                  <a:pt x="2367978" y="757021"/>
                </a:lnTo>
                <a:lnTo>
                  <a:pt x="2362670" y="747877"/>
                </a:lnTo>
                <a:lnTo>
                  <a:pt x="2313952" y="831646"/>
                </a:lnTo>
                <a:lnTo>
                  <a:pt x="2313952" y="834694"/>
                </a:lnTo>
                <a:lnTo>
                  <a:pt x="2315476" y="837742"/>
                </a:lnTo>
                <a:lnTo>
                  <a:pt x="2320036" y="837742"/>
                </a:lnTo>
                <a:lnTo>
                  <a:pt x="2323084" y="836218"/>
                </a:lnTo>
                <a:lnTo>
                  <a:pt x="2358098" y="775830"/>
                </a:lnTo>
                <a:lnTo>
                  <a:pt x="2358098" y="808799"/>
                </a:lnTo>
                <a:lnTo>
                  <a:pt x="2367229" y="808799"/>
                </a:lnTo>
                <a:lnTo>
                  <a:pt x="2367229" y="775830"/>
                </a:lnTo>
                <a:lnTo>
                  <a:pt x="2402243" y="836218"/>
                </a:lnTo>
                <a:lnTo>
                  <a:pt x="2405291" y="837742"/>
                </a:lnTo>
                <a:lnTo>
                  <a:pt x="2409863" y="837742"/>
                </a:lnTo>
                <a:lnTo>
                  <a:pt x="2411374" y="834694"/>
                </a:lnTo>
                <a:lnTo>
                  <a:pt x="2411374" y="83164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25"/>
              <a:t>결과</a:t>
            </a:r>
            <a:r>
              <a:rPr dirty="0" spc="-250"/>
              <a:t> </a:t>
            </a:r>
            <a:r>
              <a:rPr dirty="0">
                <a:latin typeface="Tw Cen MT"/>
                <a:cs typeface="Tw Cen MT"/>
              </a:rPr>
              <a:t>(</a:t>
            </a:r>
            <a:r>
              <a:rPr dirty="0" spc="-125">
                <a:latin typeface="Tw Cen MT"/>
                <a:cs typeface="Tw Cen MT"/>
              </a:rPr>
              <a:t> </a:t>
            </a:r>
            <a:r>
              <a:rPr dirty="0" spc="-505">
                <a:latin typeface="Tw Cen MT"/>
                <a:cs typeface="Tw Cen MT"/>
              </a:rPr>
              <a:t>inorder</a:t>
            </a:r>
            <a:r>
              <a:rPr dirty="0" spc="-505"/>
              <a:t>순회</a:t>
            </a:r>
            <a:r>
              <a:rPr dirty="0" spc="-280"/>
              <a:t> </a:t>
            </a:r>
            <a:r>
              <a:rPr dirty="0">
                <a:latin typeface="Tw Cen MT"/>
                <a:cs typeface="Tw Cen MT"/>
              </a:rPr>
              <a:t>LVR</a:t>
            </a:r>
            <a:r>
              <a:rPr dirty="0" spc="-40">
                <a:latin typeface="Tw Cen MT"/>
                <a:cs typeface="Tw Cen MT"/>
              </a:rPr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9687" y="1949665"/>
            <a:ext cx="3526154" cy="704215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305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6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B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G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6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D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-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&gt; 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600" spc="-5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46300" y="3244176"/>
            <a:ext cx="1403985" cy="1170305"/>
            <a:chOff x="2146300" y="3244176"/>
            <a:chExt cx="1403985" cy="11703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9686" y="3251504"/>
              <a:ext cx="465836" cy="4330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79686" y="3248939"/>
              <a:ext cx="466090" cy="436245"/>
            </a:xfrm>
            <a:custGeom>
              <a:avLst/>
              <a:gdLst/>
              <a:ahLst/>
              <a:cxnLst/>
              <a:rect l="l" t="t" r="r" b="b"/>
              <a:pathLst>
                <a:path w="466089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640" y="4423"/>
                  </a:lnTo>
                  <a:lnTo>
                    <a:pt x="323259" y="17112"/>
                  </a:lnTo>
                  <a:lnTo>
                    <a:pt x="362810" y="37190"/>
                  </a:lnTo>
                  <a:lnTo>
                    <a:pt x="397330" y="63784"/>
                  </a:lnTo>
                  <a:lnTo>
                    <a:pt x="425856" y="96018"/>
                  </a:lnTo>
                  <a:lnTo>
                    <a:pt x="447425" y="133018"/>
                  </a:lnTo>
                  <a:lnTo>
                    <a:pt x="461072" y="173909"/>
                  </a:lnTo>
                  <a:lnTo>
                    <a:pt x="465836" y="217817"/>
                  </a:lnTo>
                  <a:lnTo>
                    <a:pt x="461072" y="261725"/>
                  </a:lnTo>
                  <a:lnTo>
                    <a:pt x="447425" y="302616"/>
                  </a:lnTo>
                  <a:lnTo>
                    <a:pt x="425856" y="339617"/>
                  </a:lnTo>
                  <a:lnTo>
                    <a:pt x="397330" y="371851"/>
                  </a:lnTo>
                  <a:lnTo>
                    <a:pt x="362810" y="398444"/>
                  </a:lnTo>
                  <a:lnTo>
                    <a:pt x="323259" y="418523"/>
                  </a:lnTo>
                  <a:lnTo>
                    <a:pt x="279640" y="431211"/>
                  </a:lnTo>
                  <a:lnTo>
                    <a:pt x="232917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1062" y="3977805"/>
              <a:ext cx="464312" cy="431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51062" y="3975506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19" h="434339">
                  <a:moveTo>
                    <a:pt x="0" y="217805"/>
                  </a:moveTo>
                  <a:lnTo>
                    <a:pt x="4700" y="173901"/>
                  </a:lnTo>
                  <a:lnTo>
                    <a:pt x="18196" y="133013"/>
                  </a:lnTo>
                  <a:lnTo>
                    <a:pt x="39577" y="96015"/>
                  </a:lnTo>
                  <a:lnTo>
                    <a:pt x="67933" y="63782"/>
                  </a:lnTo>
                  <a:lnTo>
                    <a:pt x="102355" y="37189"/>
                  </a:lnTo>
                  <a:lnTo>
                    <a:pt x="141933" y="17112"/>
                  </a:lnTo>
                  <a:lnTo>
                    <a:pt x="185757" y="4423"/>
                  </a:lnTo>
                  <a:lnTo>
                    <a:pt x="232918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89"/>
                  </a:lnTo>
                  <a:lnTo>
                    <a:pt x="396568" y="63782"/>
                  </a:lnTo>
                  <a:lnTo>
                    <a:pt x="424814" y="96015"/>
                  </a:lnTo>
                  <a:lnTo>
                    <a:pt x="446139" y="133013"/>
                  </a:lnTo>
                  <a:lnTo>
                    <a:pt x="459614" y="173901"/>
                  </a:lnTo>
                  <a:lnTo>
                    <a:pt x="464312" y="217805"/>
                  </a:lnTo>
                  <a:lnTo>
                    <a:pt x="459614" y="261647"/>
                  </a:lnTo>
                  <a:lnTo>
                    <a:pt x="446139" y="302366"/>
                  </a:lnTo>
                  <a:lnTo>
                    <a:pt x="424814" y="339122"/>
                  </a:lnTo>
                  <a:lnTo>
                    <a:pt x="396568" y="371076"/>
                  </a:lnTo>
                  <a:lnTo>
                    <a:pt x="362328" y="397390"/>
                  </a:lnTo>
                  <a:lnTo>
                    <a:pt x="323021" y="417224"/>
                  </a:lnTo>
                  <a:lnTo>
                    <a:pt x="279575" y="429740"/>
                  </a:lnTo>
                  <a:lnTo>
                    <a:pt x="232918" y="434098"/>
                  </a:lnTo>
                  <a:lnTo>
                    <a:pt x="185757" y="429740"/>
                  </a:lnTo>
                  <a:lnTo>
                    <a:pt x="141933" y="417224"/>
                  </a:lnTo>
                  <a:lnTo>
                    <a:pt x="102355" y="397390"/>
                  </a:lnTo>
                  <a:lnTo>
                    <a:pt x="67933" y="371076"/>
                  </a:lnTo>
                  <a:lnTo>
                    <a:pt x="39577" y="339122"/>
                  </a:lnTo>
                  <a:lnTo>
                    <a:pt x="18196" y="302366"/>
                  </a:lnTo>
                  <a:lnTo>
                    <a:pt x="4700" y="261647"/>
                  </a:lnTo>
                  <a:lnTo>
                    <a:pt x="0" y="21780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279642" y="3987406"/>
            <a:ext cx="2076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63712" y="3970744"/>
            <a:ext cx="2893060" cy="1124585"/>
            <a:chOff x="1663712" y="3970744"/>
            <a:chExt cx="2893060" cy="11245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7469" y="3977805"/>
              <a:ext cx="464312" cy="431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87469" y="3975506"/>
              <a:ext cx="464820" cy="434340"/>
            </a:xfrm>
            <a:custGeom>
              <a:avLst/>
              <a:gdLst/>
              <a:ahLst/>
              <a:cxnLst/>
              <a:rect l="l" t="t" r="r" b="b"/>
              <a:pathLst>
                <a:path w="464820" h="434339">
                  <a:moveTo>
                    <a:pt x="0" y="217805"/>
                  </a:moveTo>
                  <a:lnTo>
                    <a:pt x="4763" y="173901"/>
                  </a:lnTo>
                  <a:lnTo>
                    <a:pt x="18410" y="133013"/>
                  </a:lnTo>
                  <a:lnTo>
                    <a:pt x="39979" y="96015"/>
                  </a:lnTo>
                  <a:lnTo>
                    <a:pt x="68505" y="63782"/>
                  </a:lnTo>
                  <a:lnTo>
                    <a:pt x="103025" y="37189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89"/>
                  </a:lnTo>
                  <a:lnTo>
                    <a:pt x="396568" y="63782"/>
                  </a:lnTo>
                  <a:lnTo>
                    <a:pt x="424814" y="96015"/>
                  </a:lnTo>
                  <a:lnTo>
                    <a:pt x="446139" y="133013"/>
                  </a:lnTo>
                  <a:lnTo>
                    <a:pt x="459614" y="173901"/>
                  </a:lnTo>
                  <a:lnTo>
                    <a:pt x="464312" y="217805"/>
                  </a:lnTo>
                  <a:lnTo>
                    <a:pt x="459614" y="261647"/>
                  </a:lnTo>
                  <a:lnTo>
                    <a:pt x="446139" y="302366"/>
                  </a:lnTo>
                  <a:lnTo>
                    <a:pt x="424814" y="339122"/>
                  </a:lnTo>
                  <a:lnTo>
                    <a:pt x="396568" y="371076"/>
                  </a:lnTo>
                  <a:lnTo>
                    <a:pt x="362328" y="397390"/>
                  </a:lnTo>
                  <a:lnTo>
                    <a:pt x="323021" y="417224"/>
                  </a:lnTo>
                  <a:lnTo>
                    <a:pt x="279575" y="429740"/>
                  </a:lnTo>
                  <a:lnTo>
                    <a:pt x="232917" y="434098"/>
                  </a:lnTo>
                  <a:lnTo>
                    <a:pt x="186195" y="429740"/>
                  </a:lnTo>
                  <a:lnTo>
                    <a:pt x="142576" y="417224"/>
                  </a:lnTo>
                  <a:lnTo>
                    <a:pt x="103025" y="397390"/>
                  </a:lnTo>
                  <a:lnTo>
                    <a:pt x="68505" y="371076"/>
                  </a:lnTo>
                  <a:lnTo>
                    <a:pt x="39979" y="339122"/>
                  </a:lnTo>
                  <a:lnTo>
                    <a:pt x="18410" y="302366"/>
                  </a:lnTo>
                  <a:lnTo>
                    <a:pt x="4763" y="261647"/>
                  </a:lnTo>
                  <a:lnTo>
                    <a:pt x="0" y="21780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8475" y="4657394"/>
              <a:ext cx="464312" cy="4330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68475" y="4654842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19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2" y="217817"/>
                  </a:lnTo>
                  <a:lnTo>
                    <a:pt x="459548" y="261725"/>
                  </a:lnTo>
                  <a:lnTo>
                    <a:pt x="445901" y="302615"/>
                  </a:lnTo>
                  <a:lnTo>
                    <a:pt x="424332" y="339613"/>
                  </a:lnTo>
                  <a:lnTo>
                    <a:pt x="395806" y="371844"/>
                  </a:lnTo>
                  <a:lnTo>
                    <a:pt x="361286" y="398436"/>
                  </a:lnTo>
                  <a:lnTo>
                    <a:pt x="321735" y="418512"/>
                  </a:lnTo>
                  <a:lnTo>
                    <a:pt x="278116" y="431199"/>
                  </a:lnTo>
                  <a:lnTo>
                    <a:pt x="231394" y="435622"/>
                  </a:lnTo>
                  <a:lnTo>
                    <a:pt x="184736" y="431199"/>
                  </a:lnTo>
                  <a:lnTo>
                    <a:pt x="141290" y="418512"/>
                  </a:lnTo>
                  <a:lnTo>
                    <a:pt x="101983" y="398436"/>
                  </a:lnTo>
                  <a:lnTo>
                    <a:pt x="67743" y="371844"/>
                  </a:lnTo>
                  <a:lnTo>
                    <a:pt x="39497" y="339613"/>
                  </a:lnTo>
                  <a:lnTo>
                    <a:pt x="18172" y="302615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797847" y="4667345"/>
            <a:ext cx="2051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59520" y="3615842"/>
            <a:ext cx="3080385" cy="1479550"/>
            <a:chOff x="2059520" y="3615842"/>
            <a:chExt cx="3080385" cy="14795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6685" y="4657394"/>
              <a:ext cx="464312" cy="4330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36685" y="4654842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19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2" y="217817"/>
                  </a:lnTo>
                  <a:lnTo>
                    <a:pt x="459611" y="261725"/>
                  </a:lnTo>
                  <a:lnTo>
                    <a:pt x="446115" y="302615"/>
                  </a:lnTo>
                  <a:lnTo>
                    <a:pt x="424734" y="339613"/>
                  </a:lnTo>
                  <a:lnTo>
                    <a:pt x="396378" y="371844"/>
                  </a:lnTo>
                  <a:lnTo>
                    <a:pt x="361956" y="398436"/>
                  </a:lnTo>
                  <a:lnTo>
                    <a:pt x="322378" y="418512"/>
                  </a:lnTo>
                  <a:lnTo>
                    <a:pt x="278554" y="431199"/>
                  </a:lnTo>
                  <a:lnTo>
                    <a:pt x="231394" y="435622"/>
                  </a:lnTo>
                  <a:lnTo>
                    <a:pt x="184736" y="431199"/>
                  </a:lnTo>
                  <a:lnTo>
                    <a:pt x="141290" y="418512"/>
                  </a:lnTo>
                  <a:lnTo>
                    <a:pt x="101983" y="398436"/>
                  </a:lnTo>
                  <a:lnTo>
                    <a:pt x="67743" y="371844"/>
                  </a:lnTo>
                  <a:lnTo>
                    <a:pt x="39497" y="339613"/>
                  </a:lnTo>
                  <a:lnTo>
                    <a:pt x="18172" y="302615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6177" y="4657394"/>
              <a:ext cx="465836" cy="4330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56177" y="4654842"/>
              <a:ext cx="466090" cy="436245"/>
            </a:xfrm>
            <a:custGeom>
              <a:avLst/>
              <a:gdLst/>
              <a:ahLst/>
              <a:cxnLst/>
              <a:rect l="l" t="t" r="r" b="b"/>
              <a:pathLst>
                <a:path w="466089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640" y="4423"/>
                  </a:lnTo>
                  <a:lnTo>
                    <a:pt x="323259" y="17112"/>
                  </a:lnTo>
                  <a:lnTo>
                    <a:pt x="362810" y="37190"/>
                  </a:lnTo>
                  <a:lnTo>
                    <a:pt x="397330" y="63784"/>
                  </a:lnTo>
                  <a:lnTo>
                    <a:pt x="425856" y="96018"/>
                  </a:lnTo>
                  <a:lnTo>
                    <a:pt x="447425" y="133018"/>
                  </a:lnTo>
                  <a:lnTo>
                    <a:pt x="461072" y="173909"/>
                  </a:lnTo>
                  <a:lnTo>
                    <a:pt x="465836" y="217817"/>
                  </a:lnTo>
                  <a:lnTo>
                    <a:pt x="461072" y="261725"/>
                  </a:lnTo>
                  <a:lnTo>
                    <a:pt x="447425" y="302615"/>
                  </a:lnTo>
                  <a:lnTo>
                    <a:pt x="425856" y="339613"/>
                  </a:lnTo>
                  <a:lnTo>
                    <a:pt x="397330" y="371844"/>
                  </a:lnTo>
                  <a:lnTo>
                    <a:pt x="362810" y="398436"/>
                  </a:lnTo>
                  <a:lnTo>
                    <a:pt x="323259" y="418512"/>
                  </a:lnTo>
                  <a:lnTo>
                    <a:pt x="279640" y="431199"/>
                  </a:lnTo>
                  <a:lnTo>
                    <a:pt x="232917" y="435622"/>
                  </a:lnTo>
                  <a:lnTo>
                    <a:pt x="186195" y="431199"/>
                  </a:lnTo>
                  <a:lnTo>
                    <a:pt x="142576" y="418512"/>
                  </a:lnTo>
                  <a:lnTo>
                    <a:pt x="103025" y="398436"/>
                  </a:lnTo>
                  <a:lnTo>
                    <a:pt x="68505" y="371844"/>
                  </a:lnTo>
                  <a:lnTo>
                    <a:pt x="39979" y="339613"/>
                  </a:lnTo>
                  <a:lnTo>
                    <a:pt x="18410" y="302615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0526" y="4657394"/>
              <a:ext cx="464312" cy="4330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64283" y="3620604"/>
              <a:ext cx="3070860" cy="1470025"/>
            </a:xfrm>
            <a:custGeom>
              <a:avLst/>
              <a:gdLst/>
              <a:ahLst/>
              <a:cxnLst/>
              <a:rect l="l" t="t" r="r" b="b"/>
              <a:pathLst>
                <a:path w="3070860" h="1470025">
                  <a:moveTo>
                    <a:pt x="2606243" y="1252054"/>
                  </a:moveTo>
                  <a:lnTo>
                    <a:pt x="2610940" y="1208146"/>
                  </a:lnTo>
                  <a:lnTo>
                    <a:pt x="2624415" y="1167255"/>
                  </a:lnTo>
                  <a:lnTo>
                    <a:pt x="2645740" y="1130255"/>
                  </a:lnTo>
                  <a:lnTo>
                    <a:pt x="2673986" y="1098021"/>
                  </a:lnTo>
                  <a:lnTo>
                    <a:pt x="2708227" y="1071427"/>
                  </a:lnTo>
                  <a:lnTo>
                    <a:pt x="2747534" y="1051349"/>
                  </a:lnTo>
                  <a:lnTo>
                    <a:pt x="2790980" y="1038661"/>
                  </a:lnTo>
                  <a:lnTo>
                    <a:pt x="2837637" y="1034237"/>
                  </a:lnTo>
                  <a:lnTo>
                    <a:pt x="2884797" y="1038661"/>
                  </a:lnTo>
                  <a:lnTo>
                    <a:pt x="2928621" y="1051349"/>
                  </a:lnTo>
                  <a:lnTo>
                    <a:pt x="2968199" y="1071427"/>
                  </a:lnTo>
                  <a:lnTo>
                    <a:pt x="3002621" y="1098021"/>
                  </a:lnTo>
                  <a:lnTo>
                    <a:pt x="3030977" y="1130255"/>
                  </a:lnTo>
                  <a:lnTo>
                    <a:pt x="3052358" y="1167255"/>
                  </a:lnTo>
                  <a:lnTo>
                    <a:pt x="3065854" y="1208146"/>
                  </a:lnTo>
                  <a:lnTo>
                    <a:pt x="3070555" y="1252054"/>
                  </a:lnTo>
                  <a:lnTo>
                    <a:pt x="3065854" y="1295962"/>
                  </a:lnTo>
                  <a:lnTo>
                    <a:pt x="3052358" y="1336852"/>
                  </a:lnTo>
                  <a:lnTo>
                    <a:pt x="3030977" y="1373850"/>
                  </a:lnTo>
                  <a:lnTo>
                    <a:pt x="3002621" y="1406082"/>
                  </a:lnTo>
                  <a:lnTo>
                    <a:pt x="2968199" y="1432673"/>
                  </a:lnTo>
                  <a:lnTo>
                    <a:pt x="2928621" y="1452749"/>
                  </a:lnTo>
                  <a:lnTo>
                    <a:pt x="2884797" y="1465436"/>
                  </a:lnTo>
                  <a:lnTo>
                    <a:pt x="2837637" y="1469859"/>
                  </a:lnTo>
                  <a:lnTo>
                    <a:pt x="2790980" y="1465436"/>
                  </a:lnTo>
                  <a:lnTo>
                    <a:pt x="2747534" y="1452749"/>
                  </a:lnTo>
                  <a:lnTo>
                    <a:pt x="2708227" y="1432673"/>
                  </a:lnTo>
                  <a:lnTo>
                    <a:pt x="2673986" y="1406082"/>
                  </a:lnTo>
                  <a:lnTo>
                    <a:pt x="2645740" y="1373850"/>
                  </a:lnTo>
                  <a:lnTo>
                    <a:pt x="2624415" y="1336852"/>
                  </a:lnTo>
                  <a:lnTo>
                    <a:pt x="2610940" y="1295962"/>
                  </a:lnTo>
                  <a:lnTo>
                    <a:pt x="2606243" y="1252054"/>
                  </a:lnTo>
                </a:path>
                <a:path w="3070860" h="1470025">
                  <a:moveTo>
                    <a:pt x="1083906" y="0"/>
                  </a:moveTo>
                  <a:lnTo>
                    <a:pt x="482587" y="418871"/>
                  </a:lnTo>
                </a:path>
                <a:path w="3070860" h="1470025">
                  <a:moveTo>
                    <a:pt x="1411211" y="0"/>
                  </a:moveTo>
                  <a:lnTo>
                    <a:pt x="2091690" y="418871"/>
                  </a:lnTo>
                </a:path>
                <a:path w="3070860" h="1470025">
                  <a:moveTo>
                    <a:pt x="155282" y="726554"/>
                  </a:moveTo>
                  <a:lnTo>
                    <a:pt x="0" y="1098207"/>
                  </a:lnTo>
                </a:path>
                <a:path w="3070860" h="1470025">
                  <a:moveTo>
                    <a:pt x="482587" y="726554"/>
                  </a:moveTo>
                  <a:lnTo>
                    <a:pt x="639381" y="1098207"/>
                  </a:lnTo>
                </a:path>
                <a:path w="3070860" h="1470025">
                  <a:moveTo>
                    <a:pt x="2091690" y="726554"/>
                  </a:moveTo>
                  <a:lnTo>
                    <a:pt x="1889213" y="1098207"/>
                  </a:lnTo>
                </a:path>
                <a:path w="3070860" h="1470025">
                  <a:moveTo>
                    <a:pt x="2420518" y="726554"/>
                  </a:moveTo>
                  <a:lnTo>
                    <a:pt x="2674747" y="109820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601008" y="4317731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37087" y="3637058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4909" y="4261149"/>
            <a:ext cx="20256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07657" y="3002400"/>
            <a:ext cx="5207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300990">
              <a:lnSpc>
                <a:spcPts val="2820"/>
              </a:lnSpc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37097" y="4261149"/>
            <a:ext cx="25717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5715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15892" y="3579926"/>
            <a:ext cx="1968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07829" y="4180625"/>
            <a:ext cx="232410" cy="8782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81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61235" y="3661727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8516" y="1322120"/>
                </a:moveTo>
                <a:lnTo>
                  <a:pt x="41109" y="1320596"/>
                </a:lnTo>
                <a:lnTo>
                  <a:pt x="42633" y="1322120"/>
                </a:lnTo>
                <a:lnTo>
                  <a:pt x="36537" y="1320596"/>
                </a:lnTo>
                <a:lnTo>
                  <a:pt x="38061" y="1320596"/>
                </a:lnTo>
                <a:lnTo>
                  <a:pt x="35013" y="1319072"/>
                </a:lnTo>
                <a:lnTo>
                  <a:pt x="31978" y="1317548"/>
                </a:lnTo>
                <a:lnTo>
                  <a:pt x="33502" y="1319072"/>
                </a:lnTo>
                <a:lnTo>
                  <a:pt x="28930" y="1316024"/>
                </a:lnTo>
                <a:lnTo>
                  <a:pt x="24358" y="1311452"/>
                </a:lnTo>
                <a:lnTo>
                  <a:pt x="16751" y="1300797"/>
                </a:lnTo>
                <a:lnTo>
                  <a:pt x="10668" y="1296225"/>
                </a:lnTo>
                <a:lnTo>
                  <a:pt x="6096" y="1291653"/>
                </a:lnTo>
                <a:lnTo>
                  <a:pt x="0" y="1299273"/>
                </a:lnTo>
                <a:lnTo>
                  <a:pt x="27406" y="1326692"/>
                </a:lnTo>
                <a:lnTo>
                  <a:pt x="28930" y="1326692"/>
                </a:lnTo>
                <a:lnTo>
                  <a:pt x="33502" y="1329740"/>
                </a:lnTo>
                <a:lnTo>
                  <a:pt x="35013" y="1329740"/>
                </a:lnTo>
                <a:lnTo>
                  <a:pt x="41109" y="1331264"/>
                </a:lnTo>
                <a:lnTo>
                  <a:pt x="68516" y="1331264"/>
                </a:lnTo>
                <a:lnTo>
                  <a:pt x="68516" y="1322120"/>
                </a:lnTo>
                <a:close/>
              </a:path>
              <a:path w="2411729" h="1362075">
                <a:moveTo>
                  <a:pt x="173545" y="1325168"/>
                </a:moveTo>
                <a:lnTo>
                  <a:pt x="172034" y="1316024"/>
                </a:lnTo>
                <a:lnTo>
                  <a:pt x="167462" y="1316024"/>
                </a:lnTo>
                <a:lnTo>
                  <a:pt x="135496" y="1319072"/>
                </a:lnTo>
                <a:lnTo>
                  <a:pt x="105041" y="1320596"/>
                </a:lnTo>
                <a:lnTo>
                  <a:pt x="95910" y="1320596"/>
                </a:lnTo>
                <a:lnTo>
                  <a:pt x="95910" y="1331264"/>
                </a:lnTo>
                <a:lnTo>
                  <a:pt x="105041" y="1329740"/>
                </a:lnTo>
                <a:lnTo>
                  <a:pt x="137020" y="1328216"/>
                </a:lnTo>
                <a:lnTo>
                  <a:pt x="167462" y="1325168"/>
                </a:lnTo>
                <a:lnTo>
                  <a:pt x="173545" y="1325168"/>
                </a:lnTo>
                <a:close/>
              </a:path>
              <a:path w="2411729" h="1362075">
                <a:moveTo>
                  <a:pt x="277075" y="1311452"/>
                </a:moveTo>
                <a:lnTo>
                  <a:pt x="275551" y="1300797"/>
                </a:lnTo>
                <a:lnTo>
                  <a:pt x="260324" y="1303845"/>
                </a:lnTo>
                <a:lnTo>
                  <a:pt x="199428" y="1312976"/>
                </a:lnTo>
                <a:lnTo>
                  <a:pt x="200952" y="1322120"/>
                </a:lnTo>
                <a:lnTo>
                  <a:pt x="261848" y="1312976"/>
                </a:lnTo>
                <a:lnTo>
                  <a:pt x="277075" y="1311452"/>
                </a:lnTo>
                <a:close/>
              </a:path>
              <a:path w="2411729" h="1362075">
                <a:moveTo>
                  <a:pt x="363842" y="1253578"/>
                </a:moveTo>
                <a:lnTo>
                  <a:pt x="357759" y="1245958"/>
                </a:lnTo>
                <a:lnTo>
                  <a:pt x="350139" y="1255102"/>
                </a:lnTo>
                <a:lnTo>
                  <a:pt x="339483" y="1264234"/>
                </a:lnTo>
                <a:lnTo>
                  <a:pt x="309041" y="1290129"/>
                </a:lnTo>
                <a:lnTo>
                  <a:pt x="301421" y="1294701"/>
                </a:lnTo>
                <a:lnTo>
                  <a:pt x="305993" y="1303845"/>
                </a:lnTo>
                <a:lnTo>
                  <a:pt x="309041" y="1302321"/>
                </a:lnTo>
                <a:lnTo>
                  <a:pt x="315125" y="1297749"/>
                </a:lnTo>
                <a:lnTo>
                  <a:pt x="325780" y="1290129"/>
                </a:lnTo>
                <a:lnTo>
                  <a:pt x="347103" y="1271854"/>
                </a:lnTo>
                <a:lnTo>
                  <a:pt x="356235" y="1261198"/>
                </a:lnTo>
                <a:lnTo>
                  <a:pt x="363842" y="1253578"/>
                </a:lnTo>
                <a:close/>
              </a:path>
              <a:path w="2411729" h="1362075">
                <a:moveTo>
                  <a:pt x="411035" y="1160665"/>
                </a:moveTo>
                <a:lnTo>
                  <a:pt x="403428" y="1154569"/>
                </a:lnTo>
                <a:lnTo>
                  <a:pt x="403428" y="1156093"/>
                </a:lnTo>
                <a:lnTo>
                  <a:pt x="400380" y="1159141"/>
                </a:lnTo>
                <a:lnTo>
                  <a:pt x="397332" y="1163713"/>
                </a:lnTo>
                <a:lnTo>
                  <a:pt x="394284" y="1169797"/>
                </a:lnTo>
                <a:lnTo>
                  <a:pt x="391248" y="1174369"/>
                </a:lnTo>
                <a:lnTo>
                  <a:pt x="385152" y="1186561"/>
                </a:lnTo>
                <a:lnTo>
                  <a:pt x="379069" y="1194168"/>
                </a:lnTo>
                <a:lnTo>
                  <a:pt x="376021" y="1200264"/>
                </a:lnTo>
                <a:lnTo>
                  <a:pt x="374497" y="1206360"/>
                </a:lnTo>
                <a:lnTo>
                  <a:pt x="369938" y="1217015"/>
                </a:lnTo>
                <a:lnTo>
                  <a:pt x="368414" y="1224635"/>
                </a:lnTo>
                <a:lnTo>
                  <a:pt x="377545" y="1226159"/>
                </a:lnTo>
                <a:lnTo>
                  <a:pt x="379069" y="1220063"/>
                </a:lnTo>
                <a:lnTo>
                  <a:pt x="383628" y="1209408"/>
                </a:lnTo>
                <a:lnTo>
                  <a:pt x="385152" y="1203312"/>
                </a:lnTo>
                <a:lnTo>
                  <a:pt x="388200" y="1198740"/>
                </a:lnTo>
                <a:lnTo>
                  <a:pt x="392772" y="1191133"/>
                </a:lnTo>
                <a:lnTo>
                  <a:pt x="395808" y="1185037"/>
                </a:lnTo>
                <a:lnTo>
                  <a:pt x="400380" y="1178941"/>
                </a:lnTo>
                <a:lnTo>
                  <a:pt x="401904" y="1175893"/>
                </a:lnTo>
                <a:lnTo>
                  <a:pt x="404952" y="1171321"/>
                </a:lnTo>
                <a:lnTo>
                  <a:pt x="407987" y="1165237"/>
                </a:lnTo>
                <a:lnTo>
                  <a:pt x="411035" y="1160665"/>
                </a:lnTo>
                <a:close/>
              </a:path>
              <a:path w="2411729" h="1362075">
                <a:moveTo>
                  <a:pt x="446049" y="1060132"/>
                </a:moveTo>
                <a:lnTo>
                  <a:pt x="436918" y="1058608"/>
                </a:lnTo>
                <a:lnTo>
                  <a:pt x="432346" y="1073835"/>
                </a:lnTo>
                <a:lnTo>
                  <a:pt x="418642" y="1131722"/>
                </a:lnTo>
                <a:lnTo>
                  <a:pt x="427786" y="1134770"/>
                </a:lnTo>
                <a:lnTo>
                  <a:pt x="441477" y="1075359"/>
                </a:lnTo>
                <a:lnTo>
                  <a:pt x="446049" y="1060132"/>
                </a:lnTo>
                <a:close/>
              </a:path>
              <a:path w="2411729" h="1362075">
                <a:moveTo>
                  <a:pt x="455180" y="927620"/>
                </a:moveTo>
                <a:lnTo>
                  <a:pt x="453656" y="918476"/>
                </a:lnTo>
                <a:lnTo>
                  <a:pt x="452145" y="878878"/>
                </a:lnTo>
                <a:lnTo>
                  <a:pt x="450621" y="851458"/>
                </a:lnTo>
                <a:lnTo>
                  <a:pt x="441477" y="851458"/>
                </a:lnTo>
                <a:lnTo>
                  <a:pt x="443001" y="878878"/>
                </a:lnTo>
                <a:lnTo>
                  <a:pt x="444525" y="918476"/>
                </a:lnTo>
                <a:lnTo>
                  <a:pt x="444525" y="927620"/>
                </a:lnTo>
                <a:lnTo>
                  <a:pt x="455180" y="927620"/>
                </a:lnTo>
                <a:close/>
              </a:path>
              <a:path w="2411729" h="1362075">
                <a:moveTo>
                  <a:pt x="456704" y="999210"/>
                </a:moveTo>
                <a:lnTo>
                  <a:pt x="447573" y="999210"/>
                </a:lnTo>
                <a:lnTo>
                  <a:pt x="447294" y="999210"/>
                </a:lnTo>
                <a:lnTo>
                  <a:pt x="441477" y="1031189"/>
                </a:lnTo>
                <a:lnTo>
                  <a:pt x="452145" y="1032713"/>
                </a:lnTo>
                <a:lnTo>
                  <a:pt x="456704" y="999210"/>
                </a:lnTo>
                <a:close/>
              </a:path>
              <a:path w="2411729" h="1362075">
                <a:moveTo>
                  <a:pt x="456704" y="997953"/>
                </a:moveTo>
                <a:lnTo>
                  <a:pt x="455180" y="958075"/>
                </a:lnTo>
                <a:lnTo>
                  <a:pt x="455180" y="956551"/>
                </a:lnTo>
                <a:lnTo>
                  <a:pt x="446049" y="956551"/>
                </a:lnTo>
                <a:lnTo>
                  <a:pt x="446049" y="958075"/>
                </a:lnTo>
                <a:lnTo>
                  <a:pt x="447573" y="997686"/>
                </a:lnTo>
                <a:lnTo>
                  <a:pt x="447573" y="997953"/>
                </a:lnTo>
                <a:lnTo>
                  <a:pt x="456704" y="997953"/>
                </a:lnTo>
                <a:close/>
              </a:path>
              <a:path w="2411729" h="1362075">
                <a:moveTo>
                  <a:pt x="511505" y="776820"/>
                </a:moveTo>
                <a:lnTo>
                  <a:pt x="509993" y="773798"/>
                </a:lnTo>
                <a:lnTo>
                  <a:pt x="506945" y="772248"/>
                </a:lnTo>
                <a:lnTo>
                  <a:pt x="435394" y="753478"/>
                </a:lnTo>
                <a:lnTo>
                  <a:pt x="435394" y="781392"/>
                </a:lnTo>
                <a:lnTo>
                  <a:pt x="435394" y="789000"/>
                </a:lnTo>
                <a:lnTo>
                  <a:pt x="431584" y="773798"/>
                </a:lnTo>
                <a:lnTo>
                  <a:pt x="435394" y="781392"/>
                </a:lnTo>
                <a:lnTo>
                  <a:pt x="435394" y="753478"/>
                </a:lnTo>
                <a:lnTo>
                  <a:pt x="432346" y="752678"/>
                </a:lnTo>
                <a:lnTo>
                  <a:pt x="432346" y="772248"/>
                </a:lnTo>
                <a:lnTo>
                  <a:pt x="431203" y="772248"/>
                </a:lnTo>
                <a:lnTo>
                  <a:pt x="431038" y="771601"/>
                </a:lnTo>
                <a:lnTo>
                  <a:pt x="432346" y="772248"/>
                </a:lnTo>
                <a:lnTo>
                  <a:pt x="432346" y="752678"/>
                </a:lnTo>
                <a:lnTo>
                  <a:pt x="426262" y="751078"/>
                </a:lnTo>
                <a:lnTo>
                  <a:pt x="426262" y="752462"/>
                </a:lnTo>
                <a:lnTo>
                  <a:pt x="420166" y="758545"/>
                </a:lnTo>
                <a:lnTo>
                  <a:pt x="426250" y="752462"/>
                </a:lnTo>
                <a:lnTo>
                  <a:pt x="426262" y="751078"/>
                </a:lnTo>
                <a:lnTo>
                  <a:pt x="425691" y="750925"/>
                </a:lnTo>
                <a:lnTo>
                  <a:pt x="414083" y="747877"/>
                </a:lnTo>
                <a:lnTo>
                  <a:pt x="438442" y="840790"/>
                </a:lnTo>
                <a:lnTo>
                  <a:pt x="441477" y="843838"/>
                </a:lnTo>
                <a:lnTo>
                  <a:pt x="444525" y="843838"/>
                </a:lnTo>
                <a:lnTo>
                  <a:pt x="447573" y="842314"/>
                </a:lnTo>
                <a:lnTo>
                  <a:pt x="447573" y="837742"/>
                </a:lnTo>
                <a:lnTo>
                  <a:pt x="444144" y="824039"/>
                </a:lnTo>
                <a:lnTo>
                  <a:pt x="443915" y="823125"/>
                </a:lnTo>
                <a:lnTo>
                  <a:pt x="447573" y="822515"/>
                </a:lnTo>
                <a:lnTo>
                  <a:pt x="447573" y="814895"/>
                </a:lnTo>
                <a:lnTo>
                  <a:pt x="446049" y="805764"/>
                </a:lnTo>
                <a:lnTo>
                  <a:pt x="446049" y="790524"/>
                </a:lnTo>
                <a:lnTo>
                  <a:pt x="444525" y="784440"/>
                </a:lnTo>
                <a:lnTo>
                  <a:pt x="444525" y="779868"/>
                </a:lnTo>
                <a:lnTo>
                  <a:pt x="443001" y="775296"/>
                </a:lnTo>
                <a:lnTo>
                  <a:pt x="439966" y="769200"/>
                </a:lnTo>
                <a:lnTo>
                  <a:pt x="439966" y="767676"/>
                </a:lnTo>
                <a:lnTo>
                  <a:pt x="436918" y="764641"/>
                </a:lnTo>
                <a:lnTo>
                  <a:pt x="435978" y="762787"/>
                </a:lnTo>
                <a:lnTo>
                  <a:pt x="505421" y="781392"/>
                </a:lnTo>
                <a:lnTo>
                  <a:pt x="508469" y="779868"/>
                </a:lnTo>
                <a:lnTo>
                  <a:pt x="511505" y="776820"/>
                </a:lnTo>
                <a:close/>
              </a:path>
              <a:path w="2411729" h="1362075">
                <a:moveTo>
                  <a:pt x="1027582" y="1041857"/>
                </a:moveTo>
                <a:lnTo>
                  <a:pt x="1023010" y="1032713"/>
                </a:lnTo>
                <a:lnTo>
                  <a:pt x="1013879" y="1037285"/>
                </a:lnTo>
                <a:lnTo>
                  <a:pt x="1001699" y="1041857"/>
                </a:lnTo>
                <a:lnTo>
                  <a:pt x="987996" y="1047953"/>
                </a:lnTo>
                <a:lnTo>
                  <a:pt x="980389" y="1050988"/>
                </a:lnTo>
                <a:lnTo>
                  <a:pt x="971257" y="1054036"/>
                </a:lnTo>
                <a:lnTo>
                  <a:pt x="963637" y="1058608"/>
                </a:lnTo>
                <a:lnTo>
                  <a:pt x="952982" y="1061656"/>
                </a:lnTo>
                <a:lnTo>
                  <a:pt x="957554" y="1070800"/>
                </a:lnTo>
                <a:lnTo>
                  <a:pt x="966685" y="1066228"/>
                </a:lnTo>
                <a:lnTo>
                  <a:pt x="975817" y="1063180"/>
                </a:lnTo>
                <a:lnTo>
                  <a:pt x="991044" y="1057084"/>
                </a:lnTo>
                <a:lnTo>
                  <a:pt x="1004747" y="1050988"/>
                </a:lnTo>
                <a:lnTo>
                  <a:pt x="1016927" y="1046429"/>
                </a:lnTo>
                <a:lnTo>
                  <a:pt x="1027582" y="1041857"/>
                </a:lnTo>
                <a:close/>
              </a:path>
              <a:path w="2411729" h="1362075">
                <a:moveTo>
                  <a:pt x="1117396" y="987018"/>
                </a:moveTo>
                <a:lnTo>
                  <a:pt x="1112837" y="979398"/>
                </a:lnTo>
                <a:lnTo>
                  <a:pt x="1108265" y="982446"/>
                </a:lnTo>
                <a:lnTo>
                  <a:pt x="1100658" y="988542"/>
                </a:lnTo>
                <a:lnTo>
                  <a:pt x="1091514" y="993114"/>
                </a:lnTo>
                <a:lnTo>
                  <a:pt x="1077823" y="1002245"/>
                </a:lnTo>
                <a:lnTo>
                  <a:pt x="1065644" y="1009865"/>
                </a:lnTo>
                <a:lnTo>
                  <a:pt x="1054989" y="1015961"/>
                </a:lnTo>
                <a:lnTo>
                  <a:pt x="1048893" y="1020533"/>
                </a:lnTo>
                <a:lnTo>
                  <a:pt x="1053465" y="1028141"/>
                </a:lnTo>
                <a:lnTo>
                  <a:pt x="1059548" y="1025105"/>
                </a:lnTo>
                <a:lnTo>
                  <a:pt x="1070203" y="1017485"/>
                </a:lnTo>
                <a:lnTo>
                  <a:pt x="1083906" y="1009865"/>
                </a:lnTo>
                <a:lnTo>
                  <a:pt x="1097610" y="1000734"/>
                </a:lnTo>
                <a:lnTo>
                  <a:pt x="1105217" y="996162"/>
                </a:lnTo>
                <a:lnTo>
                  <a:pt x="1112837" y="990066"/>
                </a:lnTo>
                <a:lnTo>
                  <a:pt x="1117396" y="987018"/>
                </a:lnTo>
                <a:close/>
              </a:path>
              <a:path w="2411729" h="1362075">
                <a:moveTo>
                  <a:pt x="1204175" y="929144"/>
                </a:moveTo>
                <a:lnTo>
                  <a:pt x="1199603" y="920000"/>
                </a:lnTo>
                <a:lnTo>
                  <a:pt x="1188948" y="927620"/>
                </a:lnTo>
                <a:lnTo>
                  <a:pt x="1173721" y="936752"/>
                </a:lnTo>
                <a:lnTo>
                  <a:pt x="1149362" y="955040"/>
                </a:lnTo>
                <a:lnTo>
                  <a:pt x="1137183" y="962647"/>
                </a:lnTo>
                <a:lnTo>
                  <a:pt x="1135672" y="964171"/>
                </a:lnTo>
                <a:lnTo>
                  <a:pt x="1141755" y="971791"/>
                </a:lnTo>
                <a:lnTo>
                  <a:pt x="1143279" y="970267"/>
                </a:lnTo>
                <a:lnTo>
                  <a:pt x="1153934" y="962647"/>
                </a:lnTo>
                <a:lnTo>
                  <a:pt x="1166114" y="955040"/>
                </a:lnTo>
                <a:lnTo>
                  <a:pt x="1179817" y="945896"/>
                </a:lnTo>
                <a:lnTo>
                  <a:pt x="1193507" y="935228"/>
                </a:lnTo>
                <a:lnTo>
                  <a:pt x="1204175" y="929144"/>
                </a:lnTo>
                <a:close/>
              </a:path>
              <a:path w="2411729" h="1362075">
                <a:moveTo>
                  <a:pt x="1271155" y="848410"/>
                </a:moveTo>
                <a:lnTo>
                  <a:pt x="1263535" y="843838"/>
                </a:lnTo>
                <a:lnTo>
                  <a:pt x="1262011" y="843838"/>
                </a:lnTo>
                <a:lnTo>
                  <a:pt x="1260487" y="848410"/>
                </a:lnTo>
                <a:lnTo>
                  <a:pt x="1258976" y="851458"/>
                </a:lnTo>
                <a:lnTo>
                  <a:pt x="1257452" y="852982"/>
                </a:lnTo>
                <a:lnTo>
                  <a:pt x="1254404" y="862114"/>
                </a:lnTo>
                <a:lnTo>
                  <a:pt x="1251356" y="866686"/>
                </a:lnTo>
                <a:lnTo>
                  <a:pt x="1248321" y="872782"/>
                </a:lnTo>
                <a:lnTo>
                  <a:pt x="1243749" y="880402"/>
                </a:lnTo>
                <a:lnTo>
                  <a:pt x="1234617" y="892581"/>
                </a:lnTo>
                <a:lnTo>
                  <a:pt x="1228521" y="897153"/>
                </a:lnTo>
                <a:lnTo>
                  <a:pt x="1220914" y="904773"/>
                </a:lnTo>
                <a:lnTo>
                  <a:pt x="1226997" y="910856"/>
                </a:lnTo>
                <a:lnTo>
                  <a:pt x="1236141" y="904773"/>
                </a:lnTo>
                <a:lnTo>
                  <a:pt x="1240701" y="898677"/>
                </a:lnTo>
                <a:lnTo>
                  <a:pt x="1246797" y="892581"/>
                </a:lnTo>
                <a:lnTo>
                  <a:pt x="1251356" y="884961"/>
                </a:lnTo>
                <a:lnTo>
                  <a:pt x="1255928" y="878878"/>
                </a:lnTo>
                <a:lnTo>
                  <a:pt x="1258976" y="871258"/>
                </a:lnTo>
                <a:lnTo>
                  <a:pt x="1262011" y="865162"/>
                </a:lnTo>
                <a:lnTo>
                  <a:pt x="1265059" y="862114"/>
                </a:lnTo>
                <a:lnTo>
                  <a:pt x="1266583" y="857554"/>
                </a:lnTo>
                <a:lnTo>
                  <a:pt x="1268107" y="854506"/>
                </a:lnTo>
                <a:lnTo>
                  <a:pt x="1268107" y="852982"/>
                </a:lnTo>
                <a:lnTo>
                  <a:pt x="1271155" y="848410"/>
                </a:lnTo>
                <a:close/>
              </a:path>
              <a:path w="2411729" h="1362075">
                <a:moveTo>
                  <a:pt x="1312252" y="750925"/>
                </a:moveTo>
                <a:lnTo>
                  <a:pt x="1303121" y="749401"/>
                </a:lnTo>
                <a:lnTo>
                  <a:pt x="1303121" y="750925"/>
                </a:lnTo>
                <a:lnTo>
                  <a:pt x="1300073" y="760069"/>
                </a:lnTo>
                <a:lnTo>
                  <a:pt x="1301597" y="760069"/>
                </a:lnTo>
                <a:lnTo>
                  <a:pt x="1298562" y="767676"/>
                </a:lnTo>
                <a:lnTo>
                  <a:pt x="1293990" y="773772"/>
                </a:lnTo>
                <a:lnTo>
                  <a:pt x="1289418" y="782916"/>
                </a:lnTo>
                <a:lnTo>
                  <a:pt x="1283335" y="798144"/>
                </a:lnTo>
                <a:lnTo>
                  <a:pt x="1278763" y="820991"/>
                </a:lnTo>
                <a:lnTo>
                  <a:pt x="1287907" y="822515"/>
                </a:lnTo>
                <a:lnTo>
                  <a:pt x="1290942" y="808812"/>
                </a:lnTo>
                <a:lnTo>
                  <a:pt x="1293990" y="793572"/>
                </a:lnTo>
                <a:lnTo>
                  <a:pt x="1298562" y="785964"/>
                </a:lnTo>
                <a:lnTo>
                  <a:pt x="1301597" y="779868"/>
                </a:lnTo>
                <a:lnTo>
                  <a:pt x="1306169" y="772248"/>
                </a:lnTo>
                <a:lnTo>
                  <a:pt x="1309217" y="763117"/>
                </a:lnTo>
                <a:lnTo>
                  <a:pt x="1310741" y="763117"/>
                </a:lnTo>
                <a:lnTo>
                  <a:pt x="1312252" y="753973"/>
                </a:lnTo>
                <a:lnTo>
                  <a:pt x="1312252" y="750925"/>
                </a:lnTo>
                <a:close/>
              </a:path>
              <a:path w="2411729" h="1362075">
                <a:moveTo>
                  <a:pt x="1333576" y="648868"/>
                </a:moveTo>
                <a:lnTo>
                  <a:pt x="1324432" y="647357"/>
                </a:lnTo>
                <a:lnTo>
                  <a:pt x="1322920" y="662584"/>
                </a:lnTo>
                <a:lnTo>
                  <a:pt x="1322920" y="665632"/>
                </a:lnTo>
                <a:lnTo>
                  <a:pt x="1321396" y="668680"/>
                </a:lnTo>
                <a:lnTo>
                  <a:pt x="1321396" y="671715"/>
                </a:lnTo>
                <a:lnTo>
                  <a:pt x="1319872" y="674763"/>
                </a:lnTo>
                <a:lnTo>
                  <a:pt x="1318348" y="683907"/>
                </a:lnTo>
                <a:lnTo>
                  <a:pt x="1315300" y="694575"/>
                </a:lnTo>
                <a:lnTo>
                  <a:pt x="1312252" y="703707"/>
                </a:lnTo>
                <a:lnTo>
                  <a:pt x="1310741" y="714375"/>
                </a:lnTo>
                <a:lnTo>
                  <a:pt x="1309217" y="721982"/>
                </a:lnTo>
                <a:lnTo>
                  <a:pt x="1318348" y="723506"/>
                </a:lnTo>
                <a:lnTo>
                  <a:pt x="1319872" y="715899"/>
                </a:lnTo>
                <a:lnTo>
                  <a:pt x="1321396" y="706755"/>
                </a:lnTo>
                <a:lnTo>
                  <a:pt x="1324432" y="696087"/>
                </a:lnTo>
                <a:lnTo>
                  <a:pt x="1327480" y="686955"/>
                </a:lnTo>
                <a:lnTo>
                  <a:pt x="1329004" y="677811"/>
                </a:lnTo>
                <a:lnTo>
                  <a:pt x="1330528" y="673239"/>
                </a:lnTo>
                <a:lnTo>
                  <a:pt x="1330528" y="670204"/>
                </a:lnTo>
                <a:lnTo>
                  <a:pt x="1332052" y="667156"/>
                </a:lnTo>
                <a:lnTo>
                  <a:pt x="1332052" y="664108"/>
                </a:lnTo>
                <a:lnTo>
                  <a:pt x="1333576" y="664108"/>
                </a:lnTo>
                <a:lnTo>
                  <a:pt x="1333576" y="648868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5956" y="543775"/>
                </a:lnTo>
                <a:lnTo>
                  <a:pt x="1324432" y="619937"/>
                </a:lnTo>
                <a:lnTo>
                  <a:pt x="1333576" y="619937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8135" y="438670"/>
                </a:moveTo>
                <a:lnTo>
                  <a:pt x="1327480" y="438670"/>
                </a:lnTo>
                <a:lnTo>
                  <a:pt x="1327480" y="487413"/>
                </a:lnTo>
                <a:lnTo>
                  <a:pt x="1325956" y="514832"/>
                </a:lnTo>
                <a:lnTo>
                  <a:pt x="1336611" y="514832"/>
                </a:lnTo>
                <a:lnTo>
                  <a:pt x="1336611" y="487413"/>
                </a:lnTo>
                <a:lnTo>
                  <a:pt x="1338135" y="438670"/>
                </a:lnTo>
                <a:close/>
              </a:path>
              <a:path w="2411729" h="1362075">
                <a:moveTo>
                  <a:pt x="1339659" y="333578"/>
                </a:moveTo>
                <a:lnTo>
                  <a:pt x="1330528" y="333578"/>
                </a:lnTo>
                <a:lnTo>
                  <a:pt x="1329004" y="409740"/>
                </a:lnTo>
                <a:lnTo>
                  <a:pt x="1338135" y="409740"/>
                </a:lnTo>
                <a:lnTo>
                  <a:pt x="1339659" y="333578"/>
                </a:lnTo>
                <a:close/>
              </a:path>
              <a:path w="2411729" h="1362075">
                <a:moveTo>
                  <a:pt x="1342707" y="229997"/>
                </a:moveTo>
                <a:lnTo>
                  <a:pt x="1333576" y="228473"/>
                </a:lnTo>
                <a:lnTo>
                  <a:pt x="1333576" y="245237"/>
                </a:lnTo>
                <a:lnTo>
                  <a:pt x="1332052" y="257416"/>
                </a:lnTo>
                <a:lnTo>
                  <a:pt x="1332052" y="297014"/>
                </a:lnTo>
                <a:lnTo>
                  <a:pt x="1330528" y="304634"/>
                </a:lnTo>
                <a:lnTo>
                  <a:pt x="1341183" y="306158"/>
                </a:lnTo>
                <a:lnTo>
                  <a:pt x="1341183" y="269608"/>
                </a:lnTo>
                <a:lnTo>
                  <a:pt x="1342707" y="257416"/>
                </a:lnTo>
                <a:lnTo>
                  <a:pt x="1342707" y="229997"/>
                </a:lnTo>
                <a:close/>
              </a:path>
              <a:path w="2411729" h="1362075">
                <a:moveTo>
                  <a:pt x="1347266" y="124904"/>
                </a:moveTo>
                <a:lnTo>
                  <a:pt x="1338135" y="124904"/>
                </a:lnTo>
                <a:lnTo>
                  <a:pt x="1338135" y="130987"/>
                </a:lnTo>
                <a:lnTo>
                  <a:pt x="1336611" y="135559"/>
                </a:lnTo>
                <a:lnTo>
                  <a:pt x="1336611" y="158407"/>
                </a:lnTo>
                <a:lnTo>
                  <a:pt x="1335087" y="169075"/>
                </a:lnTo>
                <a:lnTo>
                  <a:pt x="1335087" y="201053"/>
                </a:lnTo>
                <a:lnTo>
                  <a:pt x="1344231" y="201053"/>
                </a:lnTo>
                <a:lnTo>
                  <a:pt x="1344231" y="182778"/>
                </a:lnTo>
                <a:lnTo>
                  <a:pt x="1345755" y="169075"/>
                </a:lnTo>
                <a:lnTo>
                  <a:pt x="1345755" y="141655"/>
                </a:lnTo>
                <a:lnTo>
                  <a:pt x="1347266" y="135559"/>
                </a:lnTo>
                <a:lnTo>
                  <a:pt x="1347266" y="124904"/>
                </a:lnTo>
                <a:close/>
              </a:path>
              <a:path w="2411729" h="1362075">
                <a:moveTo>
                  <a:pt x="1392936" y="86817"/>
                </a:moveTo>
                <a:lnTo>
                  <a:pt x="1391424" y="83769"/>
                </a:lnTo>
                <a:lnTo>
                  <a:pt x="1354213" y="19799"/>
                </a:lnTo>
                <a:lnTo>
                  <a:pt x="1349781" y="12179"/>
                </a:lnTo>
                <a:lnTo>
                  <a:pt x="1344066" y="2349"/>
                </a:lnTo>
                <a:lnTo>
                  <a:pt x="1344066" y="19799"/>
                </a:lnTo>
                <a:lnTo>
                  <a:pt x="1342847" y="19799"/>
                </a:lnTo>
                <a:lnTo>
                  <a:pt x="1343456" y="18745"/>
                </a:lnTo>
                <a:lnTo>
                  <a:pt x="1344066" y="19799"/>
                </a:lnTo>
                <a:lnTo>
                  <a:pt x="1344066" y="2349"/>
                </a:lnTo>
                <a:lnTo>
                  <a:pt x="1342707" y="0"/>
                </a:lnTo>
                <a:lnTo>
                  <a:pt x="1295514" y="83769"/>
                </a:lnTo>
                <a:lnTo>
                  <a:pt x="1293990" y="86817"/>
                </a:lnTo>
                <a:lnTo>
                  <a:pt x="1297038" y="89865"/>
                </a:lnTo>
                <a:lnTo>
                  <a:pt x="1300073" y="89865"/>
                </a:lnTo>
                <a:lnTo>
                  <a:pt x="1303121" y="88341"/>
                </a:lnTo>
                <a:lnTo>
                  <a:pt x="1338135" y="27940"/>
                </a:lnTo>
                <a:lnTo>
                  <a:pt x="1338135" y="95961"/>
                </a:lnTo>
                <a:lnTo>
                  <a:pt x="1348790" y="95961"/>
                </a:lnTo>
                <a:lnTo>
                  <a:pt x="1348790" y="53314"/>
                </a:lnTo>
                <a:lnTo>
                  <a:pt x="1347266" y="45694"/>
                </a:lnTo>
                <a:lnTo>
                  <a:pt x="1347266" y="25311"/>
                </a:lnTo>
                <a:lnTo>
                  <a:pt x="1383804" y="88341"/>
                </a:lnTo>
                <a:lnTo>
                  <a:pt x="1386852" y="89865"/>
                </a:lnTo>
                <a:lnTo>
                  <a:pt x="1389900" y="89865"/>
                </a:lnTo>
                <a:lnTo>
                  <a:pt x="1392936" y="86817"/>
                </a:lnTo>
                <a:close/>
              </a:path>
              <a:path w="2411729" h="1362075">
                <a:moveTo>
                  <a:pt x="2012530" y="1349540"/>
                </a:moveTo>
                <a:lnTo>
                  <a:pt x="1983613" y="1351064"/>
                </a:lnTo>
                <a:lnTo>
                  <a:pt x="1936419" y="1351064"/>
                </a:lnTo>
                <a:lnTo>
                  <a:pt x="1936419" y="1361719"/>
                </a:lnTo>
                <a:lnTo>
                  <a:pt x="1983613" y="1360195"/>
                </a:lnTo>
                <a:lnTo>
                  <a:pt x="2012530" y="1358671"/>
                </a:lnTo>
                <a:lnTo>
                  <a:pt x="2012530" y="1349540"/>
                </a:lnTo>
                <a:close/>
              </a:path>
              <a:path w="2411729" h="1362075">
                <a:moveTo>
                  <a:pt x="2117572" y="1344968"/>
                </a:moveTo>
                <a:lnTo>
                  <a:pt x="2102345" y="1346492"/>
                </a:lnTo>
                <a:lnTo>
                  <a:pt x="2079510" y="1348016"/>
                </a:lnTo>
                <a:lnTo>
                  <a:pt x="2041461" y="1349540"/>
                </a:lnTo>
                <a:lnTo>
                  <a:pt x="2041461" y="1358671"/>
                </a:lnTo>
                <a:lnTo>
                  <a:pt x="2079510" y="1357147"/>
                </a:lnTo>
                <a:lnTo>
                  <a:pt x="2103869" y="1355636"/>
                </a:lnTo>
                <a:lnTo>
                  <a:pt x="2117572" y="1354112"/>
                </a:lnTo>
                <a:lnTo>
                  <a:pt x="2117572" y="1344968"/>
                </a:lnTo>
                <a:close/>
              </a:path>
              <a:path w="2411729" h="1362075">
                <a:moveTo>
                  <a:pt x="2218042" y="1320596"/>
                </a:moveTo>
                <a:lnTo>
                  <a:pt x="2213483" y="1312976"/>
                </a:lnTo>
                <a:lnTo>
                  <a:pt x="2211959" y="1314500"/>
                </a:lnTo>
                <a:lnTo>
                  <a:pt x="2198255" y="1319072"/>
                </a:lnTo>
                <a:lnTo>
                  <a:pt x="2184552" y="1325168"/>
                </a:lnTo>
                <a:lnTo>
                  <a:pt x="2176945" y="1326692"/>
                </a:lnTo>
                <a:lnTo>
                  <a:pt x="2170849" y="1329740"/>
                </a:lnTo>
                <a:lnTo>
                  <a:pt x="2158669" y="1334300"/>
                </a:lnTo>
                <a:lnTo>
                  <a:pt x="2148014" y="1338872"/>
                </a:lnTo>
                <a:lnTo>
                  <a:pt x="2143455" y="1340396"/>
                </a:lnTo>
                <a:lnTo>
                  <a:pt x="2146503" y="1349540"/>
                </a:lnTo>
                <a:lnTo>
                  <a:pt x="2151062" y="1346492"/>
                </a:lnTo>
                <a:lnTo>
                  <a:pt x="2163241" y="1341920"/>
                </a:lnTo>
                <a:lnTo>
                  <a:pt x="2173897" y="1338872"/>
                </a:lnTo>
                <a:lnTo>
                  <a:pt x="2179993" y="1335824"/>
                </a:lnTo>
                <a:lnTo>
                  <a:pt x="2187600" y="1334300"/>
                </a:lnTo>
                <a:lnTo>
                  <a:pt x="2201303" y="1328216"/>
                </a:lnTo>
                <a:lnTo>
                  <a:pt x="2216531" y="1322120"/>
                </a:lnTo>
                <a:lnTo>
                  <a:pt x="2218042" y="1320596"/>
                </a:lnTo>
                <a:close/>
              </a:path>
              <a:path w="2411729" h="1362075">
                <a:moveTo>
                  <a:pt x="2291118" y="1244434"/>
                </a:moveTo>
                <a:lnTo>
                  <a:pt x="2283510" y="1238338"/>
                </a:lnTo>
                <a:lnTo>
                  <a:pt x="2280462" y="1244434"/>
                </a:lnTo>
                <a:lnTo>
                  <a:pt x="2265235" y="1265758"/>
                </a:lnTo>
                <a:lnTo>
                  <a:pt x="2257628" y="1274902"/>
                </a:lnTo>
                <a:lnTo>
                  <a:pt x="2248497" y="1285570"/>
                </a:lnTo>
                <a:lnTo>
                  <a:pt x="2236317" y="1294701"/>
                </a:lnTo>
                <a:lnTo>
                  <a:pt x="2236317" y="1296225"/>
                </a:lnTo>
                <a:lnTo>
                  <a:pt x="2242401" y="1303845"/>
                </a:lnTo>
                <a:lnTo>
                  <a:pt x="2242401" y="1302321"/>
                </a:lnTo>
                <a:lnTo>
                  <a:pt x="2248497" y="1297749"/>
                </a:lnTo>
                <a:lnTo>
                  <a:pt x="2254580" y="1291653"/>
                </a:lnTo>
                <a:lnTo>
                  <a:pt x="2263711" y="1280998"/>
                </a:lnTo>
                <a:lnTo>
                  <a:pt x="2272855" y="1271854"/>
                </a:lnTo>
                <a:lnTo>
                  <a:pt x="2280462" y="1261198"/>
                </a:lnTo>
                <a:lnTo>
                  <a:pt x="2288070" y="1249006"/>
                </a:lnTo>
                <a:lnTo>
                  <a:pt x="2291118" y="1244434"/>
                </a:lnTo>
                <a:close/>
              </a:path>
              <a:path w="2411729" h="1362075">
                <a:moveTo>
                  <a:pt x="2335263" y="1148473"/>
                </a:moveTo>
                <a:lnTo>
                  <a:pt x="2326132" y="1146949"/>
                </a:lnTo>
                <a:lnTo>
                  <a:pt x="2326132" y="1149997"/>
                </a:lnTo>
                <a:lnTo>
                  <a:pt x="2324608" y="1156093"/>
                </a:lnTo>
                <a:lnTo>
                  <a:pt x="2323084" y="1163713"/>
                </a:lnTo>
                <a:lnTo>
                  <a:pt x="2320048" y="1172845"/>
                </a:lnTo>
                <a:lnTo>
                  <a:pt x="2317000" y="1183513"/>
                </a:lnTo>
                <a:lnTo>
                  <a:pt x="2312428" y="1194168"/>
                </a:lnTo>
                <a:lnTo>
                  <a:pt x="2309393" y="1200264"/>
                </a:lnTo>
                <a:lnTo>
                  <a:pt x="2310904" y="1200264"/>
                </a:lnTo>
                <a:lnTo>
                  <a:pt x="2306345" y="1204836"/>
                </a:lnTo>
                <a:lnTo>
                  <a:pt x="2301773" y="1210932"/>
                </a:lnTo>
                <a:lnTo>
                  <a:pt x="2298725" y="1215491"/>
                </a:lnTo>
                <a:lnTo>
                  <a:pt x="2306345" y="1220063"/>
                </a:lnTo>
                <a:lnTo>
                  <a:pt x="2326132" y="1186561"/>
                </a:lnTo>
                <a:lnTo>
                  <a:pt x="2329180" y="1175893"/>
                </a:lnTo>
                <a:lnTo>
                  <a:pt x="2332228" y="1166761"/>
                </a:lnTo>
                <a:lnTo>
                  <a:pt x="2333739" y="1159141"/>
                </a:lnTo>
                <a:lnTo>
                  <a:pt x="2335263" y="1153045"/>
                </a:lnTo>
                <a:lnTo>
                  <a:pt x="2335263" y="1148473"/>
                </a:lnTo>
                <a:close/>
              </a:path>
              <a:path w="2411729" h="1362075">
                <a:moveTo>
                  <a:pt x="2358098" y="1046429"/>
                </a:moveTo>
                <a:lnTo>
                  <a:pt x="2347442" y="1044905"/>
                </a:lnTo>
                <a:lnTo>
                  <a:pt x="2342883" y="1066228"/>
                </a:lnTo>
                <a:lnTo>
                  <a:pt x="2339835" y="1078407"/>
                </a:lnTo>
                <a:lnTo>
                  <a:pt x="2336787" y="1089075"/>
                </a:lnTo>
                <a:lnTo>
                  <a:pt x="2335263" y="1098207"/>
                </a:lnTo>
                <a:lnTo>
                  <a:pt x="2333739" y="1105827"/>
                </a:lnTo>
                <a:lnTo>
                  <a:pt x="2332228" y="1111923"/>
                </a:lnTo>
                <a:lnTo>
                  <a:pt x="2332228" y="1118019"/>
                </a:lnTo>
                <a:lnTo>
                  <a:pt x="2330704" y="1119543"/>
                </a:lnTo>
                <a:lnTo>
                  <a:pt x="2341359" y="1121054"/>
                </a:lnTo>
                <a:lnTo>
                  <a:pt x="2341359" y="1113447"/>
                </a:lnTo>
                <a:lnTo>
                  <a:pt x="2342883" y="1107351"/>
                </a:lnTo>
                <a:lnTo>
                  <a:pt x="2344407" y="1099731"/>
                </a:lnTo>
                <a:lnTo>
                  <a:pt x="2345918" y="1090599"/>
                </a:lnTo>
                <a:lnTo>
                  <a:pt x="2348966" y="1079931"/>
                </a:lnTo>
                <a:lnTo>
                  <a:pt x="2352014" y="1067752"/>
                </a:lnTo>
                <a:lnTo>
                  <a:pt x="2358098" y="1046429"/>
                </a:lnTo>
                <a:close/>
              </a:path>
              <a:path w="2411729" h="1362075">
                <a:moveTo>
                  <a:pt x="2365718" y="941324"/>
                </a:moveTo>
                <a:lnTo>
                  <a:pt x="2356574" y="941324"/>
                </a:lnTo>
                <a:lnTo>
                  <a:pt x="2356574" y="945896"/>
                </a:lnTo>
                <a:lnTo>
                  <a:pt x="2355062" y="953516"/>
                </a:lnTo>
                <a:lnTo>
                  <a:pt x="2355062" y="970267"/>
                </a:lnTo>
                <a:lnTo>
                  <a:pt x="2353538" y="980922"/>
                </a:lnTo>
                <a:lnTo>
                  <a:pt x="2353538" y="993114"/>
                </a:lnTo>
                <a:lnTo>
                  <a:pt x="2352014" y="1006817"/>
                </a:lnTo>
                <a:lnTo>
                  <a:pt x="2352014" y="1017485"/>
                </a:lnTo>
                <a:lnTo>
                  <a:pt x="2361146" y="1017485"/>
                </a:lnTo>
                <a:lnTo>
                  <a:pt x="2361146" y="1006817"/>
                </a:lnTo>
                <a:lnTo>
                  <a:pt x="2362670" y="993114"/>
                </a:lnTo>
                <a:lnTo>
                  <a:pt x="2362670" y="982446"/>
                </a:lnTo>
                <a:lnTo>
                  <a:pt x="2364194" y="971791"/>
                </a:lnTo>
                <a:lnTo>
                  <a:pt x="2364194" y="962647"/>
                </a:lnTo>
                <a:lnTo>
                  <a:pt x="2365718" y="953516"/>
                </a:lnTo>
                <a:lnTo>
                  <a:pt x="2365718" y="941324"/>
                </a:lnTo>
                <a:close/>
              </a:path>
              <a:path w="2411729" h="1362075">
                <a:moveTo>
                  <a:pt x="2367242" y="836231"/>
                </a:moveTo>
                <a:lnTo>
                  <a:pt x="2358098" y="836231"/>
                </a:lnTo>
                <a:lnTo>
                  <a:pt x="2358098" y="912380"/>
                </a:lnTo>
                <a:lnTo>
                  <a:pt x="2367242" y="912380"/>
                </a:lnTo>
                <a:lnTo>
                  <a:pt x="2367242" y="836231"/>
                </a:lnTo>
                <a:close/>
              </a:path>
              <a:path w="2411729" h="1362075">
                <a:moveTo>
                  <a:pt x="2411387" y="830135"/>
                </a:moveTo>
                <a:lnTo>
                  <a:pt x="2368080" y="757021"/>
                </a:lnTo>
                <a:lnTo>
                  <a:pt x="2362670" y="747877"/>
                </a:lnTo>
                <a:lnTo>
                  <a:pt x="2313952" y="830135"/>
                </a:lnTo>
                <a:lnTo>
                  <a:pt x="2313952" y="834707"/>
                </a:lnTo>
                <a:lnTo>
                  <a:pt x="2315476" y="837742"/>
                </a:lnTo>
                <a:lnTo>
                  <a:pt x="2320048" y="837742"/>
                </a:lnTo>
                <a:lnTo>
                  <a:pt x="2323084" y="834707"/>
                </a:lnTo>
                <a:lnTo>
                  <a:pt x="2358098" y="774319"/>
                </a:lnTo>
                <a:lnTo>
                  <a:pt x="2358098" y="808812"/>
                </a:lnTo>
                <a:lnTo>
                  <a:pt x="2367242" y="808812"/>
                </a:lnTo>
                <a:lnTo>
                  <a:pt x="2367242" y="774319"/>
                </a:lnTo>
                <a:lnTo>
                  <a:pt x="2402255" y="834707"/>
                </a:lnTo>
                <a:lnTo>
                  <a:pt x="2405291" y="837742"/>
                </a:lnTo>
                <a:lnTo>
                  <a:pt x="2409863" y="837742"/>
                </a:lnTo>
                <a:lnTo>
                  <a:pt x="2411387" y="834707"/>
                </a:lnTo>
                <a:lnTo>
                  <a:pt x="2411387" y="8301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4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threaded</a:t>
            </a:r>
            <a:r>
              <a:rPr dirty="0" sz="3200" spc="-20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binary</a:t>
            </a:r>
            <a:r>
              <a:rPr dirty="0" sz="3200" spc="-2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tree</a:t>
            </a:r>
            <a:r>
              <a:rPr dirty="0" sz="3200" spc="-10">
                <a:latin typeface="Tw Cen MT"/>
                <a:cs typeface="Tw Cen MT"/>
              </a:rPr>
              <a:t> </a:t>
            </a:r>
            <a:r>
              <a:rPr dirty="0" sz="3200" spc="-1000"/>
              <a:t>알아야</a:t>
            </a:r>
            <a:r>
              <a:rPr dirty="0" sz="3200" spc="-170"/>
              <a:t> </a:t>
            </a:r>
            <a:r>
              <a:rPr dirty="0" sz="3200" spc="-994"/>
              <a:t>하나요</a:t>
            </a:r>
            <a:r>
              <a:rPr dirty="0" sz="3200" spc="-994">
                <a:latin typeface="Tw Cen MT"/>
                <a:cs typeface="Tw Cen MT"/>
              </a:rPr>
              <a:t>?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442" y="1976575"/>
            <a:ext cx="7879715" cy="112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Gulim"/>
                <a:cs typeface="Gulim"/>
              </a:rPr>
              <a:t>교수</a:t>
            </a:r>
            <a:r>
              <a:rPr dirty="0" sz="2400">
                <a:latin typeface="Trebuchet MS"/>
                <a:cs typeface="Trebuchet MS"/>
              </a:rPr>
              <a:t>&gt;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개발자는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팀코딩을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하기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때문에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본인이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threaded </a:t>
            </a:r>
            <a:r>
              <a:rPr dirty="0" sz="2400">
                <a:latin typeface="Trebuchet MS"/>
                <a:cs typeface="Trebuchet MS"/>
              </a:rPr>
              <a:t>binary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tree</a:t>
            </a:r>
            <a:r>
              <a:rPr dirty="0" sz="2400">
                <a:latin typeface="Gulim"/>
                <a:cs typeface="Gulim"/>
              </a:rPr>
              <a:t>를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사용하지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않더라도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과장님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코드는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이해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해야 </a:t>
            </a:r>
            <a:r>
              <a:rPr dirty="0" sz="2400" spc="-20">
                <a:latin typeface="Gulim"/>
                <a:cs typeface="Gulim"/>
              </a:rPr>
              <a:t>합니다</a:t>
            </a:r>
            <a:r>
              <a:rPr dirty="0" sz="2400" spc="-2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33389" y="4368291"/>
            <a:ext cx="1402715" cy="1172210"/>
            <a:chOff x="5833389" y="4368291"/>
            <a:chExt cx="1402715" cy="11722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775" y="4375607"/>
              <a:ext cx="464311" cy="4330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66775" y="437305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1" y="217817"/>
                  </a:lnTo>
                  <a:lnTo>
                    <a:pt x="459611" y="261721"/>
                  </a:lnTo>
                  <a:lnTo>
                    <a:pt x="446115" y="302609"/>
                  </a:lnTo>
                  <a:lnTo>
                    <a:pt x="424734" y="339607"/>
                  </a:lnTo>
                  <a:lnTo>
                    <a:pt x="396378" y="371840"/>
                  </a:lnTo>
                  <a:lnTo>
                    <a:pt x="361956" y="398432"/>
                  </a:lnTo>
                  <a:lnTo>
                    <a:pt x="322378" y="418510"/>
                  </a:lnTo>
                  <a:lnTo>
                    <a:pt x="278554" y="431198"/>
                  </a:lnTo>
                  <a:lnTo>
                    <a:pt x="231394" y="435622"/>
                  </a:lnTo>
                  <a:lnTo>
                    <a:pt x="184736" y="431198"/>
                  </a:lnTo>
                  <a:lnTo>
                    <a:pt x="141290" y="418510"/>
                  </a:lnTo>
                  <a:lnTo>
                    <a:pt x="101983" y="398432"/>
                  </a:lnTo>
                  <a:lnTo>
                    <a:pt x="67743" y="371840"/>
                  </a:lnTo>
                  <a:lnTo>
                    <a:pt x="39497" y="339607"/>
                  </a:lnTo>
                  <a:lnTo>
                    <a:pt x="18172" y="302609"/>
                  </a:lnTo>
                  <a:lnTo>
                    <a:pt x="4697" y="261721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8151" y="5102174"/>
              <a:ext cx="464312" cy="4330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838151" y="509960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3" y="0"/>
                  </a:lnTo>
                  <a:lnTo>
                    <a:pt x="278116" y="4423"/>
                  </a:lnTo>
                  <a:lnTo>
                    <a:pt x="321735" y="17112"/>
                  </a:lnTo>
                  <a:lnTo>
                    <a:pt x="361286" y="37190"/>
                  </a:lnTo>
                  <a:lnTo>
                    <a:pt x="395806" y="63784"/>
                  </a:lnTo>
                  <a:lnTo>
                    <a:pt x="424332" y="96018"/>
                  </a:lnTo>
                  <a:lnTo>
                    <a:pt x="445901" y="133018"/>
                  </a:lnTo>
                  <a:lnTo>
                    <a:pt x="459548" y="173909"/>
                  </a:lnTo>
                  <a:lnTo>
                    <a:pt x="464312" y="217817"/>
                  </a:lnTo>
                  <a:lnTo>
                    <a:pt x="459548" y="261725"/>
                  </a:lnTo>
                  <a:lnTo>
                    <a:pt x="445901" y="302616"/>
                  </a:lnTo>
                  <a:lnTo>
                    <a:pt x="424332" y="339617"/>
                  </a:lnTo>
                  <a:lnTo>
                    <a:pt x="395806" y="371851"/>
                  </a:lnTo>
                  <a:lnTo>
                    <a:pt x="361286" y="398444"/>
                  </a:lnTo>
                  <a:lnTo>
                    <a:pt x="321735" y="418523"/>
                  </a:lnTo>
                  <a:lnTo>
                    <a:pt x="278116" y="431211"/>
                  </a:lnTo>
                  <a:lnTo>
                    <a:pt x="231393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966019" y="5111926"/>
            <a:ext cx="20764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C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49290" y="5094846"/>
            <a:ext cx="2894965" cy="1124585"/>
            <a:chOff x="5349290" y="5094846"/>
            <a:chExt cx="2894965" cy="11245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4559" y="5102174"/>
              <a:ext cx="464312" cy="4330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74559" y="5099608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2" y="217817"/>
                  </a:lnTo>
                  <a:lnTo>
                    <a:pt x="459611" y="261725"/>
                  </a:lnTo>
                  <a:lnTo>
                    <a:pt x="446115" y="302616"/>
                  </a:lnTo>
                  <a:lnTo>
                    <a:pt x="424734" y="339617"/>
                  </a:lnTo>
                  <a:lnTo>
                    <a:pt x="396378" y="371851"/>
                  </a:lnTo>
                  <a:lnTo>
                    <a:pt x="361956" y="398444"/>
                  </a:lnTo>
                  <a:lnTo>
                    <a:pt x="322378" y="418523"/>
                  </a:lnTo>
                  <a:lnTo>
                    <a:pt x="278554" y="431211"/>
                  </a:lnTo>
                  <a:lnTo>
                    <a:pt x="231394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4053" y="5781509"/>
              <a:ext cx="464312" cy="4330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54053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00" y="173909"/>
                  </a:lnTo>
                  <a:lnTo>
                    <a:pt x="18196" y="133018"/>
                  </a:lnTo>
                  <a:lnTo>
                    <a:pt x="39577" y="96018"/>
                  </a:lnTo>
                  <a:lnTo>
                    <a:pt x="67933" y="63784"/>
                  </a:lnTo>
                  <a:lnTo>
                    <a:pt x="102355" y="37190"/>
                  </a:lnTo>
                  <a:lnTo>
                    <a:pt x="141933" y="17112"/>
                  </a:lnTo>
                  <a:lnTo>
                    <a:pt x="185757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7" y="435635"/>
                  </a:lnTo>
                  <a:lnTo>
                    <a:pt x="185757" y="431211"/>
                  </a:lnTo>
                  <a:lnTo>
                    <a:pt x="141933" y="418523"/>
                  </a:lnTo>
                  <a:lnTo>
                    <a:pt x="102355" y="398444"/>
                  </a:lnTo>
                  <a:lnTo>
                    <a:pt x="67933" y="371851"/>
                  </a:lnTo>
                  <a:lnTo>
                    <a:pt x="39577" y="339617"/>
                  </a:lnTo>
                  <a:lnTo>
                    <a:pt x="18196" y="302616"/>
                  </a:lnTo>
                  <a:lnTo>
                    <a:pt x="4700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484224" y="5791865"/>
            <a:ext cx="2051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46622" y="4739944"/>
            <a:ext cx="3080385" cy="1479550"/>
            <a:chOff x="5746622" y="4739944"/>
            <a:chExt cx="3080385" cy="14795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2250" y="5781509"/>
              <a:ext cx="464312" cy="4330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322250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763" y="173909"/>
                  </a:lnTo>
                  <a:lnTo>
                    <a:pt x="18410" y="133018"/>
                  </a:lnTo>
                  <a:lnTo>
                    <a:pt x="39979" y="96018"/>
                  </a:lnTo>
                  <a:lnTo>
                    <a:pt x="68505" y="63784"/>
                  </a:lnTo>
                  <a:lnTo>
                    <a:pt x="103025" y="37190"/>
                  </a:lnTo>
                  <a:lnTo>
                    <a:pt x="142576" y="17112"/>
                  </a:lnTo>
                  <a:lnTo>
                    <a:pt x="186195" y="4423"/>
                  </a:lnTo>
                  <a:lnTo>
                    <a:pt x="232917" y="0"/>
                  </a:lnTo>
                  <a:lnTo>
                    <a:pt x="279575" y="4423"/>
                  </a:lnTo>
                  <a:lnTo>
                    <a:pt x="323021" y="17112"/>
                  </a:lnTo>
                  <a:lnTo>
                    <a:pt x="362328" y="37190"/>
                  </a:lnTo>
                  <a:lnTo>
                    <a:pt x="396568" y="63784"/>
                  </a:lnTo>
                  <a:lnTo>
                    <a:pt x="424814" y="96018"/>
                  </a:lnTo>
                  <a:lnTo>
                    <a:pt x="446139" y="133018"/>
                  </a:lnTo>
                  <a:lnTo>
                    <a:pt x="459614" y="173909"/>
                  </a:lnTo>
                  <a:lnTo>
                    <a:pt x="464312" y="217817"/>
                  </a:lnTo>
                  <a:lnTo>
                    <a:pt x="459614" y="261725"/>
                  </a:lnTo>
                  <a:lnTo>
                    <a:pt x="446139" y="302616"/>
                  </a:lnTo>
                  <a:lnTo>
                    <a:pt x="424814" y="339617"/>
                  </a:lnTo>
                  <a:lnTo>
                    <a:pt x="396568" y="371851"/>
                  </a:lnTo>
                  <a:lnTo>
                    <a:pt x="362328" y="398444"/>
                  </a:lnTo>
                  <a:lnTo>
                    <a:pt x="323021" y="418523"/>
                  </a:lnTo>
                  <a:lnTo>
                    <a:pt x="279575" y="431211"/>
                  </a:lnTo>
                  <a:lnTo>
                    <a:pt x="232917" y="435635"/>
                  </a:lnTo>
                  <a:lnTo>
                    <a:pt x="186195" y="431211"/>
                  </a:lnTo>
                  <a:lnTo>
                    <a:pt x="142576" y="418523"/>
                  </a:lnTo>
                  <a:lnTo>
                    <a:pt x="103025" y="398444"/>
                  </a:lnTo>
                  <a:lnTo>
                    <a:pt x="68505" y="371851"/>
                  </a:lnTo>
                  <a:lnTo>
                    <a:pt x="39979" y="339617"/>
                  </a:lnTo>
                  <a:lnTo>
                    <a:pt x="18410" y="302616"/>
                  </a:lnTo>
                  <a:lnTo>
                    <a:pt x="4763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3267" y="5781509"/>
              <a:ext cx="464311" cy="4330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43267" y="5778944"/>
              <a:ext cx="464820" cy="436245"/>
            </a:xfrm>
            <a:custGeom>
              <a:avLst/>
              <a:gdLst/>
              <a:ahLst/>
              <a:cxnLst/>
              <a:rect l="l" t="t" r="r" b="b"/>
              <a:pathLst>
                <a:path w="464820" h="436245">
                  <a:moveTo>
                    <a:pt x="0" y="217817"/>
                  </a:moveTo>
                  <a:lnTo>
                    <a:pt x="4697" y="173909"/>
                  </a:lnTo>
                  <a:lnTo>
                    <a:pt x="18172" y="133018"/>
                  </a:lnTo>
                  <a:lnTo>
                    <a:pt x="39497" y="96018"/>
                  </a:lnTo>
                  <a:lnTo>
                    <a:pt x="67743" y="63784"/>
                  </a:lnTo>
                  <a:lnTo>
                    <a:pt x="101983" y="37190"/>
                  </a:lnTo>
                  <a:lnTo>
                    <a:pt x="141290" y="17112"/>
                  </a:lnTo>
                  <a:lnTo>
                    <a:pt x="184736" y="4423"/>
                  </a:lnTo>
                  <a:lnTo>
                    <a:pt x="231394" y="0"/>
                  </a:lnTo>
                  <a:lnTo>
                    <a:pt x="278554" y="4423"/>
                  </a:lnTo>
                  <a:lnTo>
                    <a:pt x="322378" y="17112"/>
                  </a:lnTo>
                  <a:lnTo>
                    <a:pt x="361956" y="37190"/>
                  </a:lnTo>
                  <a:lnTo>
                    <a:pt x="396378" y="63784"/>
                  </a:lnTo>
                  <a:lnTo>
                    <a:pt x="424734" y="96018"/>
                  </a:lnTo>
                  <a:lnTo>
                    <a:pt x="446115" y="133018"/>
                  </a:lnTo>
                  <a:lnTo>
                    <a:pt x="459611" y="173909"/>
                  </a:lnTo>
                  <a:lnTo>
                    <a:pt x="464311" y="217817"/>
                  </a:lnTo>
                  <a:lnTo>
                    <a:pt x="459611" y="261725"/>
                  </a:lnTo>
                  <a:lnTo>
                    <a:pt x="446115" y="302616"/>
                  </a:lnTo>
                  <a:lnTo>
                    <a:pt x="424734" y="339617"/>
                  </a:lnTo>
                  <a:lnTo>
                    <a:pt x="396378" y="371851"/>
                  </a:lnTo>
                  <a:lnTo>
                    <a:pt x="361956" y="398444"/>
                  </a:lnTo>
                  <a:lnTo>
                    <a:pt x="322378" y="418523"/>
                  </a:lnTo>
                  <a:lnTo>
                    <a:pt x="278554" y="431211"/>
                  </a:lnTo>
                  <a:lnTo>
                    <a:pt x="231394" y="435635"/>
                  </a:lnTo>
                  <a:lnTo>
                    <a:pt x="184736" y="431211"/>
                  </a:lnTo>
                  <a:lnTo>
                    <a:pt x="141290" y="418523"/>
                  </a:lnTo>
                  <a:lnTo>
                    <a:pt x="101983" y="398444"/>
                  </a:lnTo>
                  <a:lnTo>
                    <a:pt x="67743" y="371851"/>
                  </a:lnTo>
                  <a:lnTo>
                    <a:pt x="39497" y="339617"/>
                  </a:lnTo>
                  <a:lnTo>
                    <a:pt x="18172" y="302616"/>
                  </a:lnTo>
                  <a:lnTo>
                    <a:pt x="4697" y="261725"/>
                  </a:lnTo>
                  <a:lnTo>
                    <a:pt x="0" y="217817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6091" y="5781509"/>
              <a:ext cx="465835" cy="4330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751385" y="4744707"/>
              <a:ext cx="3070860" cy="1470025"/>
            </a:xfrm>
            <a:custGeom>
              <a:avLst/>
              <a:gdLst/>
              <a:ahLst/>
              <a:cxnLst/>
              <a:rect l="l" t="t" r="r" b="b"/>
              <a:pathLst>
                <a:path w="3070859" h="1470025">
                  <a:moveTo>
                    <a:pt x="2604706" y="1252054"/>
                  </a:moveTo>
                  <a:lnTo>
                    <a:pt x="2609469" y="1208146"/>
                  </a:lnTo>
                  <a:lnTo>
                    <a:pt x="2623117" y="1167255"/>
                  </a:lnTo>
                  <a:lnTo>
                    <a:pt x="2644685" y="1130255"/>
                  </a:lnTo>
                  <a:lnTo>
                    <a:pt x="2673211" y="1098021"/>
                  </a:lnTo>
                  <a:lnTo>
                    <a:pt x="2707732" y="1071427"/>
                  </a:lnTo>
                  <a:lnTo>
                    <a:pt x="2747283" y="1051349"/>
                  </a:lnTo>
                  <a:lnTo>
                    <a:pt x="2790901" y="1038661"/>
                  </a:lnTo>
                  <a:lnTo>
                    <a:pt x="2837624" y="1034237"/>
                  </a:lnTo>
                  <a:lnTo>
                    <a:pt x="2884347" y="1038661"/>
                  </a:lnTo>
                  <a:lnTo>
                    <a:pt x="2927965" y="1051349"/>
                  </a:lnTo>
                  <a:lnTo>
                    <a:pt x="2967516" y="1071427"/>
                  </a:lnTo>
                  <a:lnTo>
                    <a:pt x="3002037" y="1098021"/>
                  </a:lnTo>
                  <a:lnTo>
                    <a:pt x="3030563" y="1130255"/>
                  </a:lnTo>
                  <a:lnTo>
                    <a:pt x="3052131" y="1167255"/>
                  </a:lnTo>
                  <a:lnTo>
                    <a:pt x="3065779" y="1208146"/>
                  </a:lnTo>
                  <a:lnTo>
                    <a:pt x="3070542" y="1252054"/>
                  </a:lnTo>
                  <a:lnTo>
                    <a:pt x="3065779" y="1295962"/>
                  </a:lnTo>
                  <a:lnTo>
                    <a:pt x="3052131" y="1336854"/>
                  </a:lnTo>
                  <a:lnTo>
                    <a:pt x="3030563" y="1373854"/>
                  </a:lnTo>
                  <a:lnTo>
                    <a:pt x="3002037" y="1406088"/>
                  </a:lnTo>
                  <a:lnTo>
                    <a:pt x="2967516" y="1432682"/>
                  </a:lnTo>
                  <a:lnTo>
                    <a:pt x="2927965" y="1452760"/>
                  </a:lnTo>
                  <a:lnTo>
                    <a:pt x="2884347" y="1465448"/>
                  </a:lnTo>
                  <a:lnTo>
                    <a:pt x="2837624" y="1469872"/>
                  </a:lnTo>
                  <a:lnTo>
                    <a:pt x="2790901" y="1465448"/>
                  </a:lnTo>
                  <a:lnTo>
                    <a:pt x="2747283" y="1452760"/>
                  </a:lnTo>
                  <a:lnTo>
                    <a:pt x="2707732" y="1432682"/>
                  </a:lnTo>
                  <a:lnTo>
                    <a:pt x="2673211" y="1406088"/>
                  </a:lnTo>
                  <a:lnTo>
                    <a:pt x="2644685" y="1373854"/>
                  </a:lnTo>
                  <a:lnTo>
                    <a:pt x="2623117" y="1336854"/>
                  </a:lnTo>
                  <a:lnTo>
                    <a:pt x="2609469" y="1295962"/>
                  </a:lnTo>
                  <a:lnTo>
                    <a:pt x="2604706" y="1252054"/>
                  </a:lnTo>
                </a:path>
                <a:path w="3070859" h="1470025">
                  <a:moveTo>
                    <a:pt x="1082370" y="0"/>
                  </a:moveTo>
                  <a:lnTo>
                    <a:pt x="481050" y="418871"/>
                  </a:lnTo>
                </a:path>
                <a:path w="3070859" h="1470025">
                  <a:moveTo>
                    <a:pt x="1411198" y="0"/>
                  </a:moveTo>
                  <a:lnTo>
                    <a:pt x="2091677" y="418871"/>
                  </a:lnTo>
                </a:path>
                <a:path w="3070859" h="1470025">
                  <a:moveTo>
                    <a:pt x="155270" y="726554"/>
                  </a:moveTo>
                  <a:lnTo>
                    <a:pt x="0" y="1098219"/>
                  </a:lnTo>
                </a:path>
                <a:path w="3070859" h="1470025">
                  <a:moveTo>
                    <a:pt x="481050" y="726554"/>
                  </a:moveTo>
                  <a:lnTo>
                    <a:pt x="639381" y="1098219"/>
                  </a:lnTo>
                </a:path>
                <a:path w="3070859" h="1470025">
                  <a:moveTo>
                    <a:pt x="2091677" y="726554"/>
                  </a:moveTo>
                  <a:lnTo>
                    <a:pt x="1887689" y="1098219"/>
                  </a:lnTo>
                </a:path>
                <a:path w="3070859" h="1470025">
                  <a:moveTo>
                    <a:pt x="2418981" y="726554"/>
                  </a:moveTo>
                  <a:lnTo>
                    <a:pt x="2673210" y="109821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287386" y="5442251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23464" y="4761579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50526" y="5385669"/>
            <a:ext cx="203200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4033" y="4126920"/>
            <a:ext cx="5207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  <a:p>
            <a:pPr marL="300990">
              <a:lnSpc>
                <a:spcPts val="2820"/>
              </a:lnSpc>
            </a:pPr>
            <a:r>
              <a:rPr dirty="0" sz="2400" spc="-50">
                <a:latin typeface="Trebuchet MS"/>
                <a:cs typeface="Trebuchet MS"/>
              </a:rPr>
              <a:t>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23473" y="5385669"/>
            <a:ext cx="257175" cy="7975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  <a:p>
            <a:pPr marL="57150">
              <a:lnSpc>
                <a:spcPct val="100000"/>
              </a:lnSpc>
              <a:spcBef>
                <a:spcPts val="590"/>
              </a:spcBef>
            </a:pPr>
            <a:r>
              <a:rPr dirty="0" sz="2400" spc="-50">
                <a:latin typeface="Trebuchet MS"/>
                <a:cs typeface="Trebuchet MS"/>
              </a:rPr>
              <a:t>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2270" y="4704447"/>
            <a:ext cx="196850" cy="7988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600"/>
              </a:spcBef>
            </a:pPr>
            <a:r>
              <a:rPr dirty="0" sz="2400" spc="-50">
                <a:latin typeface="Trebuchet MS"/>
                <a:cs typeface="Trebuchet MS"/>
              </a:rPr>
              <a:t>F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4207" y="5305145"/>
            <a:ext cx="231140" cy="8782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815"/>
              </a:spcBef>
            </a:pPr>
            <a:r>
              <a:rPr dirty="0" sz="1800" spc="-50">
                <a:solidFill>
                  <a:srgbClr val="FF330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 spc="-5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48337" y="4785829"/>
            <a:ext cx="2411730" cy="1362075"/>
          </a:xfrm>
          <a:custGeom>
            <a:avLst/>
            <a:gdLst/>
            <a:ahLst/>
            <a:cxnLst/>
            <a:rect l="l" t="t" r="r" b="b"/>
            <a:pathLst>
              <a:path w="2411729" h="1362075">
                <a:moveTo>
                  <a:pt x="66979" y="1322120"/>
                </a:moveTo>
                <a:lnTo>
                  <a:pt x="41097" y="1322120"/>
                </a:lnTo>
                <a:lnTo>
                  <a:pt x="31965" y="1319072"/>
                </a:lnTo>
                <a:lnTo>
                  <a:pt x="27393" y="1316037"/>
                </a:lnTo>
                <a:lnTo>
                  <a:pt x="28917" y="1316037"/>
                </a:lnTo>
                <a:lnTo>
                  <a:pt x="15227" y="1302321"/>
                </a:lnTo>
                <a:lnTo>
                  <a:pt x="10655" y="1296225"/>
                </a:lnTo>
                <a:lnTo>
                  <a:pt x="6083" y="1293190"/>
                </a:lnTo>
                <a:lnTo>
                  <a:pt x="0" y="1299273"/>
                </a:lnTo>
                <a:lnTo>
                  <a:pt x="9131" y="1308417"/>
                </a:lnTo>
                <a:lnTo>
                  <a:pt x="16738" y="1317561"/>
                </a:lnTo>
                <a:lnTo>
                  <a:pt x="22834" y="1323644"/>
                </a:lnTo>
                <a:lnTo>
                  <a:pt x="27393" y="1326692"/>
                </a:lnTo>
                <a:lnTo>
                  <a:pt x="33489" y="1329740"/>
                </a:lnTo>
                <a:lnTo>
                  <a:pt x="39573" y="1331264"/>
                </a:lnTo>
                <a:lnTo>
                  <a:pt x="66979" y="1331264"/>
                </a:lnTo>
                <a:lnTo>
                  <a:pt x="66979" y="1322120"/>
                </a:lnTo>
                <a:close/>
              </a:path>
              <a:path w="2411729" h="1362075">
                <a:moveTo>
                  <a:pt x="172021" y="1325168"/>
                </a:moveTo>
                <a:lnTo>
                  <a:pt x="170497" y="1316037"/>
                </a:lnTo>
                <a:lnTo>
                  <a:pt x="165938" y="1317561"/>
                </a:lnTo>
                <a:lnTo>
                  <a:pt x="103517" y="1320596"/>
                </a:lnTo>
                <a:lnTo>
                  <a:pt x="95910" y="1322120"/>
                </a:lnTo>
                <a:lnTo>
                  <a:pt x="95910" y="1331264"/>
                </a:lnTo>
                <a:lnTo>
                  <a:pt x="103517" y="1331264"/>
                </a:lnTo>
                <a:lnTo>
                  <a:pt x="135483" y="1328216"/>
                </a:lnTo>
                <a:lnTo>
                  <a:pt x="167449" y="1326692"/>
                </a:lnTo>
                <a:lnTo>
                  <a:pt x="172021" y="1325168"/>
                </a:lnTo>
                <a:close/>
              </a:path>
              <a:path w="2411729" h="1362075">
                <a:moveTo>
                  <a:pt x="275539" y="1311465"/>
                </a:moveTo>
                <a:lnTo>
                  <a:pt x="274015" y="1302321"/>
                </a:lnTo>
                <a:lnTo>
                  <a:pt x="260311" y="1303845"/>
                </a:lnTo>
                <a:lnTo>
                  <a:pt x="228346" y="1309941"/>
                </a:lnTo>
                <a:lnTo>
                  <a:pt x="199428" y="1312989"/>
                </a:lnTo>
                <a:lnTo>
                  <a:pt x="200952" y="1322120"/>
                </a:lnTo>
                <a:lnTo>
                  <a:pt x="229870" y="1319072"/>
                </a:lnTo>
                <a:lnTo>
                  <a:pt x="261835" y="1314513"/>
                </a:lnTo>
                <a:lnTo>
                  <a:pt x="275539" y="1311465"/>
                </a:lnTo>
                <a:close/>
              </a:path>
              <a:path w="2411729" h="1362075">
                <a:moveTo>
                  <a:pt x="363829" y="1253578"/>
                </a:moveTo>
                <a:lnTo>
                  <a:pt x="357746" y="1247495"/>
                </a:lnTo>
                <a:lnTo>
                  <a:pt x="348615" y="1255102"/>
                </a:lnTo>
                <a:lnTo>
                  <a:pt x="328828" y="1274902"/>
                </a:lnTo>
                <a:lnTo>
                  <a:pt x="319684" y="1282522"/>
                </a:lnTo>
                <a:lnTo>
                  <a:pt x="309029" y="1290142"/>
                </a:lnTo>
                <a:lnTo>
                  <a:pt x="299897" y="1296225"/>
                </a:lnTo>
                <a:lnTo>
                  <a:pt x="304469" y="1303845"/>
                </a:lnTo>
                <a:lnTo>
                  <a:pt x="309029" y="1302321"/>
                </a:lnTo>
                <a:lnTo>
                  <a:pt x="313601" y="1299273"/>
                </a:lnTo>
                <a:lnTo>
                  <a:pt x="356222" y="1262722"/>
                </a:lnTo>
                <a:lnTo>
                  <a:pt x="363829" y="1253578"/>
                </a:lnTo>
                <a:close/>
              </a:path>
              <a:path w="2411729" h="1362075">
                <a:moveTo>
                  <a:pt x="411022" y="1160665"/>
                </a:moveTo>
                <a:lnTo>
                  <a:pt x="403415" y="1154569"/>
                </a:lnTo>
                <a:lnTo>
                  <a:pt x="401891" y="1156093"/>
                </a:lnTo>
                <a:lnTo>
                  <a:pt x="400367" y="1160665"/>
                </a:lnTo>
                <a:lnTo>
                  <a:pt x="397332" y="1165237"/>
                </a:lnTo>
                <a:lnTo>
                  <a:pt x="395808" y="1166761"/>
                </a:lnTo>
                <a:lnTo>
                  <a:pt x="392760" y="1171333"/>
                </a:lnTo>
                <a:lnTo>
                  <a:pt x="388188" y="1180465"/>
                </a:lnTo>
                <a:lnTo>
                  <a:pt x="383628" y="1186561"/>
                </a:lnTo>
                <a:lnTo>
                  <a:pt x="379056" y="1194181"/>
                </a:lnTo>
                <a:lnTo>
                  <a:pt x="372973" y="1206360"/>
                </a:lnTo>
                <a:lnTo>
                  <a:pt x="368401" y="1224635"/>
                </a:lnTo>
                <a:lnTo>
                  <a:pt x="377532" y="1226159"/>
                </a:lnTo>
                <a:lnTo>
                  <a:pt x="379056" y="1220076"/>
                </a:lnTo>
                <a:lnTo>
                  <a:pt x="382104" y="1209408"/>
                </a:lnTo>
                <a:lnTo>
                  <a:pt x="385152" y="1204836"/>
                </a:lnTo>
                <a:lnTo>
                  <a:pt x="386676" y="1198753"/>
                </a:lnTo>
                <a:lnTo>
                  <a:pt x="391236" y="1191133"/>
                </a:lnTo>
                <a:lnTo>
                  <a:pt x="395808" y="1185037"/>
                </a:lnTo>
                <a:lnTo>
                  <a:pt x="401891" y="1175905"/>
                </a:lnTo>
                <a:lnTo>
                  <a:pt x="404939" y="1169809"/>
                </a:lnTo>
                <a:lnTo>
                  <a:pt x="407987" y="1165237"/>
                </a:lnTo>
                <a:lnTo>
                  <a:pt x="409511" y="1160665"/>
                </a:lnTo>
                <a:lnTo>
                  <a:pt x="411022" y="1160665"/>
                </a:lnTo>
                <a:close/>
              </a:path>
              <a:path w="2411729" h="1362075">
                <a:moveTo>
                  <a:pt x="444525" y="1061656"/>
                </a:moveTo>
                <a:lnTo>
                  <a:pt x="435381" y="1058621"/>
                </a:lnTo>
                <a:lnTo>
                  <a:pt x="432346" y="1073848"/>
                </a:lnTo>
                <a:lnTo>
                  <a:pt x="417118" y="1133246"/>
                </a:lnTo>
                <a:lnTo>
                  <a:pt x="426250" y="1134770"/>
                </a:lnTo>
                <a:lnTo>
                  <a:pt x="441477" y="1076896"/>
                </a:lnTo>
                <a:lnTo>
                  <a:pt x="444525" y="1061656"/>
                </a:lnTo>
                <a:close/>
              </a:path>
              <a:path w="2411729" h="1362075">
                <a:moveTo>
                  <a:pt x="453656" y="918476"/>
                </a:moveTo>
                <a:lnTo>
                  <a:pt x="452132" y="878878"/>
                </a:lnTo>
                <a:lnTo>
                  <a:pt x="449084" y="851458"/>
                </a:lnTo>
                <a:lnTo>
                  <a:pt x="439953" y="851458"/>
                </a:lnTo>
                <a:lnTo>
                  <a:pt x="441477" y="878878"/>
                </a:lnTo>
                <a:lnTo>
                  <a:pt x="444525" y="918476"/>
                </a:lnTo>
                <a:lnTo>
                  <a:pt x="444525" y="927620"/>
                </a:lnTo>
                <a:lnTo>
                  <a:pt x="453656" y="927620"/>
                </a:lnTo>
                <a:lnTo>
                  <a:pt x="453656" y="918476"/>
                </a:lnTo>
                <a:close/>
              </a:path>
              <a:path w="2411729" h="1362075">
                <a:moveTo>
                  <a:pt x="456653" y="997953"/>
                </a:moveTo>
                <a:lnTo>
                  <a:pt x="455231" y="959612"/>
                </a:lnTo>
                <a:lnTo>
                  <a:pt x="455180" y="956564"/>
                </a:lnTo>
                <a:lnTo>
                  <a:pt x="444525" y="956564"/>
                </a:lnTo>
                <a:lnTo>
                  <a:pt x="446036" y="959612"/>
                </a:lnTo>
                <a:lnTo>
                  <a:pt x="447560" y="997686"/>
                </a:lnTo>
                <a:lnTo>
                  <a:pt x="447560" y="997953"/>
                </a:lnTo>
                <a:lnTo>
                  <a:pt x="456653" y="997953"/>
                </a:lnTo>
                <a:close/>
              </a:path>
              <a:path w="2411729" h="1362075">
                <a:moveTo>
                  <a:pt x="456704" y="999210"/>
                </a:moveTo>
                <a:lnTo>
                  <a:pt x="447560" y="999210"/>
                </a:lnTo>
                <a:lnTo>
                  <a:pt x="447281" y="999210"/>
                </a:lnTo>
                <a:lnTo>
                  <a:pt x="441477" y="1031201"/>
                </a:lnTo>
                <a:lnTo>
                  <a:pt x="450608" y="1032725"/>
                </a:lnTo>
                <a:lnTo>
                  <a:pt x="456704" y="999210"/>
                </a:lnTo>
                <a:close/>
              </a:path>
              <a:path w="2411729" h="1362075">
                <a:moveTo>
                  <a:pt x="509981" y="773785"/>
                </a:moveTo>
                <a:lnTo>
                  <a:pt x="506933" y="772261"/>
                </a:lnTo>
                <a:lnTo>
                  <a:pt x="425678" y="750938"/>
                </a:lnTo>
                <a:lnTo>
                  <a:pt x="424726" y="750697"/>
                </a:lnTo>
                <a:lnTo>
                  <a:pt x="424726" y="752475"/>
                </a:lnTo>
                <a:lnTo>
                  <a:pt x="418642" y="758545"/>
                </a:lnTo>
                <a:lnTo>
                  <a:pt x="424700" y="752475"/>
                </a:lnTo>
                <a:lnTo>
                  <a:pt x="423202" y="750938"/>
                </a:lnTo>
                <a:lnTo>
                  <a:pt x="424726" y="752475"/>
                </a:lnTo>
                <a:lnTo>
                  <a:pt x="424726" y="750697"/>
                </a:lnTo>
                <a:lnTo>
                  <a:pt x="414070" y="747890"/>
                </a:lnTo>
                <a:lnTo>
                  <a:pt x="438429" y="840803"/>
                </a:lnTo>
                <a:lnTo>
                  <a:pt x="439953" y="843851"/>
                </a:lnTo>
                <a:lnTo>
                  <a:pt x="444525" y="843851"/>
                </a:lnTo>
                <a:lnTo>
                  <a:pt x="447560" y="842327"/>
                </a:lnTo>
                <a:lnTo>
                  <a:pt x="447560" y="837755"/>
                </a:lnTo>
                <a:lnTo>
                  <a:pt x="443877" y="824039"/>
                </a:lnTo>
                <a:lnTo>
                  <a:pt x="443649" y="823175"/>
                </a:lnTo>
                <a:lnTo>
                  <a:pt x="447560" y="822528"/>
                </a:lnTo>
                <a:lnTo>
                  <a:pt x="446036" y="814908"/>
                </a:lnTo>
                <a:lnTo>
                  <a:pt x="446036" y="798156"/>
                </a:lnTo>
                <a:lnTo>
                  <a:pt x="444525" y="790536"/>
                </a:lnTo>
                <a:lnTo>
                  <a:pt x="444525" y="785964"/>
                </a:lnTo>
                <a:lnTo>
                  <a:pt x="443001" y="779868"/>
                </a:lnTo>
                <a:lnTo>
                  <a:pt x="443001" y="776820"/>
                </a:lnTo>
                <a:lnTo>
                  <a:pt x="441477" y="775296"/>
                </a:lnTo>
                <a:lnTo>
                  <a:pt x="440715" y="772261"/>
                </a:lnTo>
                <a:lnTo>
                  <a:pt x="439953" y="769213"/>
                </a:lnTo>
                <a:lnTo>
                  <a:pt x="438429" y="767689"/>
                </a:lnTo>
                <a:lnTo>
                  <a:pt x="436905" y="764641"/>
                </a:lnTo>
                <a:lnTo>
                  <a:pt x="435381" y="763130"/>
                </a:lnTo>
                <a:lnTo>
                  <a:pt x="435381" y="785964"/>
                </a:lnTo>
                <a:lnTo>
                  <a:pt x="435381" y="792264"/>
                </a:lnTo>
                <a:lnTo>
                  <a:pt x="430022" y="772261"/>
                </a:lnTo>
                <a:lnTo>
                  <a:pt x="429983" y="772134"/>
                </a:lnTo>
                <a:lnTo>
                  <a:pt x="430822" y="773785"/>
                </a:lnTo>
                <a:lnTo>
                  <a:pt x="430822" y="772261"/>
                </a:lnTo>
                <a:lnTo>
                  <a:pt x="433857" y="779868"/>
                </a:lnTo>
                <a:lnTo>
                  <a:pt x="432346" y="778344"/>
                </a:lnTo>
                <a:lnTo>
                  <a:pt x="433857" y="781392"/>
                </a:lnTo>
                <a:lnTo>
                  <a:pt x="435381" y="785964"/>
                </a:lnTo>
                <a:lnTo>
                  <a:pt x="435381" y="763130"/>
                </a:lnTo>
                <a:lnTo>
                  <a:pt x="435254" y="763003"/>
                </a:lnTo>
                <a:lnTo>
                  <a:pt x="503885" y="781392"/>
                </a:lnTo>
                <a:lnTo>
                  <a:pt x="508457" y="781392"/>
                </a:lnTo>
                <a:lnTo>
                  <a:pt x="509981" y="778344"/>
                </a:lnTo>
                <a:lnTo>
                  <a:pt x="509981" y="773785"/>
                </a:lnTo>
                <a:close/>
              </a:path>
              <a:path w="2411729" h="1362075">
                <a:moveTo>
                  <a:pt x="1026045" y="1041857"/>
                </a:moveTo>
                <a:lnTo>
                  <a:pt x="1023010" y="1032725"/>
                </a:lnTo>
                <a:lnTo>
                  <a:pt x="1012355" y="1037285"/>
                </a:lnTo>
                <a:lnTo>
                  <a:pt x="1000175" y="1043381"/>
                </a:lnTo>
                <a:lnTo>
                  <a:pt x="986472" y="1047953"/>
                </a:lnTo>
                <a:lnTo>
                  <a:pt x="978865" y="1051001"/>
                </a:lnTo>
                <a:lnTo>
                  <a:pt x="971245" y="1055573"/>
                </a:lnTo>
                <a:lnTo>
                  <a:pt x="952982" y="1061656"/>
                </a:lnTo>
                <a:lnTo>
                  <a:pt x="956017" y="1070800"/>
                </a:lnTo>
                <a:lnTo>
                  <a:pt x="965161" y="1067752"/>
                </a:lnTo>
                <a:lnTo>
                  <a:pt x="974293" y="1063180"/>
                </a:lnTo>
                <a:lnTo>
                  <a:pt x="983424" y="1060132"/>
                </a:lnTo>
                <a:lnTo>
                  <a:pt x="991031" y="1057097"/>
                </a:lnTo>
                <a:lnTo>
                  <a:pt x="1004735" y="1051001"/>
                </a:lnTo>
                <a:lnTo>
                  <a:pt x="1016914" y="1046429"/>
                </a:lnTo>
                <a:lnTo>
                  <a:pt x="1026045" y="1041857"/>
                </a:lnTo>
                <a:close/>
              </a:path>
              <a:path w="2411729" h="1362075">
                <a:moveTo>
                  <a:pt x="1117396" y="987031"/>
                </a:moveTo>
                <a:lnTo>
                  <a:pt x="1111300" y="979411"/>
                </a:lnTo>
                <a:lnTo>
                  <a:pt x="1108252" y="982459"/>
                </a:lnTo>
                <a:lnTo>
                  <a:pt x="1099121" y="988542"/>
                </a:lnTo>
                <a:lnTo>
                  <a:pt x="1091514" y="993114"/>
                </a:lnTo>
                <a:lnTo>
                  <a:pt x="1077810" y="1002258"/>
                </a:lnTo>
                <a:lnTo>
                  <a:pt x="1053452" y="1017485"/>
                </a:lnTo>
                <a:lnTo>
                  <a:pt x="1047369" y="1020533"/>
                </a:lnTo>
                <a:lnTo>
                  <a:pt x="1051928" y="1028153"/>
                </a:lnTo>
                <a:lnTo>
                  <a:pt x="1059548" y="1025105"/>
                </a:lnTo>
                <a:lnTo>
                  <a:pt x="1070203" y="1019009"/>
                </a:lnTo>
                <a:lnTo>
                  <a:pt x="1082382" y="1011402"/>
                </a:lnTo>
                <a:lnTo>
                  <a:pt x="1096073" y="1000734"/>
                </a:lnTo>
                <a:lnTo>
                  <a:pt x="1103693" y="996162"/>
                </a:lnTo>
                <a:lnTo>
                  <a:pt x="1117396" y="987031"/>
                </a:lnTo>
                <a:close/>
              </a:path>
              <a:path w="2411729" h="1362075">
                <a:moveTo>
                  <a:pt x="1204163" y="929144"/>
                </a:moveTo>
                <a:lnTo>
                  <a:pt x="1198079" y="921524"/>
                </a:lnTo>
                <a:lnTo>
                  <a:pt x="1187424" y="927620"/>
                </a:lnTo>
                <a:lnTo>
                  <a:pt x="1173721" y="938288"/>
                </a:lnTo>
                <a:lnTo>
                  <a:pt x="1160018" y="947420"/>
                </a:lnTo>
                <a:lnTo>
                  <a:pt x="1147838" y="955040"/>
                </a:lnTo>
                <a:lnTo>
                  <a:pt x="1137183" y="962660"/>
                </a:lnTo>
                <a:lnTo>
                  <a:pt x="1135659" y="964184"/>
                </a:lnTo>
                <a:lnTo>
                  <a:pt x="1140231" y="971791"/>
                </a:lnTo>
                <a:lnTo>
                  <a:pt x="1141742" y="970267"/>
                </a:lnTo>
                <a:lnTo>
                  <a:pt x="1166101" y="955040"/>
                </a:lnTo>
                <a:lnTo>
                  <a:pt x="1178280" y="945896"/>
                </a:lnTo>
                <a:lnTo>
                  <a:pt x="1193507" y="936764"/>
                </a:lnTo>
                <a:lnTo>
                  <a:pt x="1204163" y="929144"/>
                </a:lnTo>
                <a:close/>
              </a:path>
              <a:path w="2411729" h="1362075">
                <a:moveTo>
                  <a:pt x="1271143" y="848410"/>
                </a:moveTo>
                <a:lnTo>
                  <a:pt x="1262011" y="843851"/>
                </a:lnTo>
                <a:lnTo>
                  <a:pt x="1262011" y="845375"/>
                </a:lnTo>
                <a:lnTo>
                  <a:pt x="1258963" y="848410"/>
                </a:lnTo>
                <a:lnTo>
                  <a:pt x="1258963" y="851458"/>
                </a:lnTo>
                <a:lnTo>
                  <a:pt x="1255928" y="857554"/>
                </a:lnTo>
                <a:lnTo>
                  <a:pt x="1252880" y="862126"/>
                </a:lnTo>
                <a:lnTo>
                  <a:pt x="1243749" y="880402"/>
                </a:lnTo>
                <a:lnTo>
                  <a:pt x="1234617" y="892594"/>
                </a:lnTo>
                <a:lnTo>
                  <a:pt x="1228521" y="898677"/>
                </a:lnTo>
                <a:lnTo>
                  <a:pt x="1220914" y="904773"/>
                </a:lnTo>
                <a:lnTo>
                  <a:pt x="1226997" y="912393"/>
                </a:lnTo>
                <a:lnTo>
                  <a:pt x="1246784" y="892594"/>
                </a:lnTo>
                <a:lnTo>
                  <a:pt x="1251356" y="886498"/>
                </a:lnTo>
                <a:lnTo>
                  <a:pt x="1255928" y="878878"/>
                </a:lnTo>
                <a:lnTo>
                  <a:pt x="1258963" y="871258"/>
                </a:lnTo>
                <a:lnTo>
                  <a:pt x="1262011" y="866698"/>
                </a:lnTo>
                <a:lnTo>
                  <a:pt x="1265059" y="857554"/>
                </a:lnTo>
                <a:lnTo>
                  <a:pt x="1266583" y="856030"/>
                </a:lnTo>
                <a:lnTo>
                  <a:pt x="1269619" y="849934"/>
                </a:lnTo>
                <a:lnTo>
                  <a:pt x="1271143" y="848410"/>
                </a:lnTo>
                <a:close/>
              </a:path>
              <a:path w="2411729" h="1362075">
                <a:moveTo>
                  <a:pt x="1312252" y="752449"/>
                </a:moveTo>
                <a:lnTo>
                  <a:pt x="1303121" y="749414"/>
                </a:lnTo>
                <a:lnTo>
                  <a:pt x="1303121" y="750938"/>
                </a:lnTo>
                <a:lnTo>
                  <a:pt x="1300073" y="760069"/>
                </a:lnTo>
                <a:lnTo>
                  <a:pt x="1297025" y="767689"/>
                </a:lnTo>
                <a:lnTo>
                  <a:pt x="1287894" y="782916"/>
                </a:lnTo>
                <a:lnTo>
                  <a:pt x="1281798" y="798156"/>
                </a:lnTo>
                <a:lnTo>
                  <a:pt x="1277239" y="821004"/>
                </a:lnTo>
                <a:lnTo>
                  <a:pt x="1286370" y="822528"/>
                </a:lnTo>
                <a:lnTo>
                  <a:pt x="1289418" y="808812"/>
                </a:lnTo>
                <a:lnTo>
                  <a:pt x="1290942" y="801192"/>
                </a:lnTo>
                <a:lnTo>
                  <a:pt x="1297025" y="785964"/>
                </a:lnTo>
                <a:lnTo>
                  <a:pt x="1301597" y="779868"/>
                </a:lnTo>
                <a:lnTo>
                  <a:pt x="1306156" y="772261"/>
                </a:lnTo>
                <a:lnTo>
                  <a:pt x="1312252" y="753973"/>
                </a:lnTo>
                <a:lnTo>
                  <a:pt x="1312252" y="752449"/>
                </a:lnTo>
                <a:close/>
              </a:path>
              <a:path w="2411729" h="1362075">
                <a:moveTo>
                  <a:pt x="1332039" y="648881"/>
                </a:moveTo>
                <a:lnTo>
                  <a:pt x="1322908" y="648881"/>
                </a:lnTo>
                <a:lnTo>
                  <a:pt x="1322908" y="664108"/>
                </a:lnTo>
                <a:lnTo>
                  <a:pt x="1321384" y="665632"/>
                </a:lnTo>
                <a:lnTo>
                  <a:pt x="1321384" y="668680"/>
                </a:lnTo>
                <a:lnTo>
                  <a:pt x="1319860" y="671728"/>
                </a:lnTo>
                <a:lnTo>
                  <a:pt x="1319860" y="676300"/>
                </a:lnTo>
                <a:lnTo>
                  <a:pt x="1316812" y="683907"/>
                </a:lnTo>
                <a:lnTo>
                  <a:pt x="1315300" y="694575"/>
                </a:lnTo>
                <a:lnTo>
                  <a:pt x="1312252" y="705231"/>
                </a:lnTo>
                <a:lnTo>
                  <a:pt x="1309204" y="714375"/>
                </a:lnTo>
                <a:lnTo>
                  <a:pt x="1307680" y="721995"/>
                </a:lnTo>
                <a:lnTo>
                  <a:pt x="1316812" y="723519"/>
                </a:lnTo>
                <a:lnTo>
                  <a:pt x="1318336" y="715899"/>
                </a:lnTo>
                <a:lnTo>
                  <a:pt x="1321384" y="706755"/>
                </a:lnTo>
                <a:lnTo>
                  <a:pt x="1324432" y="696099"/>
                </a:lnTo>
                <a:lnTo>
                  <a:pt x="1325956" y="686955"/>
                </a:lnTo>
                <a:lnTo>
                  <a:pt x="1328991" y="677824"/>
                </a:lnTo>
                <a:lnTo>
                  <a:pt x="1328991" y="674776"/>
                </a:lnTo>
                <a:lnTo>
                  <a:pt x="1330515" y="670204"/>
                </a:lnTo>
                <a:lnTo>
                  <a:pt x="1330515" y="668680"/>
                </a:lnTo>
                <a:lnTo>
                  <a:pt x="1332039" y="665632"/>
                </a:lnTo>
                <a:lnTo>
                  <a:pt x="1332039" y="648881"/>
                </a:lnTo>
                <a:close/>
              </a:path>
              <a:path w="2411729" h="1362075">
                <a:moveTo>
                  <a:pt x="1335087" y="543775"/>
                </a:moveTo>
                <a:lnTo>
                  <a:pt x="1324432" y="543775"/>
                </a:lnTo>
                <a:lnTo>
                  <a:pt x="1322908" y="619937"/>
                </a:lnTo>
                <a:lnTo>
                  <a:pt x="1333563" y="619937"/>
                </a:lnTo>
                <a:lnTo>
                  <a:pt x="1335087" y="543775"/>
                </a:lnTo>
                <a:close/>
              </a:path>
              <a:path w="2411729" h="1362075">
                <a:moveTo>
                  <a:pt x="1336611" y="438683"/>
                </a:moveTo>
                <a:lnTo>
                  <a:pt x="1327480" y="438683"/>
                </a:lnTo>
                <a:lnTo>
                  <a:pt x="1325956" y="487426"/>
                </a:lnTo>
                <a:lnTo>
                  <a:pt x="1325956" y="514845"/>
                </a:lnTo>
                <a:lnTo>
                  <a:pt x="1335087" y="514845"/>
                </a:lnTo>
                <a:lnTo>
                  <a:pt x="1335087" y="487426"/>
                </a:lnTo>
                <a:lnTo>
                  <a:pt x="1336611" y="438683"/>
                </a:lnTo>
                <a:close/>
              </a:path>
              <a:path w="2411729" h="1362075">
                <a:moveTo>
                  <a:pt x="1339646" y="335102"/>
                </a:moveTo>
                <a:lnTo>
                  <a:pt x="1330515" y="335102"/>
                </a:lnTo>
                <a:lnTo>
                  <a:pt x="1327480" y="409740"/>
                </a:lnTo>
                <a:lnTo>
                  <a:pt x="1338135" y="411264"/>
                </a:lnTo>
                <a:lnTo>
                  <a:pt x="1339646" y="335102"/>
                </a:lnTo>
                <a:close/>
              </a:path>
              <a:path w="2411729" h="1362075">
                <a:moveTo>
                  <a:pt x="1342694" y="230009"/>
                </a:moveTo>
                <a:lnTo>
                  <a:pt x="1332039" y="230009"/>
                </a:lnTo>
                <a:lnTo>
                  <a:pt x="1332039" y="269608"/>
                </a:lnTo>
                <a:lnTo>
                  <a:pt x="1330515" y="283311"/>
                </a:lnTo>
                <a:lnTo>
                  <a:pt x="1330515" y="306158"/>
                </a:lnTo>
                <a:lnTo>
                  <a:pt x="1339646" y="306158"/>
                </a:lnTo>
                <a:lnTo>
                  <a:pt x="1339646" y="298551"/>
                </a:lnTo>
                <a:lnTo>
                  <a:pt x="1341170" y="283311"/>
                </a:lnTo>
                <a:lnTo>
                  <a:pt x="1341170" y="246761"/>
                </a:lnTo>
                <a:lnTo>
                  <a:pt x="1342694" y="234569"/>
                </a:lnTo>
                <a:lnTo>
                  <a:pt x="1342694" y="230009"/>
                </a:lnTo>
                <a:close/>
              </a:path>
              <a:path w="2411729" h="1362075">
                <a:moveTo>
                  <a:pt x="1347266" y="124904"/>
                </a:moveTo>
                <a:lnTo>
                  <a:pt x="1336611" y="124904"/>
                </a:lnTo>
                <a:lnTo>
                  <a:pt x="1336611" y="141655"/>
                </a:lnTo>
                <a:lnTo>
                  <a:pt x="1335087" y="149275"/>
                </a:lnTo>
                <a:lnTo>
                  <a:pt x="1335087" y="182791"/>
                </a:lnTo>
                <a:lnTo>
                  <a:pt x="1333563" y="188874"/>
                </a:lnTo>
                <a:lnTo>
                  <a:pt x="1333563" y="201066"/>
                </a:lnTo>
                <a:lnTo>
                  <a:pt x="1342694" y="201066"/>
                </a:lnTo>
                <a:lnTo>
                  <a:pt x="1342694" y="198018"/>
                </a:lnTo>
                <a:lnTo>
                  <a:pt x="1344218" y="190398"/>
                </a:lnTo>
                <a:lnTo>
                  <a:pt x="1344218" y="158419"/>
                </a:lnTo>
                <a:lnTo>
                  <a:pt x="1345742" y="149275"/>
                </a:lnTo>
                <a:lnTo>
                  <a:pt x="1345742" y="127952"/>
                </a:lnTo>
                <a:lnTo>
                  <a:pt x="1347266" y="124904"/>
                </a:lnTo>
                <a:close/>
              </a:path>
              <a:path w="2411729" h="1362075">
                <a:moveTo>
                  <a:pt x="1391412" y="83781"/>
                </a:moveTo>
                <a:lnTo>
                  <a:pt x="1354201" y="19799"/>
                </a:lnTo>
                <a:lnTo>
                  <a:pt x="1349781" y="12192"/>
                </a:lnTo>
                <a:lnTo>
                  <a:pt x="1342694" y="0"/>
                </a:lnTo>
                <a:lnTo>
                  <a:pt x="1293977" y="83781"/>
                </a:lnTo>
                <a:lnTo>
                  <a:pt x="1293977" y="86829"/>
                </a:lnTo>
                <a:lnTo>
                  <a:pt x="1295501" y="89877"/>
                </a:lnTo>
                <a:lnTo>
                  <a:pt x="1300073" y="89877"/>
                </a:lnTo>
                <a:lnTo>
                  <a:pt x="1303121" y="88353"/>
                </a:lnTo>
                <a:lnTo>
                  <a:pt x="1338135" y="27952"/>
                </a:lnTo>
                <a:lnTo>
                  <a:pt x="1338135" y="95961"/>
                </a:lnTo>
                <a:lnTo>
                  <a:pt x="1347266" y="95961"/>
                </a:lnTo>
                <a:lnTo>
                  <a:pt x="1347266" y="27952"/>
                </a:lnTo>
                <a:lnTo>
                  <a:pt x="1382280" y="88353"/>
                </a:lnTo>
                <a:lnTo>
                  <a:pt x="1385328" y="89877"/>
                </a:lnTo>
                <a:lnTo>
                  <a:pt x="1389888" y="89877"/>
                </a:lnTo>
                <a:lnTo>
                  <a:pt x="1391412" y="86829"/>
                </a:lnTo>
                <a:lnTo>
                  <a:pt x="1391412" y="83781"/>
                </a:lnTo>
                <a:close/>
              </a:path>
              <a:path w="2411729" h="1362075">
                <a:moveTo>
                  <a:pt x="2012518" y="1349540"/>
                </a:moveTo>
                <a:lnTo>
                  <a:pt x="1983600" y="1351064"/>
                </a:lnTo>
                <a:lnTo>
                  <a:pt x="1936407" y="1352588"/>
                </a:lnTo>
                <a:lnTo>
                  <a:pt x="1936407" y="1361732"/>
                </a:lnTo>
                <a:lnTo>
                  <a:pt x="1983600" y="1360208"/>
                </a:lnTo>
                <a:lnTo>
                  <a:pt x="2012518" y="1360208"/>
                </a:lnTo>
                <a:lnTo>
                  <a:pt x="2012518" y="1349540"/>
                </a:lnTo>
                <a:close/>
              </a:path>
              <a:path w="2411729" h="1362075">
                <a:moveTo>
                  <a:pt x="2117560" y="1355636"/>
                </a:moveTo>
                <a:lnTo>
                  <a:pt x="2116048" y="1344968"/>
                </a:lnTo>
                <a:lnTo>
                  <a:pt x="2102345" y="1346492"/>
                </a:lnTo>
                <a:lnTo>
                  <a:pt x="2077986" y="1348016"/>
                </a:lnTo>
                <a:lnTo>
                  <a:pt x="2039924" y="1349540"/>
                </a:lnTo>
                <a:lnTo>
                  <a:pt x="2041448" y="1358684"/>
                </a:lnTo>
                <a:lnTo>
                  <a:pt x="2079510" y="1357160"/>
                </a:lnTo>
                <a:lnTo>
                  <a:pt x="2102345" y="1355636"/>
                </a:lnTo>
                <a:lnTo>
                  <a:pt x="2117560" y="1355636"/>
                </a:lnTo>
                <a:close/>
              </a:path>
              <a:path w="2411729" h="1362075">
                <a:moveTo>
                  <a:pt x="2218042" y="1322120"/>
                </a:moveTo>
                <a:lnTo>
                  <a:pt x="2213470" y="1312989"/>
                </a:lnTo>
                <a:lnTo>
                  <a:pt x="2211946" y="1314513"/>
                </a:lnTo>
                <a:lnTo>
                  <a:pt x="2198255" y="1320596"/>
                </a:lnTo>
                <a:lnTo>
                  <a:pt x="2183028" y="1325168"/>
                </a:lnTo>
                <a:lnTo>
                  <a:pt x="2176932" y="1328216"/>
                </a:lnTo>
                <a:lnTo>
                  <a:pt x="2169325" y="1329740"/>
                </a:lnTo>
                <a:lnTo>
                  <a:pt x="2148014" y="1338884"/>
                </a:lnTo>
                <a:lnTo>
                  <a:pt x="2143442" y="1340408"/>
                </a:lnTo>
                <a:lnTo>
                  <a:pt x="2146490" y="1349540"/>
                </a:lnTo>
                <a:lnTo>
                  <a:pt x="2151062" y="1348016"/>
                </a:lnTo>
                <a:lnTo>
                  <a:pt x="2161717" y="1343444"/>
                </a:lnTo>
                <a:lnTo>
                  <a:pt x="2173897" y="1338884"/>
                </a:lnTo>
                <a:lnTo>
                  <a:pt x="2179980" y="1335836"/>
                </a:lnTo>
                <a:lnTo>
                  <a:pt x="2186076" y="1334312"/>
                </a:lnTo>
                <a:lnTo>
                  <a:pt x="2201291" y="1329740"/>
                </a:lnTo>
                <a:lnTo>
                  <a:pt x="2214994" y="1323644"/>
                </a:lnTo>
                <a:lnTo>
                  <a:pt x="2218042" y="1322120"/>
                </a:lnTo>
                <a:close/>
              </a:path>
              <a:path w="2411729" h="1362075">
                <a:moveTo>
                  <a:pt x="2291105" y="1244447"/>
                </a:moveTo>
                <a:lnTo>
                  <a:pt x="2281974" y="1239875"/>
                </a:lnTo>
                <a:lnTo>
                  <a:pt x="2278938" y="1244447"/>
                </a:lnTo>
                <a:lnTo>
                  <a:pt x="2271318" y="1255102"/>
                </a:lnTo>
                <a:lnTo>
                  <a:pt x="2265235" y="1265770"/>
                </a:lnTo>
                <a:lnTo>
                  <a:pt x="2256104" y="1274902"/>
                </a:lnTo>
                <a:lnTo>
                  <a:pt x="2246960" y="1285570"/>
                </a:lnTo>
                <a:lnTo>
                  <a:pt x="2236305" y="1296225"/>
                </a:lnTo>
                <a:lnTo>
                  <a:pt x="2234781" y="1296225"/>
                </a:lnTo>
                <a:lnTo>
                  <a:pt x="2240877" y="1303845"/>
                </a:lnTo>
                <a:lnTo>
                  <a:pt x="2242401" y="1303845"/>
                </a:lnTo>
                <a:lnTo>
                  <a:pt x="2263711" y="1282522"/>
                </a:lnTo>
                <a:lnTo>
                  <a:pt x="2286546" y="1250530"/>
                </a:lnTo>
                <a:lnTo>
                  <a:pt x="2291105" y="1244447"/>
                </a:lnTo>
                <a:close/>
              </a:path>
              <a:path w="2411729" h="1362075">
                <a:moveTo>
                  <a:pt x="2335263" y="1150010"/>
                </a:moveTo>
                <a:lnTo>
                  <a:pt x="2326119" y="1146962"/>
                </a:lnTo>
                <a:lnTo>
                  <a:pt x="2324608" y="1151534"/>
                </a:lnTo>
                <a:lnTo>
                  <a:pt x="2321560" y="1163713"/>
                </a:lnTo>
                <a:lnTo>
                  <a:pt x="2320036" y="1172857"/>
                </a:lnTo>
                <a:lnTo>
                  <a:pt x="2315464" y="1183513"/>
                </a:lnTo>
                <a:lnTo>
                  <a:pt x="2312428" y="1195705"/>
                </a:lnTo>
                <a:lnTo>
                  <a:pt x="2309380" y="1201788"/>
                </a:lnTo>
                <a:lnTo>
                  <a:pt x="2309380" y="1200264"/>
                </a:lnTo>
                <a:lnTo>
                  <a:pt x="2306332" y="1206360"/>
                </a:lnTo>
                <a:lnTo>
                  <a:pt x="2301773" y="1210932"/>
                </a:lnTo>
                <a:lnTo>
                  <a:pt x="2298725" y="1215504"/>
                </a:lnTo>
                <a:lnTo>
                  <a:pt x="2306332" y="1221600"/>
                </a:lnTo>
                <a:lnTo>
                  <a:pt x="2309380" y="1217028"/>
                </a:lnTo>
                <a:lnTo>
                  <a:pt x="2313952" y="1212456"/>
                </a:lnTo>
                <a:lnTo>
                  <a:pt x="2316988" y="1206360"/>
                </a:lnTo>
                <a:lnTo>
                  <a:pt x="2316988" y="1204836"/>
                </a:lnTo>
                <a:lnTo>
                  <a:pt x="2318512" y="1201788"/>
                </a:lnTo>
                <a:lnTo>
                  <a:pt x="2320036" y="1198753"/>
                </a:lnTo>
                <a:lnTo>
                  <a:pt x="2324608" y="1186561"/>
                </a:lnTo>
                <a:lnTo>
                  <a:pt x="2329167" y="1175905"/>
                </a:lnTo>
                <a:lnTo>
                  <a:pt x="2330691" y="1166761"/>
                </a:lnTo>
                <a:lnTo>
                  <a:pt x="2332215" y="1159141"/>
                </a:lnTo>
                <a:lnTo>
                  <a:pt x="2333739" y="1153058"/>
                </a:lnTo>
                <a:lnTo>
                  <a:pt x="2335263" y="1150010"/>
                </a:lnTo>
                <a:close/>
              </a:path>
              <a:path w="2411729" h="1362075">
                <a:moveTo>
                  <a:pt x="2356574" y="1046429"/>
                </a:moveTo>
                <a:lnTo>
                  <a:pt x="2347442" y="1044905"/>
                </a:lnTo>
                <a:lnTo>
                  <a:pt x="2341346" y="1066228"/>
                </a:lnTo>
                <a:lnTo>
                  <a:pt x="2339822" y="1078420"/>
                </a:lnTo>
                <a:lnTo>
                  <a:pt x="2336787" y="1089075"/>
                </a:lnTo>
                <a:lnTo>
                  <a:pt x="2335263" y="1098219"/>
                </a:lnTo>
                <a:lnTo>
                  <a:pt x="2333739" y="1105827"/>
                </a:lnTo>
                <a:lnTo>
                  <a:pt x="2330691" y="1118019"/>
                </a:lnTo>
                <a:lnTo>
                  <a:pt x="2330691" y="1119555"/>
                </a:lnTo>
                <a:lnTo>
                  <a:pt x="2339822" y="1121079"/>
                </a:lnTo>
                <a:lnTo>
                  <a:pt x="2339822" y="1119555"/>
                </a:lnTo>
                <a:lnTo>
                  <a:pt x="2341346" y="1114971"/>
                </a:lnTo>
                <a:lnTo>
                  <a:pt x="2344394" y="1099743"/>
                </a:lnTo>
                <a:lnTo>
                  <a:pt x="2345918" y="1090599"/>
                </a:lnTo>
                <a:lnTo>
                  <a:pt x="2348966" y="1081468"/>
                </a:lnTo>
                <a:lnTo>
                  <a:pt x="2352002" y="1069276"/>
                </a:lnTo>
                <a:lnTo>
                  <a:pt x="2356574" y="1046429"/>
                </a:lnTo>
                <a:close/>
              </a:path>
              <a:path w="2411729" h="1362075">
                <a:moveTo>
                  <a:pt x="2365705" y="941324"/>
                </a:moveTo>
                <a:lnTo>
                  <a:pt x="2355050" y="941324"/>
                </a:lnTo>
                <a:lnTo>
                  <a:pt x="2355050" y="962660"/>
                </a:lnTo>
                <a:lnTo>
                  <a:pt x="2353526" y="971791"/>
                </a:lnTo>
                <a:lnTo>
                  <a:pt x="2353526" y="982459"/>
                </a:lnTo>
                <a:lnTo>
                  <a:pt x="2352002" y="993114"/>
                </a:lnTo>
                <a:lnTo>
                  <a:pt x="2352002" y="1006830"/>
                </a:lnTo>
                <a:lnTo>
                  <a:pt x="2350478" y="1017485"/>
                </a:lnTo>
                <a:lnTo>
                  <a:pt x="2359622" y="1017485"/>
                </a:lnTo>
                <a:lnTo>
                  <a:pt x="2361133" y="1006830"/>
                </a:lnTo>
                <a:lnTo>
                  <a:pt x="2361133" y="994638"/>
                </a:lnTo>
                <a:lnTo>
                  <a:pt x="2362657" y="982459"/>
                </a:lnTo>
                <a:lnTo>
                  <a:pt x="2362657" y="971791"/>
                </a:lnTo>
                <a:lnTo>
                  <a:pt x="2364181" y="962660"/>
                </a:lnTo>
                <a:lnTo>
                  <a:pt x="2364181" y="945896"/>
                </a:lnTo>
                <a:lnTo>
                  <a:pt x="2365705" y="941324"/>
                </a:lnTo>
                <a:close/>
              </a:path>
              <a:path w="2411729" h="1362075">
                <a:moveTo>
                  <a:pt x="2367229" y="836231"/>
                </a:moveTo>
                <a:lnTo>
                  <a:pt x="2356574" y="837755"/>
                </a:lnTo>
                <a:lnTo>
                  <a:pt x="2358098" y="846886"/>
                </a:lnTo>
                <a:lnTo>
                  <a:pt x="2358098" y="903249"/>
                </a:lnTo>
                <a:lnTo>
                  <a:pt x="2356574" y="912393"/>
                </a:lnTo>
                <a:lnTo>
                  <a:pt x="2367229" y="913917"/>
                </a:lnTo>
                <a:lnTo>
                  <a:pt x="2367229" y="836231"/>
                </a:lnTo>
                <a:close/>
              </a:path>
              <a:path w="2411729" h="1362075">
                <a:moveTo>
                  <a:pt x="2411374" y="834707"/>
                </a:moveTo>
                <a:lnTo>
                  <a:pt x="2409850" y="830135"/>
                </a:lnTo>
                <a:lnTo>
                  <a:pt x="2367229" y="758190"/>
                </a:lnTo>
                <a:lnTo>
                  <a:pt x="2367229" y="757021"/>
                </a:lnTo>
                <a:lnTo>
                  <a:pt x="2366530" y="757021"/>
                </a:lnTo>
                <a:lnTo>
                  <a:pt x="2361133" y="747890"/>
                </a:lnTo>
                <a:lnTo>
                  <a:pt x="2313952" y="830135"/>
                </a:lnTo>
                <a:lnTo>
                  <a:pt x="2312428" y="834707"/>
                </a:lnTo>
                <a:lnTo>
                  <a:pt x="2315464" y="837755"/>
                </a:lnTo>
                <a:lnTo>
                  <a:pt x="2318512" y="837755"/>
                </a:lnTo>
                <a:lnTo>
                  <a:pt x="2321560" y="836231"/>
                </a:lnTo>
                <a:lnTo>
                  <a:pt x="2356574" y="775830"/>
                </a:lnTo>
                <a:lnTo>
                  <a:pt x="2356574" y="808812"/>
                </a:lnTo>
                <a:lnTo>
                  <a:pt x="2367229" y="808812"/>
                </a:lnTo>
                <a:lnTo>
                  <a:pt x="2367229" y="775830"/>
                </a:lnTo>
                <a:lnTo>
                  <a:pt x="2402243" y="836231"/>
                </a:lnTo>
                <a:lnTo>
                  <a:pt x="2405291" y="837755"/>
                </a:lnTo>
                <a:lnTo>
                  <a:pt x="2408326" y="837755"/>
                </a:lnTo>
                <a:lnTo>
                  <a:pt x="2411374" y="834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3948"/>
            <a:ext cx="4014470" cy="44215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5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개념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소개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7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표현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6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 spc="-10">
                <a:latin typeface="Gulim"/>
                <a:cs typeface="Gulim"/>
              </a:rPr>
              <a:t>순회</a:t>
            </a:r>
            <a:r>
              <a:rPr dirty="0" sz="1900" spc="-10">
                <a:latin typeface="Arial"/>
                <a:cs typeface="Arial"/>
              </a:rPr>
              <a:t>(</a:t>
            </a:r>
            <a:r>
              <a:rPr dirty="0" sz="1900" spc="-10">
                <a:latin typeface="Gulim"/>
                <a:cs typeface="Gulim"/>
              </a:rPr>
              <a:t>순환방식</a:t>
            </a:r>
            <a:r>
              <a:rPr dirty="0" sz="1900" spc="-1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06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반복적</a:t>
            </a:r>
            <a:r>
              <a:rPr dirty="0" sz="1900" spc="-15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순회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레벨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순회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응용</a:t>
            </a:r>
            <a:r>
              <a:rPr dirty="0" sz="1900">
                <a:latin typeface="Arial"/>
                <a:cs typeface="Arial"/>
              </a:rPr>
              <a:t>: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수식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처리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응용</a:t>
            </a:r>
            <a:r>
              <a:rPr dirty="0" sz="1900">
                <a:latin typeface="Arial"/>
                <a:cs typeface="Arial"/>
              </a:rPr>
              <a:t>: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Gulim"/>
                <a:cs typeface="Gulim"/>
              </a:rPr>
              <a:t>디렉토리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용량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계산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5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추가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연산</a:t>
            </a:r>
            <a:endParaRPr sz="1900">
              <a:latin typeface="Gulim"/>
              <a:cs typeface="Gulim"/>
            </a:endParaRPr>
          </a:p>
          <a:p>
            <a:pPr marL="467359" indent="-454659">
              <a:lnSpc>
                <a:spcPct val="100000"/>
              </a:lnSpc>
              <a:spcBef>
                <a:spcPts val="250"/>
              </a:spcBef>
              <a:buClr>
                <a:srgbClr val="DD8046"/>
              </a:buClr>
              <a:buFont typeface="Arial"/>
              <a:buAutoNum type="arabicPeriod"/>
              <a:tabLst>
                <a:tab pos="467359" algn="l"/>
              </a:tabLst>
            </a:pPr>
            <a:r>
              <a:rPr dirty="0" sz="1900">
                <a:latin typeface="Gulim"/>
                <a:cs typeface="Gulim"/>
              </a:rPr>
              <a:t>스레드</a:t>
            </a:r>
            <a:r>
              <a:rPr dirty="0" sz="1900" spc="-14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5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트리</a:t>
            </a:r>
            <a:endParaRPr sz="19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/>
            </a:pPr>
            <a:endParaRPr sz="1900">
              <a:latin typeface="Gulim"/>
              <a:cs typeface="Gulim"/>
            </a:endParaRPr>
          </a:p>
          <a:p>
            <a:pPr marL="467359" indent="-454659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7359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탐색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트리</a:t>
            </a:r>
            <a:endParaRPr sz="1900">
              <a:latin typeface="Gulim"/>
              <a:cs typeface="Gulim"/>
            </a:endParaRPr>
          </a:p>
          <a:p>
            <a:pPr marL="467359" indent="-454659">
              <a:lnSpc>
                <a:spcPct val="100000"/>
              </a:lnSpc>
              <a:spcBef>
                <a:spcPts val="254"/>
              </a:spcBef>
              <a:buClr>
                <a:srgbClr val="DD8046"/>
              </a:buClr>
              <a:buFont typeface="Arial"/>
              <a:buAutoNum type="arabicPeriod"/>
              <a:tabLst>
                <a:tab pos="467359" algn="l"/>
              </a:tabLst>
            </a:pPr>
            <a:r>
              <a:rPr dirty="0" sz="1900">
                <a:latin typeface="Gulim"/>
                <a:cs typeface="Gulim"/>
              </a:rPr>
              <a:t>이진</a:t>
            </a:r>
            <a:r>
              <a:rPr dirty="0" sz="1900" spc="-15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탐색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트리의</a:t>
            </a:r>
            <a:r>
              <a:rPr dirty="0" sz="1900" spc="-14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응용</a:t>
            </a:r>
            <a:r>
              <a:rPr dirty="0" sz="1900">
                <a:latin typeface="Arial"/>
                <a:cs typeface="Arial"/>
              </a:rPr>
              <a:t>: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영어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사전</a:t>
            </a:r>
            <a:endParaRPr sz="19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800"/>
              <a:t>이진탐색트리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886706"/>
            <a:ext cx="7571740" cy="175133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r" marL="319405" marR="833119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19405" algn="l"/>
                <a:tab pos="2056130" algn="l"/>
                <a:tab pos="3106420" algn="l"/>
                <a:tab pos="3930015" algn="l"/>
                <a:tab pos="4753610" algn="l"/>
                <a:tab pos="5804535" algn="l"/>
              </a:tabLst>
            </a:pPr>
            <a:r>
              <a:rPr dirty="0" sz="1800" spc="-10">
                <a:latin typeface="Gulim"/>
                <a:cs typeface="Gulim"/>
              </a:rPr>
              <a:t>이진탐색트리는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0">
                <a:latin typeface="Gulim"/>
                <a:cs typeface="Gulim"/>
              </a:rPr>
              <a:t>이진트리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중에서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다음을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0">
                <a:latin typeface="Gulim"/>
                <a:cs typeface="Gulim"/>
              </a:rPr>
              <a:t>만족하는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0">
                <a:latin typeface="Gulim"/>
                <a:cs typeface="Gulim"/>
              </a:rPr>
              <a:t>이진트리</a:t>
            </a:r>
            <a:endParaRPr sz="1800">
              <a:latin typeface="Gulim"/>
              <a:cs typeface="Gulim"/>
            </a:endParaRPr>
          </a:p>
          <a:p>
            <a:pPr algn="r" marR="77597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solidFill>
                  <a:srgbClr val="FF3300"/>
                </a:solidFill>
                <a:latin typeface="Lucida Console"/>
                <a:cs typeface="Lucida Console"/>
              </a:rPr>
              <a:t>key(</a:t>
            </a:r>
            <a:r>
              <a:rPr dirty="0" sz="1800">
                <a:solidFill>
                  <a:srgbClr val="FF3300"/>
                </a:solidFill>
                <a:latin typeface="Gulim"/>
                <a:cs typeface="Gulim"/>
              </a:rPr>
              <a:t>왼쪽서브트리</a:t>
            </a:r>
            <a:r>
              <a:rPr dirty="0" sz="1800">
                <a:solidFill>
                  <a:srgbClr val="FF3300"/>
                </a:solidFill>
                <a:latin typeface="Lucida Console"/>
                <a:cs typeface="Lucida Console"/>
              </a:rPr>
              <a:t>)≤</a:t>
            </a:r>
            <a:r>
              <a:rPr dirty="0" sz="1800" spc="-150">
                <a:solidFill>
                  <a:srgbClr val="FF3300"/>
                </a:solidFill>
                <a:latin typeface="Lucida Console"/>
                <a:cs typeface="Lucida Console"/>
              </a:rPr>
              <a:t> </a:t>
            </a:r>
            <a:r>
              <a:rPr dirty="0" sz="1800">
                <a:solidFill>
                  <a:srgbClr val="FF3300"/>
                </a:solidFill>
                <a:latin typeface="Lucida Console"/>
                <a:cs typeface="Lucida Console"/>
              </a:rPr>
              <a:t>key(</a:t>
            </a:r>
            <a:r>
              <a:rPr dirty="0" sz="1800">
                <a:solidFill>
                  <a:srgbClr val="FF3300"/>
                </a:solidFill>
                <a:latin typeface="Gulim"/>
                <a:cs typeface="Gulim"/>
              </a:rPr>
              <a:t>루트노드</a:t>
            </a:r>
            <a:r>
              <a:rPr dirty="0" sz="1800">
                <a:solidFill>
                  <a:srgbClr val="FF3300"/>
                </a:solidFill>
                <a:latin typeface="Lucida Console"/>
                <a:cs typeface="Lucida Console"/>
              </a:rPr>
              <a:t>)≤</a:t>
            </a:r>
            <a:r>
              <a:rPr dirty="0" sz="1800" spc="-155">
                <a:solidFill>
                  <a:srgbClr val="FF3300"/>
                </a:solidFill>
                <a:latin typeface="Lucida Console"/>
                <a:cs typeface="Lucida Console"/>
              </a:rPr>
              <a:t> </a:t>
            </a:r>
            <a:r>
              <a:rPr dirty="0" sz="1800" spc="-10">
                <a:solidFill>
                  <a:srgbClr val="FF3300"/>
                </a:solidFill>
                <a:latin typeface="Lucida Console"/>
                <a:cs typeface="Lucida Console"/>
              </a:rPr>
              <a:t>key(</a:t>
            </a:r>
            <a:r>
              <a:rPr dirty="0" sz="1800" spc="-10">
                <a:solidFill>
                  <a:srgbClr val="FF3300"/>
                </a:solidFill>
                <a:latin typeface="Gulim"/>
                <a:cs typeface="Gulim"/>
              </a:rPr>
              <a:t>오른쪽서브트리</a:t>
            </a:r>
            <a:r>
              <a:rPr dirty="0" sz="1800" spc="-10">
                <a:solidFill>
                  <a:srgbClr val="FF3300"/>
                </a:solidFill>
                <a:latin typeface="Lucida Console"/>
                <a:cs typeface="Lucida Console"/>
              </a:rPr>
              <a:t>)</a:t>
            </a:r>
            <a:endParaRPr sz="1800">
              <a:latin typeface="Lucida Console"/>
              <a:cs typeface="Lucida Console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612265" algn="l"/>
                <a:tab pos="2434590" algn="l"/>
                <a:tab pos="3029585" algn="l"/>
                <a:tab pos="3624579" algn="l"/>
              </a:tabLst>
            </a:pPr>
            <a:r>
              <a:rPr dirty="0" sz="1800" spc="-10">
                <a:latin typeface="Gulim"/>
                <a:cs typeface="Gulim"/>
              </a:rPr>
              <a:t>탐색작업을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빠르게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하기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위한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0">
                <a:latin typeface="Gulim"/>
                <a:cs typeface="Gulim"/>
              </a:rPr>
              <a:t>자료구조</a:t>
            </a:r>
            <a:endParaRPr sz="1800">
              <a:latin typeface="Gulim"/>
              <a:cs typeface="Gulim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612265" algn="l"/>
                <a:tab pos="3808729" algn="l"/>
                <a:tab pos="5317490" algn="l"/>
                <a:tab pos="6141085" algn="l"/>
                <a:tab pos="6734809" algn="l"/>
                <a:tab pos="7330440" algn="l"/>
              </a:tabLst>
            </a:pPr>
            <a:r>
              <a:rPr dirty="0" sz="1800" spc="-10">
                <a:latin typeface="Gulim"/>
                <a:cs typeface="Gulim"/>
              </a:rPr>
              <a:t>이진탐색를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중위순회</a:t>
            </a:r>
            <a:r>
              <a:rPr dirty="0" sz="1800" spc="-10">
                <a:latin typeface="Lucida Console"/>
                <a:cs typeface="Lucida Console"/>
              </a:rPr>
              <a:t>(LVR)</a:t>
            </a:r>
            <a:r>
              <a:rPr dirty="0" sz="1800" spc="-10">
                <a:latin typeface="Gulim"/>
                <a:cs typeface="Gulim"/>
              </a:rPr>
              <a:t>하면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오름차순으로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정렬된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값을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얻을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50">
                <a:latin typeface="Gulim"/>
                <a:cs typeface="Gulim"/>
              </a:rPr>
              <a:t>수 </a:t>
            </a:r>
            <a:r>
              <a:rPr dirty="0" sz="1800" spc="-25">
                <a:latin typeface="Gulim"/>
                <a:cs typeface="Gulim"/>
              </a:rPr>
              <a:t>있다</a:t>
            </a:r>
            <a:r>
              <a:rPr dirty="0" sz="1800" spc="-25">
                <a:latin typeface="Lucida Console"/>
                <a:cs typeface="Lucida Console"/>
              </a:rPr>
              <a:t>.</a:t>
            </a:r>
            <a:endParaRPr sz="18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8582" y="3962948"/>
            <a:ext cx="2691279" cy="27999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6475" y="4068419"/>
            <a:ext cx="2580448" cy="25878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55"/>
              <a:t>이진탐색트리에서의</a:t>
            </a:r>
            <a:r>
              <a:rPr dirty="0" spc="-254"/>
              <a:t> </a:t>
            </a:r>
            <a:r>
              <a:rPr dirty="0" spc="-1470"/>
              <a:t>탐색연산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887620"/>
            <a:ext cx="7820025" cy="180149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4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비교한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결과가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같으면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탐색이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성공적으로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끝난다</a:t>
            </a:r>
            <a:r>
              <a:rPr dirty="0" sz="2200" spc="-2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332105" marR="83820" indent="-320040">
              <a:lnSpc>
                <a:spcPts val="2370"/>
              </a:lnSpc>
              <a:spcBef>
                <a:spcPts val="75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비교한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결과가</a:t>
            </a:r>
            <a:r>
              <a:rPr dirty="0" sz="2200">
                <a:latin typeface="Arial"/>
                <a:cs typeface="Arial"/>
              </a:rPr>
              <a:t>,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주어진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키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값이</a:t>
            </a:r>
            <a:r>
              <a:rPr dirty="0" sz="2200" spc="-18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루트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키값보다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작으면 </a:t>
            </a:r>
            <a:r>
              <a:rPr dirty="0" sz="2200">
                <a:latin typeface="Gulim"/>
                <a:cs typeface="Gulim"/>
              </a:rPr>
              <a:t>탐색은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이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루트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왼쪽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자식을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기준으로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다시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시작한다</a:t>
            </a:r>
            <a:r>
              <a:rPr dirty="0" sz="2200" spc="-1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332105" marR="5080" indent="-320040">
              <a:lnSpc>
                <a:spcPts val="2370"/>
              </a:lnSpc>
              <a:spcBef>
                <a:spcPts val="705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비교한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결과가</a:t>
            </a:r>
            <a:r>
              <a:rPr dirty="0" sz="2200">
                <a:latin typeface="Arial"/>
                <a:cs typeface="Arial"/>
              </a:rPr>
              <a:t>,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주어진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키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값이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루트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노드의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키값보다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크면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50">
                <a:latin typeface="Gulim"/>
                <a:cs typeface="Gulim"/>
              </a:rPr>
              <a:t>탐 </a:t>
            </a:r>
            <a:r>
              <a:rPr dirty="0" sz="2200">
                <a:latin typeface="Gulim"/>
                <a:cs typeface="Gulim"/>
              </a:rPr>
              <a:t>색은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이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루트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오른쪽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자식을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기준으로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다시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시작한다</a:t>
            </a:r>
            <a:r>
              <a:rPr dirty="0" sz="2200" spc="-1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8890" y="3823195"/>
            <a:ext cx="3831569" cy="291840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80"/>
              <a:t>탐색을</a:t>
            </a:r>
            <a:r>
              <a:rPr dirty="0" spc="-254"/>
              <a:t> </a:t>
            </a:r>
            <a:r>
              <a:rPr dirty="0" spc="-2065"/>
              <a:t>구현하는</a:t>
            </a:r>
            <a:r>
              <a:rPr dirty="0" spc="-240"/>
              <a:t> </a:t>
            </a:r>
            <a:r>
              <a:rPr dirty="0" spc="-1550"/>
              <a:t>방법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2" y="1889752"/>
            <a:ext cx="1951355" cy="9334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Arial"/>
              <a:buChar char="•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반복적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•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순환적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63077" y="2101151"/>
            <a:ext cx="7353300" cy="2579370"/>
            <a:chOff x="1663077" y="2101151"/>
            <a:chExt cx="7353300" cy="2579370"/>
          </a:xfrm>
        </p:grpSpPr>
        <p:sp>
          <p:nvSpPr>
            <p:cNvPr id="4" name="object 4"/>
            <p:cNvSpPr/>
            <p:nvPr/>
          </p:nvSpPr>
          <p:spPr>
            <a:xfrm>
              <a:off x="1676095" y="2114169"/>
              <a:ext cx="7327265" cy="2553335"/>
            </a:xfrm>
            <a:custGeom>
              <a:avLst/>
              <a:gdLst/>
              <a:ahLst/>
              <a:cxnLst/>
              <a:rect l="l" t="t" r="r" b="b"/>
              <a:pathLst>
                <a:path w="7327265" h="2553335">
                  <a:moveTo>
                    <a:pt x="7326998" y="0"/>
                  </a:moveTo>
                  <a:lnTo>
                    <a:pt x="0" y="0"/>
                  </a:lnTo>
                  <a:lnTo>
                    <a:pt x="0" y="2552852"/>
                  </a:lnTo>
                  <a:lnTo>
                    <a:pt x="7326998" y="2552852"/>
                  </a:lnTo>
                  <a:lnTo>
                    <a:pt x="732699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76095" y="2114169"/>
              <a:ext cx="7327265" cy="2553335"/>
            </a:xfrm>
            <a:custGeom>
              <a:avLst/>
              <a:gdLst/>
              <a:ahLst/>
              <a:cxnLst/>
              <a:rect l="l" t="t" r="r" b="b"/>
              <a:pathLst>
                <a:path w="7327265" h="2553335">
                  <a:moveTo>
                    <a:pt x="0" y="0"/>
                  </a:moveTo>
                  <a:lnTo>
                    <a:pt x="7326985" y="0"/>
                  </a:lnTo>
                  <a:lnTo>
                    <a:pt x="7326985" y="2552852"/>
                  </a:lnTo>
                  <a:lnTo>
                    <a:pt x="0" y="2552852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754349" y="2143148"/>
            <a:ext cx="4243705" cy="2459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>
                <a:latin typeface="Gulim"/>
                <a:cs typeface="Gulim"/>
              </a:rPr>
              <a:t>순환적인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탐색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함수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ts val="1905"/>
              </a:lnSpc>
              <a:tabLst>
                <a:tab pos="995680" algn="l"/>
              </a:tabLst>
            </a:pPr>
            <a:r>
              <a:rPr dirty="0" sz="1600" spc="-10">
                <a:latin typeface="Trebuchet MS"/>
                <a:cs typeface="Trebuchet MS"/>
              </a:rPr>
              <a:t>TreeNode</a:t>
            </a:r>
            <a:r>
              <a:rPr dirty="0" sz="1600">
                <a:latin typeface="Trebuchet MS"/>
                <a:cs typeface="Trebuchet MS"/>
              </a:rPr>
              <a:t>	*search(TreeNode</a:t>
            </a:r>
            <a:r>
              <a:rPr dirty="0" sz="1600" spc="39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*node,</a:t>
            </a:r>
            <a:r>
              <a:rPr dirty="0" sz="1600" spc="39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39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key)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38354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node</a:t>
            </a:r>
            <a:r>
              <a:rPr dirty="0" sz="1600" spc="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==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4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NULL;</a:t>
            </a:r>
            <a:endParaRPr sz="1600">
              <a:latin typeface="Trebuchet MS"/>
              <a:cs typeface="Trebuchet MS"/>
            </a:endParaRPr>
          </a:p>
          <a:p>
            <a:pPr marL="383540" marR="15240">
              <a:lnSpc>
                <a:spcPct val="100000"/>
              </a:lnSpc>
              <a:tabLst>
                <a:tab pos="3964304" algn="l"/>
              </a:tabLst>
            </a:pP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==</a:t>
            </a:r>
            <a:r>
              <a:rPr dirty="0" sz="1600" spc="-10">
                <a:latin typeface="Trebuchet MS"/>
                <a:cs typeface="Trebuchet MS"/>
              </a:rPr>
              <a:t> node-</a:t>
            </a:r>
            <a:r>
              <a:rPr dirty="0" sz="1600">
                <a:latin typeface="Trebuchet MS"/>
                <a:cs typeface="Trebuchet MS"/>
              </a:rPr>
              <a:t>&gt;key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node;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(1) </a:t>
            </a:r>
            <a:r>
              <a:rPr dirty="0" sz="1600">
                <a:latin typeface="Trebuchet MS"/>
                <a:cs typeface="Trebuchet MS"/>
              </a:rPr>
              <a:t>else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if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(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node-</a:t>
            </a:r>
            <a:r>
              <a:rPr dirty="0" sz="1600">
                <a:latin typeface="Trebuchet MS"/>
                <a:cs typeface="Trebuchet MS"/>
              </a:rPr>
              <a:t>&gt;key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  <a:p>
            <a:pPr marL="753745">
              <a:lnSpc>
                <a:spcPts val="1914"/>
              </a:lnSpc>
              <a:tabLst>
                <a:tab pos="3975100" algn="l"/>
              </a:tabLst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48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search(node-</a:t>
            </a:r>
            <a:r>
              <a:rPr dirty="0" sz="1600">
                <a:latin typeface="Trebuchet MS"/>
                <a:cs typeface="Trebuchet MS"/>
              </a:rPr>
              <a:t>&gt;left, </a:t>
            </a:r>
            <a:r>
              <a:rPr dirty="0" sz="1600" spc="-20">
                <a:latin typeface="Trebuchet MS"/>
                <a:cs typeface="Trebuchet MS"/>
              </a:rPr>
              <a:t>key);</a:t>
            </a: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 spc="-25">
                <a:latin typeface="Trebuchet MS"/>
                <a:cs typeface="Trebuchet MS"/>
              </a:rPr>
              <a:t>(2)</a:t>
            </a:r>
            <a:endParaRPr sz="1600">
              <a:latin typeface="Trebuchet MS"/>
              <a:cs typeface="Trebuchet MS"/>
            </a:endParaRPr>
          </a:p>
          <a:p>
            <a:pPr marL="383540">
              <a:lnSpc>
                <a:spcPts val="1920"/>
              </a:lnSpc>
            </a:pPr>
            <a:r>
              <a:rPr dirty="0" sz="1600" spc="-20">
                <a:latin typeface="Trebuchet MS"/>
                <a:cs typeface="Trebuchet MS"/>
              </a:rPr>
              <a:t>else</a:t>
            </a:r>
            <a:endParaRPr sz="1600">
              <a:latin typeface="Trebuchet MS"/>
              <a:cs typeface="Trebuchet MS"/>
            </a:endParaRPr>
          </a:p>
          <a:p>
            <a:pPr marL="753745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47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search(node-</a:t>
            </a:r>
            <a:r>
              <a:rPr dirty="0" sz="1600">
                <a:latin typeface="Trebuchet MS"/>
                <a:cs typeface="Trebuchet MS"/>
              </a:rPr>
              <a:t>&gt;right,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key);</a:t>
            </a:r>
            <a:r>
              <a:rPr dirty="0" sz="1600" spc="459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(3)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4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z="3200" spc="-1335"/>
              <a:t>순환적인</a:t>
            </a:r>
            <a:r>
              <a:rPr dirty="0" sz="3200" spc="-170"/>
              <a:t> </a:t>
            </a:r>
            <a:r>
              <a:rPr dirty="0" sz="3200" spc="-1110"/>
              <a:t>방법</a:t>
            </a:r>
            <a:r>
              <a:rPr dirty="0" sz="3200" spc="-170"/>
              <a:t> </a:t>
            </a:r>
            <a:r>
              <a:rPr dirty="0" sz="3200" spc="-1015">
                <a:latin typeface="Tw Cen MT"/>
                <a:cs typeface="Tw Cen MT"/>
              </a:rPr>
              <a:t>(</a:t>
            </a:r>
            <a:r>
              <a:rPr dirty="0" sz="3200" spc="-1015"/>
              <a:t>나는</a:t>
            </a:r>
            <a:r>
              <a:rPr dirty="0" sz="3200" spc="-160"/>
              <a:t> </a:t>
            </a:r>
            <a:r>
              <a:rPr dirty="0" sz="3200" spc="-1710"/>
              <a:t>코드의</a:t>
            </a:r>
            <a:r>
              <a:rPr dirty="0" sz="3200" spc="-165"/>
              <a:t> </a:t>
            </a:r>
            <a:r>
              <a:rPr dirty="0" sz="3200" spc="-1670"/>
              <a:t>자료구조그림을</a:t>
            </a:r>
            <a:r>
              <a:rPr dirty="0" sz="3200" spc="-150"/>
              <a:t> </a:t>
            </a:r>
            <a:r>
              <a:rPr dirty="0" sz="3200" spc="-1445"/>
              <a:t>만들</a:t>
            </a:r>
            <a:r>
              <a:rPr dirty="0" sz="3200" spc="-165"/>
              <a:t> </a:t>
            </a:r>
            <a:r>
              <a:rPr dirty="0" sz="3200" spc="-1889"/>
              <a:t>수</a:t>
            </a:r>
            <a:r>
              <a:rPr dirty="0" sz="3200" spc="-170"/>
              <a:t> </a:t>
            </a:r>
            <a:r>
              <a:rPr dirty="0" sz="3200" spc="-680"/>
              <a:t>있다</a:t>
            </a:r>
            <a:r>
              <a:rPr dirty="0" sz="3200" spc="-680">
                <a:latin typeface="Tw Cen MT"/>
                <a:cs typeface="Tw Cen MT"/>
              </a:rPr>
              <a:t>)</a:t>
            </a:r>
            <a:endParaRPr sz="3200">
              <a:latin typeface="Tw Cen MT"/>
              <a:cs typeface="Tw Cen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3728" y="2266492"/>
            <a:ext cx="2764561" cy="24051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83804" y="2114181"/>
            <a:ext cx="8144509" cy="3045460"/>
          </a:xfrm>
          <a:custGeom>
            <a:avLst/>
            <a:gdLst/>
            <a:ahLst/>
            <a:cxnLst/>
            <a:rect l="l" t="t" r="r" b="b"/>
            <a:pathLst>
              <a:path w="8144509" h="3045460">
                <a:moveTo>
                  <a:pt x="8144484" y="0"/>
                </a:moveTo>
                <a:lnTo>
                  <a:pt x="0" y="0"/>
                </a:lnTo>
                <a:lnTo>
                  <a:pt x="0" y="3044837"/>
                </a:lnTo>
                <a:lnTo>
                  <a:pt x="8144484" y="3044837"/>
                </a:lnTo>
                <a:lnTo>
                  <a:pt x="814448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3804" y="2114169"/>
            <a:ext cx="8144509" cy="3045460"/>
          </a:xfrm>
          <a:prstGeom prst="rect">
            <a:avLst/>
          </a:prstGeom>
          <a:ln w="2588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0805">
              <a:lnSpc>
                <a:spcPts val="1905"/>
              </a:lnSpc>
              <a:spcBef>
                <a:spcPts val="320"/>
              </a:spcBef>
            </a:pPr>
            <a:r>
              <a:rPr dirty="0" sz="1600">
                <a:latin typeface="Trebuchet MS"/>
                <a:cs typeface="Trebuchet MS"/>
              </a:rPr>
              <a:t>//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반복적인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탐색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함수</a:t>
            </a:r>
            <a:endParaRPr sz="1600">
              <a:latin typeface="Gulim"/>
              <a:cs typeface="Gulim"/>
            </a:endParaRPr>
          </a:p>
          <a:p>
            <a:pPr marL="90805">
              <a:lnSpc>
                <a:spcPts val="1905"/>
              </a:lnSpc>
            </a:pPr>
            <a:r>
              <a:rPr dirty="0" sz="1600" spc="-20">
                <a:latin typeface="Trebuchet MS"/>
                <a:cs typeface="Trebuchet MS"/>
              </a:rPr>
              <a:t>TreeNode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*search(TreeNode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*node,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int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key)</a:t>
            </a:r>
            <a:endParaRPr sz="1600">
              <a:latin typeface="Trebuchet MS"/>
              <a:cs typeface="Trebuchet MS"/>
            </a:endParaRPr>
          </a:p>
          <a:p>
            <a:pPr marL="90805">
              <a:lnSpc>
                <a:spcPts val="1920"/>
              </a:lnSpc>
            </a:pPr>
            <a:r>
              <a:rPr dirty="0" sz="1600" spc="-50">
                <a:latin typeface="Trebuchet MS"/>
                <a:cs typeface="Trebuchet MS"/>
              </a:rPr>
              <a:t>{</a:t>
            </a:r>
            <a:endParaRPr sz="1600">
              <a:latin typeface="Trebuchet MS"/>
              <a:cs typeface="Trebuchet MS"/>
            </a:endParaRPr>
          </a:p>
          <a:p>
            <a:pPr marL="33782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while(node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!=</a:t>
            </a:r>
            <a:r>
              <a:rPr dirty="0" sz="1600" spc="-5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NULL){</a:t>
            </a:r>
            <a:endParaRPr sz="1600">
              <a:latin typeface="Trebuchet MS"/>
              <a:cs typeface="Trebuchet MS"/>
            </a:endParaRPr>
          </a:p>
          <a:p>
            <a:pPr marL="1066800" marR="3862070">
              <a:lnSpc>
                <a:spcPct val="100000"/>
              </a:lnSpc>
            </a:pPr>
            <a:r>
              <a:rPr dirty="0" sz="1600">
                <a:latin typeface="Trebuchet MS"/>
                <a:cs typeface="Trebuchet MS"/>
              </a:rPr>
              <a:t>if(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==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node-</a:t>
            </a:r>
            <a:r>
              <a:rPr dirty="0" sz="1600">
                <a:latin typeface="Trebuchet MS"/>
                <a:cs typeface="Trebuchet MS"/>
              </a:rPr>
              <a:t>&gt;key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)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node; </a:t>
            </a:r>
            <a:r>
              <a:rPr dirty="0" sz="1600">
                <a:latin typeface="Trebuchet MS"/>
                <a:cs typeface="Trebuchet MS"/>
              </a:rPr>
              <a:t>else</a:t>
            </a:r>
            <a:r>
              <a:rPr dirty="0" sz="1600" spc="-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if(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key</a:t>
            </a:r>
            <a:r>
              <a:rPr dirty="0" sz="1600" spc="-1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&lt;</a:t>
            </a:r>
            <a:r>
              <a:rPr dirty="0" sz="1600" spc="-2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node-</a:t>
            </a:r>
            <a:r>
              <a:rPr dirty="0" sz="1600">
                <a:latin typeface="Trebuchet MS"/>
                <a:cs typeface="Trebuchet MS"/>
              </a:rPr>
              <a:t>&gt;key </a:t>
            </a:r>
            <a:r>
              <a:rPr dirty="0" sz="1600" spc="-50"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  <a:p>
            <a:pPr marL="1917700">
              <a:lnSpc>
                <a:spcPts val="1914"/>
              </a:lnSpc>
            </a:pPr>
            <a:r>
              <a:rPr dirty="0" sz="1600">
                <a:latin typeface="Trebuchet MS"/>
                <a:cs typeface="Trebuchet MS"/>
              </a:rPr>
              <a:t>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node-&gt;left;</a:t>
            </a:r>
            <a:endParaRPr sz="1600">
              <a:latin typeface="Trebuchet MS"/>
              <a:cs typeface="Trebuchet MS"/>
            </a:endParaRPr>
          </a:p>
          <a:p>
            <a:pPr marL="1066800">
              <a:lnSpc>
                <a:spcPts val="1920"/>
              </a:lnSpc>
            </a:pPr>
            <a:r>
              <a:rPr dirty="0" sz="1600" spc="-20">
                <a:latin typeface="Trebuchet MS"/>
                <a:cs typeface="Trebuchet MS"/>
              </a:rPr>
              <a:t>else</a:t>
            </a:r>
            <a:endParaRPr sz="1600">
              <a:latin typeface="Trebuchet MS"/>
              <a:cs typeface="Trebuchet MS"/>
            </a:endParaRPr>
          </a:p>
          <a:p>
            <a:pPr marL="1917700">
              <a:lnSpc>
                <a:spcPts val="1920"/>
              </a:lnSpc>
            </a:pPr>
            <a:r>
              <a:rPr dirty="0" sz="1600">
                <a:latin typeface="Trebuchet MS"/>
                <a:cs typeface="Trebuchet MS"/>
              </a:rPr>
              <a:t>node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=</a:t>
            </a:r>
            <a:r>
              <a:rPr dirty="0" sz="1600" spc="-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node-&gt;right;</a:t>
            </a:r>
            <a:endParaRPr sz="1600">
              <a:latin typeface="Trebuchet MS"/>
              <a:cs typeface="Trebuchet MS"/>
            </a:endParaRPr>
          </a:p>
          <a:p>
            <a:pPr marL="337820">
              <a:lnSpc>
                <a:spcPct val="100000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  <a:p>
            <a:pPr marL="337820">
              <a:lnSpc>
                <a:spcPts val="1905"/>
              </a:lnSpc>
              <a:spcBef>
                <a:spcPts val="25"/>
              </a:spcBef>
              <a:tabLst>
                <a:tab pos="1917700" algn="l"/>
              </a:tabLst>
            </a:pPr>
            <a:r>
              <a:rPr dirty="0" sz="1600">
                <a:latin typeface="Trebuchet MS"/>
                <a:cs typeface="Trebuchet MS"/>
              </a:rPr>
              <a:t>return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NULL;</a:t>
            </a:r>
            <a:r>
              <a:rPr dirty="0" sz="1600">
                <a:latin typeface="Trebuchet MS"/>
                <a:cs typeface="Trebuchet MS"/>
              </a:rPr>
              <a:t>	//</a:t>
            </a:r>
            <a:r>
              <a:rPr dirty="0" sz="1600" spc="-4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탐색에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실패했을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경우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NULL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25">
                <a:latin typeface="Gulim"/>
                <a:cs typeface="Gulim"/>
              </a:rPr>
              <a:t>반환</a:t>
            </a:r>
            <a:endParaRPr sz="1600">
              <a:latin typeface="Gulim"/>
              <a:cs typeface="Gulim"/>
            </a:endParaRPr>
          </a:p>
          <a:p>
            <a:pPr marL="90805">
              <a:lnSpc>
                <a:spcPts val="1905"/>
              </a:lnSpc>
            </a:pPr>
            <a:r>
              <a:rPr dirty="0" sz="1600" spc="-50">
                <a:latin typeface="Trebuchet MS"/>
                <a:cs typeface="Trebuchet MS"/>
              </a:rPr>
              <a:t>}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33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dirty="0" sz="4000" spc="-1675"/>
              <a:t>반복적인</a:t>
            </a:r>
            <a:r>
              <a:rPr dirty="0" sz="4000" spc="-220"/>
              <a:t> </a:t>
            </a:r>
            <a:r>
              <a:rPr dirty="0" sz="4000" spc="-1400"/>
              <a:t>방법</a:t>
            </a:r>
            <a:r>
              <a:rPr dirty="0" sz="4000" spc="-229"/>
              <a:t> </a:t>
            </a:r>
            <a:r>
              <a:rPr dirty="0" sz="4000" spc="-1285">
                <a:latin typeface="Tw Cen MT"/>
                <a:cs typeface="Tw Cen MT"/>
              </a:rPr>
              <a:t>(</a:t>
            </a:r>
            <a:r>
              <a:rPr dirty="0" sz="4000" spc="-1285"/>
              <a:t>나는</a:t>
            </a:r>
            <a:r>
              <a:rPr dirty="0" sz="4000" spc="-220"/>
              <a:t> </a:t>
            </a:r>
            <a:r>
              <a:rPr dirty="0" sz="4000" spc="-2140"/>
              <a:t>코드의</a:t>
            </a:r>
            <a:r>
              <a:rPr dirty="0" sz="4000" spc="-210"/>
              <a:t> </a:t>
            </a:r>
            <a:r>
              <a:rPr dirty="0" sz="4000" spc="-2090"/>
              <a:t>자료구조그림을</a:t>
            </a:r>
            <a:r>
              <a:rPr dirty="0" sz="4000" spc="-200"/>
              <a:t> </a:t>
            </a:r>
            <a:r>
              <a:rPr dirty="0" sz="4000" spc="-1820"/>
              <a:t>만들</a:t>
            </a:r>
            <a:r>
              <a:rPr dirty="0" sz="4000" spc="-229"/>
              <a:t> </a:t>
            </a:r>
            <a:r>
              <a:rPr dirty="0" sz="4000" spc="-2360"/>
              <a:t>수</a:t>
            </a:r>
            <a:r>
              <a:rPr dirty="0" sz="4000" spc="-229"/>
              <a:t> </a:t>
            </a:r>
            <a:r>
              <a:rPr dirty="0" sz="4000" spc="-860"/>
              <a:t>있다</a:t>
            </a:r>
            <a:r>
              <a:rPr dirty="0" sz="4000" spc="-860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3728" y="2114181"/>
            <a:ext cx="2764561" cy="2405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95" rIns="0" bIns="0" rtlCol="0" vert="horz">
            <a:spAutoFit/>
          </a:bodyPr>
          <a:lstStyle/>
          <a:p>
            <a:pPr marL="186690">
              <a:lnSpc>
                <a:spcPts val="4800"/>
              </a:lnSpc>
              <a:spcBef>
                <a:spcPts val="90"/>
              </a:spcBef>
            </a:pPr>
            <a:r>
              <a:rPr dirty="0" sz="4000" spc="-1610"/>
              <a:t>이진탐색트리에서의</a:t>
            </a:r>
            <a:r>
              <a:rPr dirty="0" sz="4000" spc="-175"/>
              <a:t> </a:t>
            </a:r>
            <a:r>
              <a:rPr dirty="0" sz="4000" spc="-1425"/>
              <a:t>삽입연산</a:t>
            </a:r>
            <a:endParaRPr sz="4000"/>
          </a:p>
          <a:p>
            <a:pPr marL="186690">
              <a:lnSpc>
                <a:spcPts val="4800"/>
              </a:lnSpc>
            </a:pPr>
            <a:r>
              <a:rPr dirty="0" sz="4000" spc="-1555">
                <a:latin typeface="Tw Cen MT"/>
                <a:cs typeface="Tw Cen MT"/>
              </a:rPr>
              <a:t>(</a:t>
            </a:r>
            <a:r>
              <a:rPr dirty="0" sz="4000" spc="-1555"/>
              <a:t>삽입후에도</a:t>
            </a:r>
            <a:r>
              <a:rPr dirty="0" sz="4000" spc="-200"/>
              <a:t> </a:t>
            </a:r>
            <a:r>
              <a:rPr dirty="0" sz="4000" spc="-1635"/>
              <a:t>이진탐색트리</a:t>
            </a:r>
            <a:r>
              <a:rPr dirty="0" sz="4000" spc="-204"/>
              <a:t> </a:t>
            </a:r>
            <a:r>
              <a:rPr dirty="0" sz="4000" spc="-1525"/>
              <a:t>성질</a:t>
            </a:r>
            <a:r>
              <a:rPr dirty="0" sz="4000" spc="-225"/>
              <a:t> </a:t>
            </a:r>
            <a:r>
              <a:rPr dirty="0" sz="4000" spc="-1820"/>
              <a:t>만족</a:t>
            </a:r>
            <a:r>
              <a:rPr dirty="0" sz="4000" spc="-215"/>
              <a:t> </a:t>
            </a:r>
            <a:r>
              <a:rPr dirty="0" sz="4000" spc="-50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164" y="1887620"/>
            <a:ext cx="7306945" cy="1299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26800"/>
              </a:lnSpc>
              <a:spcBef>
                <a:spcPts val="10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이진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탐색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트리에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원소를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삽입하기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위해서는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먼저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탐색을 </a:t>
            </a:r>
            <a:r>
              <a:rPr dirty="0" sz="2200" spc="-10">
                <a:latin typeface="Gulim"/>
                <a:cs typeface="Gulim"/>
              </a:rPr>
              <a:t>수행하는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것이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필요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9090"/>
              <a:buFont typeface="Arial"/>
              <a:buChar char="□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탐색에</a:t>
            </a:r>
            <a:r>
              <a:rPr dirty="0" sz="2200" spc="-17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실패한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위치가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바로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새로운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노드를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삽입하는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위치</a:t>
            </a:r>
            <a:endParaRPr sz="22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1513" y="3563659"/>
            <a:ext cx="4895016" cy="2848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5662" y="1921421"/>
            <a:ext cx="8454390" cy="5285105"/>
            <a:chOff x="1055662" y="1921421"/>
            <a:chExt cx="8454390" cy="5285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8679" y="1934451"/>
              <a:ext cx="7399020" cy="3105785"/>
            </a:xfrm>
            <a:custGeom>
              <a:avLst/>
              <a:gdLst/>
              <a:ahLst/>
              <a:cxnLst/>
              <a:rect l="l" t="t" r="r" b="b"/>
              <a:pathLst>
                <a:path w="7399020" h="3105785">
                  <a:moveTo>
                    <a:pt x="7398550" y="0"/>
                  </a:moveTo>
                  <a:lnTo>
                    <a:pt x="0" y="0"/>
                  </a:lnTo>
                  <a:lnTo>
                    <a:pt x="0" y="3105759"/>
                  </a:lnTo>
                  <a:lnTo>
                    <a:pt x="7398550" y="3105759"/>
                  </a:lnTo>
                  <a:lnTo>
                    <a:pt x="73985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8679" y="1934438"/>
              <a:ext cx="7399020" cy="3105785"/>
            </a:xfrm>
            <a:custGeom>
              <a:avLst/>
              <a:gdLst/>
              <a:ahLst/>
              <a:cxnLst/>
              <a:rect l="l" t="t" r="r" b="b"/>
              <a:pathLst>
                <a:path w="7399020" h="3105785">
                  <a:moveTo>
                    <a:pt x="0" y="0"/>
                  </a:moveTo>
                  <a:lnTo>
                    <a:pt x="7398550" y="0"/>
                  </a:lnTo>
                  <a:lnTo>
                    <a:pt x="7398550" y="3105772"/>
                  </a:lnTo>
                  <a:lnTo>
                    <a:pt x="0" y="3105772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8679" y="5417959"/>
              <a:ext cx="6544945" cy="1599565"/>
            </a:xfrm>
            <a:custGeom>
              <a:avLst/>
              <a:gdLst/>
              <a:ahLst/>
              <a:cxnLst/>
              <a:rect l="l" t="t" r="r" b="b"/>
              <a:pathLst>
                <a:path w="6544945" h="1599565">
                  <a:moveTo>
                    <a:pt x="6544513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6544513" y="1599336"/>
                  </a:lnTo>
                  <a:lnTo>
                    <a:pt x="654451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8679" y="5417959"/>
              <a:ext cx="6544945" cy="1599565"/>
            </a:xfrm>
            <a:custGeom>
              <a:avLst/>
              <a:gdLst/>
              <a:ahLst/>
              <a:cxnLst/>
              <a:rect l="l" t="t" r="r" b="b"/>
              <a:pathLst>
                <a:path w="6544945" h="1599565">
                  <a:moveTo>
                    <a:pt x="0" y="0"/>
                  </a:moveTo>
                  <a:lnTo>
                    <a:pt x="6544513" y="0"/>
                  </a:lnTo>
                  <a:lnTo>
                    <a:pt x="6544513" y="1599336"/>
                  </a:lnTo>
                  <a:lnTo>
                    <a:pt x="0" y="1599336"/>
                  </a:lnTo>
                  <a:lnTo>
                    <a:pt x="0" y="0"/>
                  </a:lnTo>
                  <a:close/>
                </a:path>
              </a:pathLst>
            </a:custGeom>
            <a:ln w="25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602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90"/>
              </a:spcBef>
            </a:pPr>
            <a:r>
              <a:rPr dirty="0" sz="4000" spc="-1610"/>
              <a:t>이진탐색트리에서의</a:t>
            </a:r>
            <a:r>
              <a:rPr dirty="0" sz="4000" spc="315"/>
              <a:t> </a:t>
            </a:r>
            <a:r>
              <a:rPr dirty="0" sz="4000" spc="-1425"/>
              <a:t>삽입연산</a:t>
            </a:r>
            <a:endParaRPr sz="4000"/>
          </a:p>
          <a:p>
            <a:pPr marL="141605">
              <a:lnSpc>
                <a:spcPct val="100000"/>
              </a:lnSpc>
              <a:spcBef>
                <a:spcPts val="50"/>
              </a:spcBef>
            </a:pPr>
            <a:r>
              <a:rPr dirty="0" sz="4000" spc="-1285">
                <a:latin typeface="Tw Cen MT"/>
                <a:cs typeface="Tw Cen MT"/>
              </a:rPr>
              <a:t>(</a:t>
            </a:r>
            <a:r>
              <a:rPr dirty="0" sz="4000" spc="-1285"/>
              <a:t>나는</a:t>
            </a:r>
            <a:r>
              <a:rPr dirty="0" sz="4000" spc="-225"/>
              <a:t> </a:t>
            </a:r>
            <a:r>
              <a:rPr dirty="0" sz="4000" spc="-2140"/>
              <a:t>코드의</a:t>
            </a:r>
            <a:r>
              <a:rPr dirty="0" sz="4000" spc="-210"/>
              <a:t> </a:t>
            </a:r>
            <a:r>
              <a:rPr dirty="0" sz="4000" spc="-2090"/>
              <a:t>자료구조그림을</a:t>
            </a:r>
            <a:r>
              <a:rPr dirty="0" sz="4000" spc="-204"/>
              <a:t> </a:t>
            </a:r>
            <a:r>
              <a:rPr dirty="0" sz="4000" spc="-1820"/>
              <a:t>만들</a:t>
            </a:r>
            <a:r>
              <a:rPr dirty="0" sz="4000" spc="-225"/>
              <a:t> </a:t>
            </a:r>
            <a:r>
              <a:rPr dirty="0" sz="4000" spc="-2360"/>
              <a:t>수</a:t>
            </a:r>
            <a:r>
              <a:rPr dirty="0" sz="4000" spc="-229"/>
              <a:t> </a:t>
            </a:r>
            <a:r>
              <a:rPr dirty="0" sz="4000" spc="-860"/>
              <a:t>있다</a:t>
            </a:r>
            <a:r>
              <a:rPr dirty="0" sz="4000" spc="-860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6664" y="1960178"/>
            <a:ext cx="5544185" cy="5002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insert_node(TreeNode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node,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key)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065530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트리가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공백이면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반환한다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new_node(key);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889000">
              <a:lnSpc>
                <a:spcPts val="166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그렇지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않으면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순환적으로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트리를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내려간다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if (key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 spc="-20">
                <a:latin typeface="Trebuchet MS"/>
                <a:cs typeface="Trebuchet MS"/>
              </a:rPr>
              <a:t>&gt;key)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20"/>
              </a:lnSpc>
            </a:pP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insert_node(node-</a:t>
            </a:r>
            <a:r>
              <a:rPr dirty="0" sz="1400">
                <a:latin typeface="Trebuchet MS"/>
                <a:cs typeface="Trebuchet MS"/>
              </a:rPr>
              <a:t>&gt;left, </a:t>
            </a:r>
            <a:r>
              <a:rPr dirty="0" sz="1400" spc="-10"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if (key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node-&gt;key)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insert_node(node-</a:t>
            </a:r>
            <a:r>
              <a:rPr dirty="0" sz="1400">
                <a:latin typeface="Trebuchet MS"/>
                <a:cs typeface="Trebuchet MS"/>
              </a:rPr>
              <a:t>&gt;right,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1830070">
              <a:lnSpc>
                <a:spcPts val="166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변경된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포인터를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반환한다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node;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new_node(int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item)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20">
                <a:latin typeface="Trebuchet MS"/>
                <a:cs typeface="Trebuchet MS"/>
              </a:rPr>
              <a:t>(TreeNode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*)malloc(sizeof(TreeNode)); temp-</a:t>
            </a:r>
            <a:r>
              <a:rPr dirty="0" sz="1400">
                <a:latin typeface="Trebuchet MS"/>
                <a:cs typeface="Trebuchet MS"/>
              </a:rPr>
              <a:t>&gt;key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20">
                <a:latin typeface="Trebuchet MS"/>
                <a:cs typeface="Trebuchet MS"/>
              </a:rPr>
              <a:t>item;</a:t>
            </a:r>
            <a:endParaRPr sz="1400">
              <a:latin typeface="Trebuchet MS"/>
              <a:cs typeface="Trebuchet MS"/>
            </a:endParaRPr>
          </a:p>
          <a:p>
            <a:pPr marL="925830" marR="1930400">
              <a:lnSpc>
                <a:spcPts val="1680"/>
              </a:lnSpc>
              <a:spcBef>
                <a:spcPts val="50"/>
              </a:spcBef>
            </a:pPr>
            <a:r>
              <a:rPr dirty="0" sz="1400" spc="-10">
                <a:latin typeface="Trebuchet MS"/>
                <a:cs typeface="Trebuchet MS"/>
              </a:rPr>
              <a:t>temp-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NULL;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temp;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46784" y="935227"/>
            <a:ext cx="2397760" cy="6126480"/>
            <a:chOff x="7346784" y="935227"/>
            <a:chExt cx="2397760" cy="61264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7681" y="935227"/>
              <a:ext cx="2336787" cy="30235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6784" y="4037952"/>
              <a:ext cx="2353525" cy="302351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95" rIns="0" bIns="0" rtlCol="0" vert="horz">
            <a:spAutoFit/>
          </a:bodyPr>
          <a:lstStyle/>
          <a:p>
            <a:pPr marL="285115">
              <a:lnSpc>
                <a:spcPts val="4800"/>
              </a:lnSpc>
              <a:spcBef>
                <a:spcPts val="90"/>
              </a:spcBef>
            </a:pPr>
            <a:r>
              <a:rPr dirty="0" sz="4000" spc="-1610"/>
              <a:t>이진탐색트리에서의</a:t>
            </a:r>
            <a:r>
              <a:rPr dirty="0" sz="4000" spc="-175"/>
              <a:t> </a:t>
            </a:r>
            <a:r>
              <a:rPr dirty="0" sz="4000" spc="-1365"/>
              <a:t>삭제연산</a:t>
            </a:r>
            <a:endParaRPr sz="4000"/>
          </a:p>
          <a:p>
            <a:pPr marL="285115">
              <a:lnSpc>
                <a:spcPts val="4800"/>
              </a:lnSpc>
            </a:pPr>
            <a:r>
              <a:rPr dirty="0" sz="4000" spc="-1505">
                <a:latin typeface="Tw Cen MT"/>
                <a:cs typeface="Tw Cen MT"/>
              </a:rPr>
              <a:t>(</a:t>
            </a:r>
            <a:r>
              <a:rPr dirty="0" sz="4000" spc="-1505"/>
              <a:t>삭제후에도</a:t>
            </a:r>
            <a:r>
              <a:rPr dirty="0" sz="4000" spc="-204"/>
              <a:t> </a:t>
            </a:r>
            <a:r>
              <a:rPr dirty="0" sz="4000" spc="-1635"/>
              <a:t>이진탐색트리</a:t>
            </a:r>
            <a:r>
              <a:rPr dirty="0" sz="4000" spc="-204"/>
              <a:t> </a:t>
            </a:r>
            <a:r>
              <a:rPr dirty="0" sz="4000" spc="-1525"/>
              <a:t>성질</a:t>
            </a:r>
            <a:r>
              <a:rPr dirty="0" sz="4000" spc="-225"/>
              <a:t> </a:t>
            </a:r>
            <a:r>
              <a:rPr dirty="0" sz="4000" spc="-1820"/>
              <a:t>만족</a:t>
            </a:r>
            <a:r>
              <a:rPr dirty="0" sz="4000" spc="-225"/>
              <a:t> </a:t>
            </a:r>
            <a:r>
              <a:rPr dirty="0" sz="4000" spc="-50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164" y="1867145"/>
            <a:ext cx="7992109" cy="275209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3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3</a:t>
            </a:r>
            <a:r>
              <a:rPr dirty="0" sz="2400">
                <a:latin typeface="Gulim"/>
                <a:cs typeface="Gulim"/>
              </a:rPr>
              <a:t>가지의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경우를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처리해야함</a:t>
            </a:r>
            <a:endParaRPr sz="2400">
              <a:latin typeface="Gulim"/>
              <a:cs typeface="Gulim"/>
            </a:endParaRPr>
          </a:p>
          <a:p>
            <a:pPr lvl="1" marL="770890" indent="-301625">
              <a:lnSpc>
                <a:spcPct val="100000"/>
              </a:lnSpc>
              <a:spcBef>
                <a:spcPts val="615"/>
              </a:spcBef>
              <a:buFont typeface="Trebuchet MS"/>
              <a:buAutoNum type="arabicPeriod"/>
              <a:tabLst>
                <a:tab pos="770890" algn="l"/>
              </a:tabLst>
            </a:pPr>
            <a:r>
              <a:rPr dirty="0" sz="2000">
                <a:latin typeface="Gulim"/>
                <a:cs typeface="Gulim"/>
              </a:rPr>
              <a:t>삭제하려는</a:t>
            </a:r>
            <a:r>
              <a:rPr dirty="0" sz="2000" spc="-9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노드가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단말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일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경우</a:t>
            </a:r>
            <a:endParaRPr sz="2000">
              <a:latin typeface="Gulim"/>
              <a:cs typeface="Gulim"/>
            </a:endParaRPr>
          </a:p>
          <a:p>
            <a:pPr lvl="1" marL="770255" marR="5080" indent="-301625">
              <a:lnSpc>
                <a:spcPct val="100000"/>
              </a:lnSpc>
              <a:spcBef>
                <a:spcPts val="595"/>
              </a:spcBef>
              <a:buFont typeface="Trebuchet MS"/>
              <a:buAutoNum type="arabicPeriod"/>
              <a:tabLst>
                <a:tab pos="773430" algn="l"/>
              </a:tabLst>
            </a:pPr>
            <a:r>
              <a:rPr dirty="0" sz="2000">
                <a:latin typeface="Gulim"/>
                <a:cs typeface="Gulim"/>
              </a:rPr>
              <a:t>삭제하려는</a:t>
            </a:r>
            <a:r>
              <a:rPr dirty="0" sz="2000" spc="-9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노드가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하나의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왼쪽이나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중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하나만 </a:t>
            </a:r>
            <a:r>
              <a:rPr dirty="0" sz="2000" spc="-25">
                <a:latin typeface="Gulim"/>
                <a:cs typeface="Gulim"/>
              </a:rPr>
              <a:t>	</a:t>
            </a:r>
            <a:r>
              <a:rPr dirty="0" sz="2000">
                <a:latin typeface="Gulim"/>
                <a:cs typeface="Gulim"/>
              </a:rPr>
              <a:t>가지고</a:t>
            </a:r>
            <a:r>
              <a:rPr dirty="0" sz="2000" spc="-9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경우</a:t>
            </a:r>
            <a:endParaRPr sz="2000">
              <a:latin typeface="Gulim"/>
              <a:cs typeface="Gulim"/>
            </a:endParaRPr>
          </a:p>
          <a:p>
            <a:pPr lvl="1" marL="770890" indent="-301625">
              <a:lnSpc>
                <a:spcPct val="100000"/>
              </a:lnSpc>
              <a:spcBef>
                <a:spcPts val="600"/>
              </a:spcBef>
              <a:buFont typeface="Trebuchet MS"/>
              <a:buAutoNum type="arabicPeriod"/>
              <a:tabLst>
                <a:tab pos="770890" algn="l"/>
              </a:tabLst>
            </a:pPr>
            <a:r>
              <a:rPr dirty="0" sz="2000">
                <a:latin typeface="Gulim"/>
                <a:cs typeface="Gulim"/>
              </a:rPr>
              <a:t>삭제하려는</a:t>
            </a:r>
            <a:r>
              <a:rPr dirty="0" sz="2000" spc="-10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노드가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두개의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서브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모두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가지고</a:t>
            </a:r>
            <a:r>
              <a:rPr dirty="0" sz="2000" spc="-8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7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경우</a:t>
            </a:r>
            <a:endParaRPr sz="2000">
              <a:latin typeface="Gulim"/>
              <a:cs typeface="Gulim"/>
            </a:endParaRPr>
          </a:p>
          <a:p>
            <a:pPr marL="332105" marR="177800" indent="-320040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CASE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1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(30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</a:t>
            </a:r>
            <a:r>
              <a:rPr dirty="0" sz="2400">
                <a:latin typeface="Trebuchet MS"/>
                <a:cs typeface="Trebuchet MS"/>
              </a:rPr>
              <a:t>):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삭제하려는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단말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노드일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경 </a:t>
            </a:r>
            <a:r>
              <a:rPr dirty="0" sz="2400">
                <a:latin typeface="Gulim"/>
                <a:cs typeface="Gulim"/>
              </a:rPr>
              <a:t>우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단말노드의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부모노드를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찾아서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연결을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끊으면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된다</a:t>
            </a:r>
            <a:r>
              <a:rPr dirty="0" sz="2400" spc="-25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889" y="4813249"/>
            <a:ext cx="6509499" cy="22908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5538" y="4088219"/>
            <a:ext cx="7564755" cy="3118485"/>
            <a:chOff x="1945538" y="4088219"/>
            <a:chExt cx="7564755" cy="3118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5538" y="4088219"/>
              <a:ext cx="6769823" cy="252848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55"/>
              <a:t>이진탐색트리에서의</a:t>
            </a:r>
            <a:r>
              <a:rPr dirty="0" spc="-254"/>
              <a:t> </a:t>
            </a:r>
            <a:r>
              <a:rPr dirty="0" spc="-1470"/>
              <a:t>삭제연산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7164" y="1976575"/>
            <a:ext cx="7992109" cy="194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30200" marR="222250" indent="-31813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CASE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2(68</a:t>
            </a:r>
            <a:r>
              <a:rPr dirty="0" sz="2400">
                <a:latin typeface="Dotum"/>
                <a:cs typeface="Dotum"/>
              </a:rPr>
              <a:t>번</a:t>
            </a:r>
            <a:r>
              <a:rPr dirty="0" sz="2400" spc="-135">
                <a:latin typeface="Dotum"/>
                <a:cs typeface="Dotum"/>
              </a:rPr>
              <a:t> </a:t>
            </a:r>
            <a:r>
              <a:rPr dirty="0" sz="2400" spc="-10">
                <a:latin typeface="Dotum"/>
                <a:cs typeface="Dotum"/>
              </a:rPr>
              <a:t>노드</a:t>
            </a:r>
            <a:r>
              <a:rPr dirty="0" sz="2400" spc="-10">
                <a:latin typeface="Trebuchet MS"/>
                <a:cs typeface="Trebuchet MS"/>
              </a:rPr>
              <a:t>):</a:t>
            </a:r>
            <a:r>
              <a:rPr dirty="0" sz="2400" spc="-10">
                <a:latin typeface="Gulim"/>
                <a:cs typeface="Gulim"/>
              </a:rPr>
              <a:t>삭제하려는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하나의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서브트리 </a:t>
            </a:r>
            <a:r>
              <a:rPr dirty="0" sz="2400" spc="-20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만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갖고</a:t>
            </a:r>
            <a:r>
              <a:rPr dirty="0" sz="2400" spc="-11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경우</a:t>
            </a:r>
            <a:r>
              <a:rPr dirty="0" sz="2400" spc="-110">
                <a:latin typeface="Gulim"/>
                <a:cs typeface="Gulim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algn="just" marL="332105" marR="5080">
              <a:lnSpc>
                <a:spcPct val="100000"/>
              </a:lnSpc>
              <a:spcBef>
                <a:spcPts val="705"/>
              </a:spcBef>
            </a:pPr>
            <a:r>
              <a:rPr dirty="0" sz="2400">
                <a:latin typeface="Gulim"/>
                <a:cs typeface="Gulim"/>
              </a:rPr>
              <a:t>삭제되는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왼쪽이나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오른쪽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서브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트리중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하나만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갖 </a:t>
            </a:r>
            <a:r>
              <a:rPr dirty="0" sz="2400">
                <a:latin typeface="Gulim"/>
                <a:cs typeface="Gulim"/>
              </a:rPr>
              <a:t>고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있을</a:t>
            </a:r>
            <a:r>
              <a:rPr dirty="0" sz="2400" spc="-12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때</a:t>
            </a:r>
            <a:r>
              <a:rPr dirty="0" sz="2400">
                <a:latin typeface="Trebuchet MS"/>
                <a:cs typeface="Trebuchet MS"/>
              </a:rPr>
              <a:t>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그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노드는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삭제하고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서브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트리는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부모</a:t>
            </a:r>
            <a:r>
              <a:rPr dirty="0" sz="2400" spc="-12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노드에 </a:t>
            </a:r>
            <a:r>
              <a:rPr dirty="0" sz="2400" spc="-10">
                <a:latin typeface="Gulim"/>
                <a:cs typeface="Gulim"/>
              </a:rPr>
              <a:t>붙여준다</a:t>
            </a:r>
            <a:r>
              <a:rPr dirty="0" sz="2400" spc="-1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55"/>
              <a:t>이진탐색트리에서의</a:t>
            </a:r>
            <a:r>
              <a:rPr dirty="0" spc="-254"/>
              <a:t> </a:t>
            </a:r>
            <a:r>
              <a:rPr dirty="0" spc="-1470"/>
              <a:t>삭제연산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976575"/>
            <a:ext cx="7984490" cy="1122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>
                <a:latin typeface="Trebuchet MS"/>
                <a:cs typeface="Trebuchet MS"/>
              </a:rPr>
              <a:t>CASE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3(18</a:t>
            </a:r>
            <a:r>
              <a:rPr dirty="0" sz="2400">
                <a:latin typeface="Dotum"/>
                <a:cs typeface="Dotum"/>
              </a:rPr>
              <a:t>번</a:t>
            </a:r>
            <a:r>
              <a:rPr dirty="0" sz="2400" spc="-135">
                <a:latin typeface="Dotum"/>
                <a:cs typeface="Dotum"/>
              </a:rPr>
              <a:t> </a:t>
            </a:r>
            <a:r>
              <a:rPr dirty="0" sz="2400" spc="-10">
                <a:latin typeface="Dotum"/>
                <a:cs typeface="Dotum"/>
              </a:rPr>
              <a:t>노드</a:t>
            </a:r>
            <a:r>
              <a:rPr dirty="0" sz="2400" spc="-10">
                <a:latin typeface="Trebuchet MS"/>
                <a:cs typeface="Trebuchet MS"/>
              </a:rPr>
              <a:t>):</a:t>
            </a:r>
            <a:r>
              <a:rPr dirty="0" sz="2400" spc="-10">
                <a:latin typeface="Gulim"/>
                <a:cs typeface="Gulim"/>
              </a:rPr>
              <a:t>삭제하려는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노드가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두개의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서브트리 </a:t>
            </a:r>
            <a:r>
              <a:rPr dirty="0" sz="2400">
                <a:latin typeface="Gulim"/>
                <a:cs typeface="Gulim"/>
              </a:rPr>
              <a:t>를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갖고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경우</a:t>
            </a:r>
            <a:r>
              <a:rPr dirty="0" sz="2400">
                <a:latin typeface="Trebuchet MS"/>
                <a:cs typeface="Trebuchet MS"/>
              </a:rPr>
              <a:t>: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Gulim"/>
                <a:cs typeface="Gulim"/>
              </a:rPr>
              <a:t>삭제노드와</a:t>
            </a:r>
            <a:r>
              <a:rPr dirty="0" sz="2400" spc="-13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가장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비숫한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값을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가진</a:t>
            </a:r>
            <a:r>
              <a:rPr dirty="0" sz="2400" spc="-12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노 </a:t>
            </a:r>
            <a:r>
              <a:rPr dirty="0" sz="2400">
                <a:latin typeface="Gulim"/>
                <a:cs typeface="Gulim"/>
              </a:rPr>
              <a:t>드를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삭제노드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위치로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가져온다</a:t>
            </a:r>
            <a:r>
              <a:rPr dirty="0" sz="2400" spc="-1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6917" y="3597757"/>
            <a:ext cx="6642301" cy="194214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가장</a:t>
            </a:r>
            <a:r>
              <a:rPr dirty="0" spc="-254"/>
              <a:t> </a:t>
            </a:r>
            <a:r>
              <a:rPr dirty="0" spc="-1939"/>
              <a:t>비슷한</a:t>
            </a:r>
            <a:r>
              <a:rPr dirty="0" spc="-254"/>
              <a:t> </a:t>
            </a:r>
            <a:r>
              <a:rPr dirty="0" spc="-1964"/>
              <a:t>값은</a:t>
            </a:r>
            <a:r>
              <a:rPr dirty="0" spc="-240"/>
              <a:t> </a:t>
            </a:r>
            <a:r>
              <a:rPr dirty="0" spc="-1689"/>
              <a:t>어디에</a:t>
            </a:r>
            <a:r>
              <a:rPr dirty="0" spc="-270"/>
              <a:t> </a:t>
            </a:r>
            <a:r>
              <a:rPr dirty="0" spc="-1170"/>
              <a:t>있을까</a:t>
            </a:r>
            <a:r>
              <a:rPr dirty="0" spc="-1170">
                <a:latin typeface="Tw Cen MT"/>
                <a:cs typeface="Tw Cen MT"/>
              </a:rPr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192" y="2537625"/>
            <a:ext cx="5641786" cy="41186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6487" y="2018868"/>
            <a:ext cx="4227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Gulim"/>
                <a:cs typeface="Gulim"/>
              </a:rPr>
              <a:t>18번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노드와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유사한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값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(2가지가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있음)</a:t>
            </a:r>
            <a:endParaRPr sz="1800">
              <a:latin typeface="Gulim"/>
              <a:cs typeface="Guli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207645" cy="228600"/>
          </a:xfrm>
          <a:custGeom>
            <a:avLst/>
            <a:gdLst/>
            <a:ahLst/>
            <a:cxnLst/>
            <a:rect l="l" t="t" r="r" b="b"/>
            <a:pathLst>
              <a:path w="207644" h="228600">
                <a:moveTo>
                  <a:pt x="0" y="228473"/>
                </a:moveTo>
                <a:lnTo>
                  <a:pt x="207035" y="228473"/>
                </a:lnTo>
                <a:lnTo>
                  <a:pt x="207035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23350" y="1629803"/>
            <a:ext cx="782955" cy="228600"/>
          </a:xfrm>
          <a:custGeom>
            <a:avLst/>
            <a:gdLst/>
            <a:ahLst/>
            <a:cxnLst/>
            <a:rect l="l" t="t" r="r" b="b"/>
            <a:pathLst>
              <a:path w="782954" h="228600">
                <a:moveTo>
                  <a:pt x="0" y="228473"/>
                </a:moveTo>
                <a:lnTo>
                  <a:pt x="782485" y="228473"/>
                </a:lnTo>
                <a:lnTo>
                  <a:pt x="782485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8865" y="584898"/>
            <a:ext cx="8144509" cy="3716654"/>
          </a:xfrm>
          <a:prstGeom prst="rect">
            <a:avLst/>
          </a:prstGeom>
          <a:solidFill>
            <a:srgbClr val="FFFF99"/>
          </a:solidFill>
          <a:ln w="9131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6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이진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탐색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주어지면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저장된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삭제하고</a:t>
            </a:r>
            <a:endParaRPr sz="1400">
              <a:latin typeface="Gulim"/>
              <a:cs typeface="Gulim"/>
            </a:endParaRPr>
          </a:p>
          <a:p>
            <a:pPr marL="90170">
              <a:lnSpc>
                <a:spcPct val="100000"/>
              </a:lnSpc>
              <a:spcBef>
                <a:spcPts val="53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반환한다</a:t>
            </a:r>
            <a:r>
              <a:rPr dirty="0" sz="1400" spc="-1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51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delete_node(TreeNode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 root,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key)</a:t>
            </a:r>
            <a:endParaRPr sz="1400">
              <a:latin typeface="Trebuchet MS"/>
              <a:cs typeface="Trebuchet MS"/>
            </a:endParaRPr>
          </a:p>
          <a:p>
            <a:pPr marL="90170">
              <a:lnSpc>
                <a:spcPct val="100000"/>
              </a:lnSpc>
              <a:spcBef>
                <a:spcPts val="525"/>
              </a:spcBef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3935">
              <a:lnSpc>
                <a:spcPct val="100000"/>
              </a:lnSpc>
              <a:spcBef>
                <a:spcPts val="540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400">
              <a:latin typeface="Trebuchet MS"/>
              <a:cs typeface="Trebuchet MS"/>
            </a:endParaRPr>
          </a:p>
          <a:p>
            <a:pPr marL="100393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만약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루트보다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작으면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왼쪽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서브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것임</a:t>
            </a:r>
            <a:endParaRPr sz="1400">
              <a:latin typeface="Gulim"/>
              <a:cs typeface="Gulim"/>
            </a:endParaRPr>
          </a:p>
          <a:p>
            <a:pPr marL="1003935">
              <a:lnSpc>
                <a:spcPct val="100000"/>
              </a:lnSpc>
              <a:spcBef>
                <a:spcPts val="515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(key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 spc="-20">
                <a:latin typeface="Trebuchet MS"/>
                <a:cs typeface="Trebuchet MS"/>
              </a:rPr>
              <a:t>&gt;key)</a:t>
            </a:r>
            <a:endParaRPr sz="1400">
              <a:latin typeface="Trebuchet MS"/>
              <a:cs typeface="Trebuchet MS"/>
            </a:endParaRPr>
          </a:p>
          <a:p>
            <a:pPr marL="1917064">
              <a:lnSpc>
                <a:spcPct val="100000"/>
              </a:lnSpc>
              <a:spcBef>
                <a:spcPts val="525"/>
              </a:spcBef>
            </a:pP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delete_node(root-</a:t>
            </a:r>
            <a:r>
              <a:rPr dirty="0" sz="1400">
                <a:latin typeface="Trebuchet MS"/>
                <a:cs typeface="Trebuchet MS"/>
              </a:rPr>
              <a:t>&gt;left,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  <a:p>
            <a:pPr marL="1003935">
              <a:lnSpc>
                <a:spcPct val="100000"/>
              </a:lnSpc>
              <a:spcBef>
                <a:spcPts val="55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만약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루트보다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크면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오른쪽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서브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것임</a:t>
            </a:r>
            <a:endParaRPr sz="1400">
              <a:latin typeface="Gulim"/>
              <a:cs typeface="Gulim"/>
            </a:endParaRPr>
          </a:p>
          <a:p>
            <a:pPr marL="1003935">
              <a:lnSpc>
                <a:spcPct val="100000"/>
              </a:lnSpc>
              <a:spcBef>
                <a:spcPts val="515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(key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root-&gt;key)</a:t>
            </a:r>
            <a:endParaRPr sz="1400">
              <a:latin typeface="Trebuchet MS"/>
              <a:cs typeface="Trebuchet MS"/>
            </a:endParaRPr>
          </a:p>
          <a:p>
            <a:pPr marL="1917064">
              <a:lnSpc>
                <a:spcPct val="100000"/>
              </a:lnSpc>
              <a:spcBef>
                <a:spcPts val="525"/>
              </a:spcBef>
            </a:pP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delete_node(root-</a:t>
            </a:r>
            <a:r>
              <a:rPr dirty="0" sz="1400">
                <a:latin typeface="Trebuchet MS"/>
                <a:cs typeface="Trebuchet MS"/>
              </a:rPr>
              <a:t>&gt;right,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480" y="4587824"/>
            <a:ext cx="6472159" cy="22410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207645" cy="228600"/>
          </a:xfrm>
          <a:custGeom>
            <a:avLst/>
            <a:gdLst/>
            <a:ahLst/>
            <a:cxnLst/>
            <a:rect l="l" t="t" r="r" b="b"/>
            <a:pathLst>
              <a:path w="207644" h="228600">
                <a:moveTo>
                  <a:pt x="0" y="228473"/>
                </a:moveTo>
                <a:lnTo>
                  <a:pt x="207035" y="228473"/>
                </a:lnTo>
                <a:lnTo>
                  <a:pt x="207035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23350" y="1629803"/>
            <a:ext cx="782955" cy="228600"/>
          </a:xfrm>
          <a:custGeom>
            <a:avLst/>
            <a:gdLst/>
            <a:ahLst/>
            <a:cxnLst/>
            <a:rect l="l" t="t" r="r" b="b"/>
            <a:pathLst>
              <a:path w="782954" h="228600">
                <a:moveTo>
                  <a:pt x="0" y="228473"/>
                </a:moveTo>
                <a:lnTo>
                  <a:pt x="782485" y="228473"/>
                </a:lnTo>
                <a:lnTo>
                  <a:pt x="782485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78865" y="449338"/>
            <a:ext cx="8144509" cy="4364355"/>
            <a:chOff x="978865" y="449338"/>
            <a:chExt cx="8144509" cy="4364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31" y="537679"/>
              <a:ext cx="513029" cy="901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8865" y="449338"/>
              <a:ext cx="8144509" cy="4364355"/>
            </a:xfrm>
            <a:custGeom>
              <a:avLst/>
              <a:gdLst/>
              <a:ahLst/>
              <a:cxnLst/>
              <a:rect l="l" t="t" r="r" b="b"/>
              <a:pathLst>
                <a:path w="8144509" h="4364355">
                  <a:moveTo>
                    <a:pt x="8144484" y="0"/>
                  </a:moveTo>
                  <a:lnTo>
                    <a:pt x="0" y="0"/>
                  </a:lnTo>
                  <a:lnTo>
                    <a:pt x="0" y="4363910"/>
                  </a:lnTo>
                  <a:lnTo>
                    <a:pt x="8144484" y="4363910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78865" y="449338"/>
            <a:ext cx="8144509" cy="4364355"/>
          </a:xfrm>
          <a:prstGeom prst="rect">
            <a:avLst/>
          </a:prstGeom>
          <a:ln w="9131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1056640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같으면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삭제하면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됨</a:t>
            </a:r>
            <a:endParaRPr sz="1400">
              <a:latin typeface="Gulim"/>
              <a:cs typeface="Gulim"/>
            </a:endParaRPr>
          </a:p>
          <a:p>
            <a:pPr marL="111506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917064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첫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(1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</a:t>
            </a:r>
            <a:r>
              <a:rPr dirty="0" sz="1400" spc="-4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경우</a:t>
            </a:r>
            <a:r>
              <a:rPr dirty="0" sz="1400" spc="-6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사례</a:t>
            </a:r>
            <a:r>
              <a:rPr dirty="0" sz="1400" spc="-25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87007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삭제하려는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경우</a:t>
            </a:r>
            <a:endParaRPr sz="1400">
              <a:latin typeface="Gulim"/>
              <a:cs typeface="Gulim"/>
            </a:endParaRPr>
          </a:p>
          <a:p>
            <a:pPr marL="1917064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 NULL)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830195" marR="2839720">
              <a:lnSpc>
                <a:spcPct val="1099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root-&gt;right; free(root);</a:t>
            </a:r>
            <a:endParaRPr sz="1400">
              <a:latin typeface="Trebuchet MS"/>
              <a:cs typeface="Trebuchet MS"/>
            </a:endParaRPr>
          </a:p>
          <a:p>
            <a:pPr marL="283019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root-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&gt;right</a:t>
            </a:r>
            <a:r>
              <a:rPr dirty="0" sz="1400" spc="-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400" spc="1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delete_node(root-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&gt;right,</a:t>
            </a:r>
            <a:r>
              <a:rPr dirty="0" sz="14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  <a:p>
            <a:pPr marL="391922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-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26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</a:t>
            </a:r>
            <a:r>
              <a:rPr dirty="0" sz="1400" spc="-6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가</a:t>
            </a:r>
            <a:r>
              <a:rPr dirty="0" sz="1400" spc="-7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NULL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로</a:t>
            </a:r>
            <a:r>
              <a:rPr dirty="0" sz="1400" spc="-7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반환됨</a:t>
            </a:r>
            <a:endParaRPr sz="1400">
              <a:latin typeface="Gulim"/>
              <a:cs typeface="Gulim"/>
            </a:endParaRPr>
          </a:p>
          <a:p>
            <a:pPr marL="1917064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917064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 NULL)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830195" marR="2929255">
              <a:lnSpc>
                <a:spcPct val="1099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root-&gt;left; free(root);</a:t>
            </a:r>
            <a:endParaRPr sz="1400">
              <a:latin typeface="Trebuchet MS"/>
              <a:cs typeface="Trebuchet MS"/>
            </a:endParaRPr>
          </a:p>
          <a:p>
            <a:pPr marL="283019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temp;</a:t>
            </a:r>
            <a:endParaRPr sz="1400">
              <a:latin typeface="Trebuchet MS"/>
              <a:cs typeface="Trebuchet MS"/>
            </a:endParaRPr>
          </a:p>
          <a:p>
            <a:pPr marL="1917064">
              <a:lnSpc>
                <a:spcPct val="100000"/>
              </a:lnSpc>
              <a:spcBef>
                <a:spcPts val="17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923414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세번째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처리는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페이지에</a:t>
            </a:r>
            <a:endParaRPr sz="1400">
              <a:latin typeface="Gulim"/>
              <a:cs typeface="Gulim"/>
            </a:endParaRPr>
          </a:p>
          <a:p>
            <a:pPr marL="1003935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00393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753" y="4702637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8679" y="4813249"/>
            <a:ext cx="6509499" cy="229086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117475" cy="228600"/>
          </a:xfrm>
          <a:custGeom>
            <a:avLst/>
            <a:gdLst/>
            <a:ahLst/>
            <a:cxnLst/>
            <a:rect l="l" t="t" r="r" b="b"/>
            <a:pathLst>
              <a:path w="117475" h="228600">
                <a:moveTo>
                  <a:pt x="0" y="228473"/>
                </a:moveTo>
                <a:lnTo>
                  <a:pt x="117208" y="228473"/>
                </a:lnTo>
                <a:lnTo>
                  <a:pt x="117208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033523" y="1629803"/>
            <a:ext cx="872490" cy="228600"/>
          </a:xfrm>
          <a:custGeom>
            <a:avLst/>
            <a:gdLst/>
            <a:ahLst/>
            <a:cxnLst/>
            <a:rect l="l" t="t" r="r" b="b"/>
            <a:pathLst>
              <a:path w="872490" h="228600">
                <a:moveTo>
                  <a:pt x="0" y="228473"/>
                </a:moveTo>
                <a:lnTo>
                  <a:pt x="872312" y="228473"/>
                </a:lnTo>
                <a:lnTo>
                  <a:pt x="872312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84472" y="444773"/>
            <a:ext cx="8154034" cy="4327525"/>
            <a:chOff x="884472" y="444773"/>
            <a:chExt cx="8154034" cy="4327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31" y="537679"/>
              <a:ext cx="513029" cy="901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9038" y="449338"/>
              <a:ext cx="8144509" cy="4318635"/>
            </a:xfrm>
            <a:custGeom>
              <a:avLst/>
              <a:gdLst/>
              <a:ahLst/>
              <a:cxnLst/>
              <a:rect l="l" t="t" r="r" b="b"/>
              <a:pathLst>
                <a:path w="8144509" h="4318635">
                  <a:moveTo>
                    <a:pt x="8144484" y="0"/>
                  </a:moveTo>
                  <a:lnTo>
                    <a:pt x="0" y="0"/>
                  </a:lnTo>
                  <a:lnTo>
                    <a:pt x="0" y="4318215"/>
                  </a:lnTo>
                  <a:lnTo>
                    <a:pt x="8144484" y="4318215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89038" y="449338"/>
              <a:ext cx="8144509" cy="4318635"/>
            </a:xfrm>
            <a:custGeom>
              <a:avLst/>
              <a:gdLst/>
              <a:ahLst/>
              <a:cxnLst/>
              <a:rect l="l" t="t" r="r" b="b"/>
              <a:pathLst>
                <a:path w="8144509" h="4318635">
                  <a:moveTo>
                    <a:pt x="0" y="0"/>
                  </a:moveTo>
                  <a:lnTo>
                    <a:pt x="8144497" y="0"/>
                  </a:lnTo>
                  <a:lnTo>
                    <a:pt x="8144497" y="4318215"/>
                  </a:lnTo>
                  <a:lnTo>
                    <a:pt x="0" y="4318215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6841" y="459666"/>
            <a:ext cx="7908290" cy="47174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979169">
              <a:lnSpc>
                <a:spcPct val="100000"/>
              </a:lnSpc>
              <a:spcBef>
                <a:spcPts val="26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같으면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삭제하면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됨</a:t>
            </a:r>
            <a:endParaRPr sz="1400">
              <a:latin typeface="Gulim"/>
              <a:cs typeface="Gulim"/>
            </a:endParaRPr>
          </a:p>
          <a:p>
            <a:pPr marL="103695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첫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(2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</a:t>
            </a:r>
            <a:r>
              <a:rPr dirty="0" sz="1400" spc="-4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경우</a:t>
            </a:r>
            <a:r>
              <a:rPr dirty="0" sz="1400" spc="-6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사례</a:t>
            </a:r>
            <a:r>
              <a:rPr dirty="0" sz="1400" spc="-25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  <a:p>
            <a:pPr marL="125285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삭제하려는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하나의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왼쪽이나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오른쪽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서브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하나만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가지고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경우</a:t>
            </a:r>
            <a:endParaRPr sz="1400">
              <a:latin typeface="Gulim"/>
              <a:cs typeface="Gulim"/>
            </a:endParaRPr>
          </a:p>
          <a:p>
            <a:pPr marL="183896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 NULL)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752725" marR="2680970">
              <a:lnSpc>
                <a:spcPct val="1099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root-&gt;right; free(root);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root-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&gt;right</a:t>
            </a:r>
            <a:r>
              <a:rPr dirty="0" sz="1400" spc="-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400" spc="1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delete_node(root-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&gt;right,</a:t>
            </a:r>
            <a:r>
              <a:rPr dirty="0" sz="1400" spc="-4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key);</a:t>
            </a:r>
            <a:endParaRPr sz="1400">
              <a:latin typeface="Trebuchet MS"/>
              <a:cs typeface="Trebuchet MS"/>
            </a:endParaRPr>
          </a:p>
          <a:p>
            <a:pPr marL="384111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-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99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번이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35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로</a:t>
            </a:r>
            <a:r>
              <a:rPr dirty="0" sz="1400" spc="33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반환됨</a:t>
            </a:r>
            <a:endParaRPr sz="1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00">
              <a:latin typeface="Gulim"/>
              <a:cs typeface="Gulim"/>
            </a:endParaRPr>
          </a:p>
          <a:p>
            <a:pPr marL="183896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 NULL)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752725" marR="2771140">
              <a:lnSpc>
                <a:spcPct val="1099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root-&gt;left; free(root);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temp;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  <a:spcBef>
                <a:spcPts val="17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845310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세번째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처리는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페이지에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7949" y="4578680"/>
            <a:ext cx="6769823" cy="252848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71755" cy="228600"/>
          </a:xfrm>
          <a:custGeom>
            <a:avLst/>
            <a:gdLst/>
            <a:ahLst/>
            <a:cxnLst/>
            <a:rect l="l" t="t" r="r" b="b"/>
            <a:pathLst>
              <a:path w="71755" h="228600">
                <a:moveTo>
                  <a:pt x="0" y="228473"/>
                </a:moveTo>
                <a:lnTo>
                  <a:pt x="71539" y="228473"/>
                </a:lnTo>
                <a:lnTo>
                  <a:pt x="71539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987853" y="1629803"/>
            <a:ext cx="918210" cy="228600"/>
          </a:xfrm>
          <a:custGeom>
            <a:avLst/>
            <a:gdLst/>
            <a:ahLst/>
            <a:cxnLst/>
            <a:rect l="l" t="t" r="r" b="b"/>
            <a:pathLst>
              <a:path w="918209" h="228600">
                <a:moveTo>
                  <a:pt x="0" y="228473"/>
                </a:moveTo>
                <a:lnTo>
                  <a:pt x="917981" y="228473"/>
                </a:lnTo>
                <a:lnTo>
                  <a:pt x="917981" y="0"/>
                </a:lnTo>
                <a:lnTo>
                  <a:pt x="0" y="0"/>
                </a:lnTo>
                <a:lnTo>
                  <a:pt x="0" y="22847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38606" y="534441"/>
            <a:ext cx="8154034" cy="3473450"/>
            <a:chOff x="838606" y="534441"/>
            <a:chExt cx="8154034" cy="3473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31" y="537679"/>
              <a:ext cx="513029" cy="901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3368" y="539203"/>
              <a:ext cx="8144509" cy="3463925"/>
            </a:xfrm>
            <a:custGeom>
              <a:avLst/>
              <a:gdLst/>
              <a:ahLst/>
              <a:cxnLst/>
              <a:rect l="l" t="t" r="r" b="b"/>
              <a:pathLst>
                <a:path w="8144509" h="3463925">
                  <a:moveTo>
                    <a:pt x="8144484" y="0"/>
                  </a:moveTo>
                  <a:lnTo>
                    <a:pt x="0" y="0"/>
                  </a:lnTo>
                  <a:lnTo>
                    <a:pt x="0" y="3463709"/>
                  </a:lnTo>
                  <a:lnTo>
                    <a:pt x="8144484" y="3463709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3368" y="539203"/>
              <a:ext cx="8144509" cy="3463925"/>
            </a:xfrm>
            <a:custGeom>
              <a:avLst/>
              <a:gdLst/>
              <a:ahLst/>
              <a:cxnLst/>
              <a:rect l="l" t="t" r="r" b="b"/>
              <a:pathLst>
                <a:path w="8144509" h="3463925">
                  <a:moveTo>
                    <a:pt x="0" y="0"/>
                  </a:moveTo>
                  <a:lnTo>
                    <a:pt x="8144497" y="0"/>
                  </a:lnTo>
                  <a:lnTo>
                    <a:pt x="8144497" y="3463709"/>
                  </a:lnTo>
                  <a:lnTo>
                    <a:pt x="0" y="3463709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7934" y="549625"/>
            <a:ext cx="8135620" cy="33096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052830">
              <a:lnSpc>
                <a:spcPct val="100000"/>
              </a:lnSpc>
              <a:spcBef>
                <a:spcPts val="26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키가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같으면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삭제하면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됨</a:t>
            </a:r>
            <a:endParaRPr sz="1400">
              <a:latin typeface="Gulim"/>
              <a:cs typeface="Gulim"/>
            </a:endParaRPr>
          </a:p>
          <a:p>
            <a:pPr marL="111061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latin typeface="Trebuchet MS"/>
                <a:cs typeface="Trebuchet MS"/>
              </a:rPr>
              <a:t>else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91325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첫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번째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처리는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페이지에</a:t>
            </a:r>
            <a:endParaRPr sz="1400">
              <a:latin typeface="Gulim"/>
              <a:cs typeface="Gulim"/>
            </a:endParaRPr>
          </a:p>
          <a:p>
            <a:pPr marL="1913255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-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세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번째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경우</a:t>
            </a:r>
            <a:endParaRPr sz="1400">
              <a:latin typeface="Gulim"/>
              <a:cs typeface="Gulim"/>
            </a:endParaRPr>
          </a:p>
          <a:p>
            <a:pPr marL="191897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삭제하려는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서브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모두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가지고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경우</a:t>
            </a:r>
            <a:endParaRPr sz="1400">
              <a:latin typeface="Gulim"/>
              <a:cs typeface="Gulim"/>
            </a:endParaRPr>
          </a:p>
          <a:p>
            <a:pPr marL="1913255">
              <a:lnSpc>
                <a:spcPct val="100000"/>
              </a:lnSpc>
              <a:spcBef>
                <a:spcPts val="16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min_value_node(root-</a:t>
            </a:r>
            <a:r>
              <a:rPr dirty="0" sz="1400">
                <a:latin typeface="Trebuchet MS"/>
                <a:cs typeface="Trebuchet MS"/>
              </a:rPr>
              <a:t>&gt;right);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18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번의</a:t>
            </a:r>
            <a:r>
              <a:rPr dirty="0" sz="1400" spc="-5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오른쪽</a:t>
            </a:r>
            <a:endParaRPr sz="1400">
              <a:latin typeface="Gulim"/>
              <a:cs typeface="Gulim"/>
            </a:endParaRPr>
          </a:p>
          <a:p>
            <a:pPr marL="5855970">
              <a:lnSpc>
                <a:spcPct val="100000"/>
              </a:lnSpc>
              <a:spcBef>
                <a:spcPts val="165"/>
              </a:spcBef>
            </a:pP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반환값은</a:t>
            </a:r>
            <a:r>
              <a:rPr dirty="0" sz="1400" spc="-6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Trebuchet MS"/>
                <a:cs typeface="Trebuchet MS"/>
              </a:rPr>
              <a:t>22</a:t>
            </a:r>
            <a:endParaRPr sz="1400">
              <a:latin typeface="Trebuchet MS"/>
              <a:cs typeface="Trebuchet MS"/>
            </a:endParaRPr>
          </a:p>
          <a:p>
            <a:pPr marL="191325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후계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복사한다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913255">
              <a:lnSpc>
                <a:spcPct val="100000"/>
              </a:lnSpc>
              <a:spcBef>
                <a:spcPts val="165"/>
              </a:spcBef>
            </a:pP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&gt;key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temp-</a:t>
            </a:r>
            <a:r>
              <a:rPr dirty="0" sz="1400">
                <a:latin typeface="Trebuchet MS"/>
                <a:cs typeface="Trebuchet MS"/>
              </a:rPr>
              <a:t>&gt;key;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</a:t>
            </a:r>
            <a:r>
              <a:rPr dirty="0" sz="1400" spc="1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rebuchet MS"/>
                <a:cs typeface="Trebuchet MS"/>
              </a:rPr>
              <a:t>root-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&gt;key</a:t>
            </a:r>
            <a:r>
              <a:rPr dirty="0" sz="1400" spc="-1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r>
              <a:rPr dirty="0" sz="1400" spc="1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Trebuchet MS"/>
                <a:cs typeface="Trebuchet MS"/>
              </a:rPr>
              <a:t>22</a:t>
            </a:r>
            <a:endParaRPr sz="1400">
              <a:latin typeface="Trebuchet MS"/>
              <a:cs typeface="Trebuchet MS"/>
            </a:endParaRPr>
          </a:p>
          <a:p>
            <a:pPr marL="1913255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후계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22</a:t>
            </a:r>
            <a:r>
              <a:rPr dirty="0" sz="1400">
                <a:latin typeface="Gulim"/>
                <a:cs typeface="Gulim"/>
              </a:rPr>
              <a:t>번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를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삭제한다</a:t>
            </a:r>
            <a:r>
              <a:rPr dirty="0" sz="1400" spc="-1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913255">
              <a:lnSpc>
                <a:spcPct val="100000"/>
              </a:lnSpc>
              <a:spcBef>
                <a:spcPts val="165"/>
              </a:spcBef>
            </a:pPr>
            <a:r>
              <a:rPr dirty="0" sz="1400" spc="-10">
                <a:latin typeface="Trebuchet MS"/>
                <a:cs typeface="Trebuchet MS"/>
              </a:rPr>
              <a:t>root-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delete_node(root-</a:t>
            </a:r>
            <a:r>
              <a:rPr dirty="0" sz="1400">
                <a:latin typeface="Trebuchet MS"/>
                <a:cs typeface="Trebuchet MS"/>
              </a:rPr>
              <a:t>&gt;right,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temp-&gt;key);</a:t>
            </a:r>
            <a:endParaRPr sz="1400">
              <a:latin typeface="Trebuchet MS"/>
              <a:cs typeface="Trebuchet MS"/>
            </a:endParaRPr>
          </a:p>
          <a:p>
            <a:pPr marL="999490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99490">
              <a:lnSpc>
                <a:spcPct val="100000"/>
              </a:lnSpc>
              <a:spcBef>
                <a:spcPts val="17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root;</a:t>
            </a:r>
            <a:endParaRPr sz="1400">
              <a:latin typeface="Trebuchet MS"/>
              <a:cs typeface="Trebuchet MS"/>
            </a:endParaRPr>
          </a:p>
          <a:p>
            <a:pPr marL="86360">
              <a:lnSpc>
                <a:spcPct val="100000"/>
              </a:lnSpc>
              <a:spcBef>
                <a:spcPts val="165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8679" y="4002925"/>
            <a:ext cx="6698272" cy="200602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83804" y="2563520"/>
            <a:ext cx="8144509" cy="3298190"/>
          </a:xfrm>
          <a:custGeom>
            <a:avLst/>
            <a:gdLst/>
            <a:ahLst/>
            <a:cxnLst/>
            <a:rect l="l" t="t" r="r" b="b"/>
            <a:pathLst>
              <a:path w="8144509" h="3298190">
                <a:moveTo>
                  <a:pt x="8144484" y="0"/>
                </a:moveTo>
                <a:lnTo>
                  <a:pt x="0" y="0"/>
                </a:lnTo>
                <a:lnTo>
                  <a:pt x="0" y="3297682"/>
                </a:lnTo>
                <a:lnTo>
                  <a:pt x="8144484" y="3297682"/>
                </a:lnTo>
                <a:lnTo>
                  <a:pt x="814448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3804" y="2563507"/>
            <a:ext cx="8144509" cy="3298190"/>
          </a:xfrm>
          <a:prstGeom prst="rect">
            <a:avLst/>
          </a:prstGeom>
          <a:ln w="9131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0000"/>
                </a:solidFill>
                <a:latin typeface="Trebuchet MS"/>
                <a:cs typeface="Trebuchet MS"/>
              </a:rPr>
              <a:t>//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오른쪽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서브트리에서</a:t>
            </a:r>
            <a:r>
              <a:rPr dirty="0" sz="1400" spc="-8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제일</a:t>
            </a:r>
            <a:r>
              <a:rPr dirty="0" sz="1400" spc="-5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작은</a:t>
            </a:r>
            <a:r>
              <a:rPr dirty="0" sz="1400" spc="-50">
                <a:solidFill>
                  <a:srgbClr val="FF0000"/>
                </a:solidFill>
                <a:latin typeface="Gulim"/>
                <a:cs typeface="Gulim"/>
              </a:rPr>
              <a:t> 값</a:t>
            </a:r>
            <a:endParaRPr sz="1400">
              <a:latin typeface="Gulim"/>
              <a:cs typeface="Gulim"/>
            </a:endParaRPr>
          </a:p>
          <a:p>
            <a:pPr marL="90805" marR="4149725">
              <a:lnSpc>
                <a:spcPts val="3360"/>
              </a:lnSpc>
              <a:spcBef>
                <a:spcPts val="365"/>
              </a:spcBef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min_value_node(root-&gt;right); </a:t>
            </a: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min_value_node(TreeNode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 </a:t>
            </a:r>
            <a:r>
              <a:rPr dirty="0" sz="1400" spc="-10">
                <a:latin typeface="Trebuchet MS"/>
                <a:cs typeface="Trebuchet MS"/>
              </a:rPr>
              <a:t>node)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ts val="1285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current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node;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004569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맨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왼쪽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찾으러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내려감</a:t>
            </a:r>
            <a:endParaRPr sz="1400">
              <a:latin typeface="Gulim"/>
              <a:cs typeface="Gulim"/>
            </a:endParaRPr>
          </a:p>
          <a:p>
            <a:pPr marL="1004569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while </a:t>
            </a:r>
            <a:r>
              <a:rPr dirty="0" sz="1400" spc="-10">
                <a:latin typeface="Trebuchet MS"/>
                <a:cs typeface="Trebuchet MS"/>
              </a:rPr>
              <a:t>(current-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NULL)</a:t>
            </a:r>
            <a:endParaRPr sz="1400">
              <a:latin typeface="Trebuchet MS"/>
              <a:cs typeface="Trebuchet MS"/>
            </a:endParaRPr>
          </a:p>
          <a:p>
            <a:pPr marL="1917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current =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current-&gt;left;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004569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current;</a:t>
            </a:r>
            <a:endParaRPr sz="14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2167" y="2616822"/>
            <a:ext cx="3416122" cy="246603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906" y="6954390"/>
            <a:ext cx="43053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497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8630" y="1614570"/>
            <a:ext cx="8581390" cy="5591810"/>
            <a:chOff x="928630" y="1614570"/>
            <a:chExt cx="8581390" cy="559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3195" y="1619135"/>
              <a:ext cx="8220709" cy="5488305"/>
            </a:xfrm>
            <a:custGeom>
              <a:avLst/>
              <a:gdLst/>
              <a:ahLst/>
              <a:cxnLst/>
              <a:rect l="l" t="t" r="r" b="b"/>
              <a:pathLst>
                <a:path w="8220709" h="5488305">
                  <a:moveTo>
                    <a:pt x="8220608" y="0"/>
                  </a:moveTo>
                  <a:lnTo>
                    <a:pt x="0" y="0"/>
                  </a:lnTo>
                  <a:lnTo>
                    <a:pt x="0" y="5488025"/>
                  </a:lnTo>
                  <a:lnTo>
                    <a:pt x="8220608" y="5488025"/>
                  </a:lnTo>
                  <a:lnTo>
                    <a:pt x="822060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33195" y="1619135"/>
              <a:ext cx="8220709" cy="5488305"/>
            </a:xfrm>
            <a:custGeom>
              <a:avLst/>
              <a:gdLst/>
              <a:ahLst/>
              <a:cxnLst/>
              <a:rect l="l" t="t" r="r" b="b"/>
              <a:pathLst>
                <a:path w="8220709" h="5488305">
                  <a:moveTo>
                    <a:pt x="0" y="0"/>
                  </a:moveTo>
                  <a:lnTo>
                    <a:pt x="8220595" y="0"/>
                  </a:lnTo>
                  <a:lnTo>
                    <a:pt x="8220595" y="5488025"/>
                  </a:lnTo>
                  <a:lnTo>
                    <a:pt x="0" y="5488025"/>
                  </a:lnTo>
                  <a:lnTo>
                    <a:pt x="0" y="0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11797" y="1627034"/>
            <a:ext cx="5939790" cy="55092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200">
                <a:latin typeface="Trebuchet MS"/>
                <a:cs typeface="Trebuchet MS"/>
              </a:rPr>
              <a:t>int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main(void)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50"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algn="just" marL="925830">
              <a:lnSpc>
                <a:spcPct val="100000"/>
              </a:lnSpc>
              <a:spcBef>
                <a:spcPts val="285"/>
              </a:spcBef>
            </a:pPr>
            <a:r>
              <a:rPr dirty="0" sz="1200" spc="-20">
                <a:latin typeface="Trebuchet MS"/>
                <a:cs typeface="Trebuchet MS"/>
              </a:rPr>
              <a:t>TreeNode</a:t>
            </a:r>
            <a:r>
              <a:rPr dirty="0" sz="1200" spc="-4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* root</a:t>
            </a:r>
            <a:r>
              <a:rPr dirty="0" sz="1200" spc="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10">
                <a:latin typeface="Trebuchet MS"/>
                <a:cs typeface="Trebuchet MS"/>
              </a:rPr>
              <a:t> NULL;</a:t>
            </a:r>
            <a:endParaRPr sz="1200">
              <a:latin typeface="Trebuchet MS"/>
              <a:cs typeface="Trebuchet MS"/>
            </a:endParaRPr>
          </a:p>
          <a:p>
            <a:pPr algn="just" marL="88646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 spc="-20">
                <a:latin typeface="Gulim"/>
                <a:cs typeface="Gulim"/>
              </a:rPr>
              <a:t>삽입연산</a:t>
            </a:r>
            <a:endParaRPr sz="1200">
              <a:latin typeface="Gulim"/>
              <a:cs typeface="Gulim"/>
            </a:endParaRPr>
          </a:p>
          <a:p>
            <a:pPr algn="just" marL="925830" marR="3035935">
              <a:lnSpc>
                <a:spcPct val="119900"/>
              </a:lnSpc>
            </a:pP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30); </a:t>
            </a: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20); </a:t>
            </a: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10); </a:t>
            </a: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40); </a:t>
            </a: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50); </a:t>
            </a: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insert_node(root,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60);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Trebuchet MS"/>
              <a:cs typeface="Trebuchet MS"/>
            </a:endParaRPr>
          </a:p>
          <a:p>
            <a:pPr marL="74739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Gulim"/>
                <a:cs typeface="Gulim"/>
              </a:rPr>
              <a:t>중위순회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및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탐색연산</a:t>
            </a:r>
            <a:endParaRPr sz="12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tabLst>
                <a:tab pos="309245" algn="l"/>
              </a:tabLst>
            </a:pPr>
            <a:r>
              <a:rPr dirty="0" sz="1200" spc="-25">
                <a:latin typeface="Trebuchet MS"/>
                <a:cs typeface="Trebuchet MS"/>
              </a:rPr>
              <a:t>//</a:t>
            </a:r>
            <a:r>
              <a:rPr dirty="0" sz="1200">
                <a:latin typeface="Trebuchet MS"/>
                <a:cs typeface="Trebuchet MS"/>
              </a:rPr>
              <a:t>	</a:t>
            </a:r>
            <a:r>
              <a:rPr dirty="0" sz="1200" spc="-25">
                <a:latin typeface="Trebuchet MS"/>
                <a:cs typeface="Trebuchet MS"/>
              </a:rPr>
              <a:t>30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20</a:t>
            </a:r>
            <a:r>
              <a:rPr dirty="0" sz="1200" spc="350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558800" algn="l"/>
              </a:tabLst>
            </a:pPr>
            <a:r>
              <a:rPr dirty="0" sz="1200" spc="-20">
                <a:latin typeface="Trebuchet MS"/>
                <a:cs typeface="Trebuchet MS"/>
              </a:rPr>
              <a:t>//10</a:t>
            </a:r>
            <a:r>
              <a:rPr dirty="0" sz="1200">
                <a:latin typeface="Trebuchet MS"/>
                <a:cs typeface="Trebuchet MS"/>
              </a:rPr>
              <a:t>	</a:t>
            </a:r>
            <a:r>
              <a:rPr dirty="0" sz="1200" spc="-25">
                <a:latin typeface="Trebuchet MS"/>
                <a:cs typeface="Trebuchet MS"/>
              </a:rPr>
              <a:t>50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676275" algn="l"/>
              </a:tabLst>
            </a:pPr>
            <a:r>
              <a:rPr dirty="0" sz="1200" spc="-25">
                <a:latin typeface="Trebuchet MS"/>
                <a:cs typeface="Trebuchet MS"/>
              </a:rPr>
              <a:t>//</a:t>
            </a:r>
            <a:r>
              <a:rPr dirty="0" sz="1200">
                <a:latin typeface="Trebuchet MS"/>
                <a:cs typeface="Trebuchet MS"/>
              </a:rPr>
              <a:t>	</a:t>
            </a:r>
            <a:r>
              <a:rPr dirty="0" sz="1200" spc="-25">
                <a:latin typeface="Trebuchet MS"/>
                <a:cs typeface="Trebuchet MS"/>
              </a:rPr>
              <a:t>60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1.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Gulim"/>
                <a:cs typeface="Gulim"/>
              </a:rPr>
              <a:t>삭제하려는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노드가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단말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일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경우</a:t>
            </a:r>
            <a:endParaRPr sz="1200">
              <a:latin typeface="Gulim"/>
              <a:cs typeface="Gulim"/>
            </a:endParaRPr>
          </a:p>
          <a:p>
            <a:pPr algn="just" marL="925830">
              <a:lnSpc>
                <a:spcPct val="100000"/>
              </a:lnSpc>
              <a:spcBef>
                <a:spcPts val="290"/>
              </a:spcBef>
            </a:pP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2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delete_node(root,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60);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2.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Gulim"/>
                <a:cs typeface="Gulim"/>
              </a:rPr>
              <a:t>삭제하려는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노드가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하나의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왼쪽이나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오른쪽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서브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하나만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가지고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있는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경우</a:t>
            </a:r>
            <a:endParaRPr sz="1200">
              <a:latin typeface="Gulim"/>
              <a:cs typeface="Gulim"/>
            </a:endParaRPr>
          </a:p>
          <a:p>
            <a:pPr algn="just" marL="92583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2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delete_node(root,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40);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3.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Gulim"/>
                <a:cs typeface="Gulim"/>
              </a:rPr>
              <a:t>삭제하려는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노드가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두개의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서브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모두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가지고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있는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경우</a:t>
            </a:r>
            <a:endParaRPr sz="1200">
              <a:latin typeface="Gulim"/>
              <a:cs typeface="Gulim"/>
            </a:endParaRPr>
          </a:p>
          <a:p>
            <a:pPr marL="925830" marR="2992120">
              <a:lnSpc>
                <a:spcPct val="119900"/>
              </a:lnSpc>
            </a:pPr>
            <a:r>
              <a:rPr dirty="0" sz="1200">
                <a:latin typeface="Trebuchet MS"/>
                <a:cs typeface="Trebuchet MS"/>
              </a:rPr>
              <a:t>root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2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delete_node(root,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30); </a:t>
            </a:r>
            <a:r>
              <a:rPr dirty="0" sz="1200">
                <a:latin typeface="Trebuchet MS"/>
                <a:cs typeface="Trebuchet MS"/>
              </a:rPr>
              <a:t>return</a:t>
            </a:r>
            <a:r>
              <a:rPr dirty="0" sz="1200" spc="-45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0;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642265" y="247805"/>
            <a:ext cx="5290185" cy="125285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25"/>
              </a:spcBef>
            </a:pPr>
            <a:r>
              <a:rPr dirty="0" sz="4000" spc="-10">
                <a:latin typeface="Tw Cen MT"/>
                <a:cs typeface="Tw Cen MT"/>
              </a:rPr>
              <a:t>bin_search_tree_change.c </a:t>
            </a:r>
            <a:r>
              <a:rPr dirty="0" sz="4000">
                <a:latin typeface="Tw Cen MT"/>
                <a:cs typeface="Tw Cen MT"/>
              </a:rPr>
              <a:t>(</a:t>
            </a:r>
            <a:r>
              <a:rPr dirty="0" sz="4000" spc="-5">
                <a:latin typeface="Tw Cen MT"/>
                <a:cs typeface="Tw Cen MT"/>
              </a:rPr>
              <a:t> </a:t>
            </a:r>
            <a:r>
              <a:rPr dirty="0" sz="4000" spc="-1345"/>
              <a:t>삭제연산</a:t>
            </a:r>
            <a:r>
              <a:rPr dirty="0" sz="4000" spc="-220"/>
              <a:t> </a:t>
            </a:r>
            <a:r>
              <a:rPr dirty="0" sz="4000" spc="-1245"/>
              <a:t>추가</a:t>
            </a:r>
            <a:r>
              <a:rPr dirty="0" sz="4000" spc="-1245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521" y="1949665"/>
            <a:ext cx="8220709" cy="1648460"/>
          </a:xfrm>
          <a:prstGeom prst="rect">
            <a:avLst/>
          </a:prstGeom>
          <a:solidFill>
            <a:srgbClr val="3366FF"/>
          </a:solidFill>
          <a:ln w="9131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이진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탐색</a:t>
            </a:r>
            <a:r>
              <a:rPr dirty="0" sz="16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트리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중위</a:t>
            </a:r>
            <a:r>
              <a:rPr dirty="0" sz="1600" spc="-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순회</a:t>
            </a:r>
            <a:r>
              <a:rPr dirty="0" sz="1600" spc="-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결과</a:t>
            </a:r>
            <a:r>
              <a:rPr dirty="0" sz="16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//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오름차순</a:t>
            </a:r>
            <a:r>
              <a:rPr dirty="0" sz="16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Gulim"/>
                <a:cs typeface="Gulim"/>
              </a:rPr>
              <a:t>정렬</a:t>
            </a:r>
            <a:endParaRPr sz="1600">
              <a:latin typeface="Gulim"/>
              <a:cs typeface="Gulim"/>
            </a:endParaRPr>
          </a:p>
          <a:p>
            <a:pPr marL="90805">
              <a:lnSpc>
                <a:spcPct val="100000"/>
              </a:lnSpc>
              <a:spcBef>
                <a:spcPts val="68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[10]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[20]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[30]</a:t>
            </a:r>
            <a:r>
              <a:rPr dirty="0" sz="16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[40]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[50]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[60]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60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이진</a:t>
            </a:r>
            <a:r>
              <a:rPr dirty="0" sz="1600" spc="-8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탐색</a:t>
            </a:r>
            <a:r>
              <a:rPr dirty="0" sz="1600" spc="-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트리에서</a:t>
            </a:r>
            <a:r>
              <a:rPr dirty="0" sz="1600" spc="-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30</a:t>
            </a:r>
            <a:r>
              <a:rPr dirty="0" sz="1600">
                <a:solidFill>
                  <a:srgbClr val="FFFFFF"/>
                </a:solidFill>
                <a:latin typeface="Gulim"/>
                <a:cs typeface="Gulim"/>
              </a:rPr>
              <a:t>을</a:t>
            </a:r>
            <a:r>
              <a:rPr dirty="0" sz="1600" spc="-9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Gulim"/>
                <a:cs typeface="Gulim"/>
              </a:rPr>
              <a:t>발견함</a:t>
            </a:r>
            <a:endParaRPr sz="16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4558"/>
            <a:ext cx="3269615" cy="41046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34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 spc="-10">
                <a:latin typeface="Gulim"/>
                <a:cs typeface="Gulim"/>
              </a:rPr>
              <a:t>트리의</a:t>
            </a:r>
            <a:r>
              <a:rPr dirty="0" sz="1500" spc="-11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개념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4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트리</a:t>
            </a:r>
            <a:r>
              <a:rPr dirty="0" sz="1500" spc="-11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소개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트리의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표현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트리의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순회</a:t>
            </a:r>
            <a:r>
              <a:rPr dirty="0" sz="1500" spc="-10">
                <a:latin typeface="Arial"/>
                <a:cs typeface="Arial"/>
              </a:rPr>
              <a:t>(</a:t>
            </a:r>
            <a:r>
              <a:rPr dirty="0" sz="1500" spc="-10">
                <a:latin typeface="Gulim"/>
                <a:cs typeface="Gulim"/>
              </a:rPr>
              <a:t>순환방식</a:t>
            </a:r>
            <a:r>
              <a:rPr dirty="0" sz="1500" spc="-10"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3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 spc="-10">
                <a:latin typeface="Gulim"/>
                <a:cs typeface="Gulim"/>
              </a:rPr>
              <a:t>반복적</a:t>
            </a:r>
            <a:r>
              <a:rPr dirty="0" sz="1500" spc="-11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순회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레벨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 spc="-35">
                <a:latin typeface="Gulim"/>
                <a:cs typeface="Gulim"/>
              </a:rPr>
              <a:t>순회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 spc="-10">
                <a:latin typeface="Gulim"/>
                <a:cs typeface="Gulim"/>
              </a:rPr>
              <a:t>트리의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응용</a:t>
            </a:r>
            <a:r>
              <a:rPr dirty="0" sz="1500">
                <a:latin typeface="Arial"/>
                <a:cs typeface="Arial"/>
              </a:rPr>
              <a:t>: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Gulim"/>
                <a:cs typeface="Gulim"/>
              </a:rPr>
              <a:t>수식</a:t>
            </a:r>
            <a:r>
              <a:rPr dirty="0" sz="1500" spc="-120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트리</a:t>
            </a:r>
            <a:r>
              <a:rPr dirty="0" sz="1500" spc="-105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처리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 spc="-10">
                <a:latin typeface="Gulim"/>
                <a:cs typeface="Gulim"/>
              </a:rPr>
              <a:t>트리의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응용</a:t>
            </a:r>
            <a:r>
              <a:rPr dirty="0" sz="1500">
                <a:latin typeface="Arial"/>
                <a:cs typeface="Arial"/>
              </a:rPr>
              <a:t>: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Gulim"/>
                <a:cs typeface="Gulim"/>
              </a:rPr>
              <a:t>디렉토리</a:t>
            </a:r>
            <a:r>
              <a:rPr dirty="0" sz="1500" spc="-10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용량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계산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트리의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추가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연산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4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 spc="-10">
                <a:latin typeface="Gulim"/>
                <a:cs typeface="Gulim"/>
              </a:rPr>
              <a:t>스레드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05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트리</a:t>
            </a:r>
            <a:endParaRPr sz="15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Font typeface="Arial"/>
              <a:buAutoNum type="arabicPeriod"/>
            </a:pP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탐색</a:t>
            </a:r>
            <a:r>
              <a:rPr dirty="0" sz="1500" spc="-11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트리</a:t>
            </a:r>
            <a:endParaRPr sz="15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Clr>
                <a:srgbClr val="DD8046"/>
              </a:buClr>
              <a:buFont typeface="Arial"/>
              <a:buAutoNum type="arabicPeriod"/>
            </a:pPr>
            <a:endParaRPr sz="1500">
              <a:latin typeface="Gulim"/>
              <a:cs typeface="Gulim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dirty="0" sz="1500" spc="-20">
                <a:latin typeface="Gulim"/>
                <a:cs typeface="Gulim"/>
              </a:rPr>
              <a:t>자바애플릿과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>
                <a:latin typeface="Arial"/>
                <a:cs typeface="Arial"/>
              </a:rPr>
              <a:t>VS</a:t>
            </a:r>
            <a:r>
              <a:rPr dirty="0" sz="1500">
                <a:latin typeface="Gulim"/>
                <a:cs typeface="Gulim"/>
              </a:rPr>
              <a:t>로</a:t>
            </a:r>
            <a:r>
              <a:rPr dirty="0" sz="1500" spc="-90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코드</a:t>
            </a:r>
            <a:r>
              <a:rPr dirty="0" sz="1500" spc="-85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이해</a:t>
            </a:r>
            <a:endParaRPr sz="15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30"/>
              </a:spcBef>
              <a:buClr>
                <a:srgbClr val="DD8046"/>
              </a:buClr>
              <a:buFont typeface="Arial"/>
              <a:buAutoNum type="arabicPeriod" startAt="12"/>
              <a:tabLst>
                <a:tab pos="469265" algn="l"/>
              </a:tabLst>
            </a:pPr>
            <a:r>
              <a:rPr dirty="0" sz="1500">
                <a:latin typeface="Gulim"/>
                <a:cs typeface="Gulim"/>
              </a:rPr>
              <a:t>이진</a:t>
            </a:r>
            <a:r>
              <a:rPr dirty="0" sz="1500" spc="-125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탐색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트리의</a:t>
            </a:r>
            <a:r>
              <a:rPr dirty="0" sz="1500" spc="-114">
                <a:latin typeface="Gulim"/>
                <a:cs typeface="Gulim"/>
              </a:rPr>
              <a:t> </a:t>
            </a:r>
            <a:r>
              <a:rPr dirty="0" sz="1500">
                <a:latin typeface="Gulim"/>
                <a:cs typeface="Gulim"/>
              </a:rPr>
              <a:t>응용</a:t>
            </a:r>
            <a:r>
              <a:rPr dirty="0" sz="1500">
                <a:latin typeface="Arial"/>
                <a:cs typeface="Arial"/>
              </a:rPr>
              <a:t>: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Gulim"/>
                <a:cs typeface="Gulim"/>
              </a:rPr>
              <a:t>영어</a:t>
            </a:r>
            <a:r>
              <a:rPr dirty="0" sz="1500" spc="-12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사전</a:t>
            </a:r>
            <a:endParaRPr sz="15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1789"/>
              <a:t>이진탐색트리</a:t>
            </a:r>
            <a:r>
              <a:rPr dirty="0" spc="-240"/>
              <a:t> </a:t>
            </a:r>
            <a:r>
              <a:rPr dirty="0" spc="-1370"/>
              <a:t>자바</a:t>
            </a:r>
            <a:r>
              <a:rPr dirty="0" spc="-245"/>
              <a:t> </a:t>
            </a:r>
            <a:r>
              <a:rPr dirty="0" spc="-1910"/>
              <a:t>애플릿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6" y="1916721"/>
            <a:ext cx="7838440" cy="1210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818515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애플릿이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연산에서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개정</a:t>
            </a:r>
            <a:r>
              <a:rPr dirty="0" sz="2400" spc="-20">
                <a:latin typeface="Arial"/>
                <a:cs typeface="Arial"/>
              </a:rPr>
              <a:t>2</a:t>
            </a:r>
            <a:r>
              <a:rPr dirty="0" sz="2400" spc="-20">
                <a:latin typeface="Gulim"/>
                <a:cs typeface="Gulim"/>
              </a:rPr>
              <a:t>판의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이중포인터를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사용</a:t>
            </a:r>
            <a:r>
              <a:rPr dirty="0" sz="2400" spc="-25">
                <a:latin typeface="Arial"/>
                <a:cs typeface="Arial"/>
              </a:rPr>
              <a:t>. </a:t>
            </a:r>
            <a:r>
              <a:rPr dirty="0" sz="2400" spc="-20">
                <a:latin typeface="Gulim"/>
                <a:cs typeface="Gulim"/>
              </a:rPr>
              <a:t>개정</a:t>
            </a:r>
            <a:r>
              <a:rPr dirty="0" sz="2400" spc="-20">
                <a:latin typeface="Arial"/>
                <a:cs typeface="Arial"/>
              </a:rPr>
              <a:t>3</a:t>
            </a:r>
            <a:r>
              <a:rPr dirty="0" sz="2400" spc="-20">
                <a:latin typeface="Gulim"/>
                <a:cs typeface="Gulim"/>
              </a:rPr>
              <a:t>판은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이중포인터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사용하지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않음</a:t>
            </a:r>
            <a:r>
              <a:rPr dirty="0" sz="2400" spc="-2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 spc="-10">
                <a:latin typeface="Arial"/>
                <a:cs typeface="Arial"/>
              </a:rPr>
              <a:t>Java</a:t>
            </a:r>
            <a:r>
              <a:rPr dirty="0" sz="2400" spc="-10">
                <a:latin typeface="Gulim"/>
                <a:cs typeface="Gulim"/>
              </a:rPr>
              <a:t>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Python</a:t>
            </a:r>
            <a:r>
              <a:rPr dirty="0" sz="2400" spc="-10">
                <a:latin typeface="Gulim"/>
                <a:cs typeface="Gulim"/>
              </a:rPr>
              <a:t>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이중포인터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사용없이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코딩잘하고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있음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7644" y="3995197"/>
            <a:ext cx="3950970" cy="26485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500" spc="-20">
                <a:latin typeface="Arial"/>
                <a:cs typeface="Arial"/>
              </a:rPr>
              <a:t>&lt;</a:t>
            </a:r>
            <a:r>
              <a:rPr dirty="0" sz="1500" spc="-20">
                <a:latin typeface="Gulim"/>
                <a:cs typeface="Gulim"/>
              </a:rPr>
              <a:t>연산</a:t>
            </a:r>
            <a:r>
              <a:rPr dirty="0" sz="1500" spc="-20">
                <a:latin typeface="Arial"/>
                <a:cs typeface="Arial"/>
              </a:rPr>
              <a:t>&gt;</a:t>
            </a:r>
            <a:endParaRPr sz="15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325"/>
              </a:spcBef>
              <a:buClr>
                <a:srgbClr val="DD8046"/>
              </a:buClr>
              <a:buSzPct val="60000"/>
              <a:buChar char="□"/>
              <a:tabLst>
                <a:tab pos="332105" algn="l"/>
              </a:tabLst>
            </a:pPr>
            <a:r>
              <a:rPr dirty="0" sz="1500">
                <a:latin typeface="Arial"/>
                <a:cs typeface="Arial"/>
              </a:rPr>
              <a:t>void</a:t>
            </a:r>
            <a:r>
              <a:rPr dirty="0" sz="1500" spc="1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insert_node(TreeNode**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root,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int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key)</a:t>
            </a:r>
            <a:endParaRPr sz="15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335"/>
              </a:spcBef>
              <a:buClr>
                <a:srgbClr val="DD8046"/>
              </a:buClr>
              <a:buSzPct val="60000"/>
              <a:buChar char="□"/>
              <a:tabLst>
                <a:tab pos="332105" algn="l"/>
              </a:tabLst>
            </a:pPr>
            <a:r>
              <a:rPr dirty="0" sz="1500">
                <a:latin typeface="Arial"/>
                <a:cs typeface="Arial"/>
              </a:rPr>
              <a:t>void</a:t>
            </a:r>
            <a:r>
              <a:rPr dirty="0" sz="1500" spc="1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delete_node(TreeNode**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root,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int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key)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latin typeface="Arial"/>
                <a:cs typeface="Arial"/>
              </a:rPr>
              <a:t>&lt;</a:t>
            </a:r>
            <a:r>
              <a:rPr dirty="0" sz="1500" spc="-10">
                <a:latin typeface="Gulim"/>
                <a:cs typeface="Gulim"/>
              </a:rPr>
              <a:t>자료구조</a:t>
            </a:r>
            <a:r>
              <a:rPr dirty="0" sz="1500" spc="-10">
                <a:latin typeface="Arial"/>
                <a:cs typeface="Arial"/>
              </a:rPr>
              <a:t>&gt;</a:t>
            </a:r>
            <a:endParaRPr sz="1500">
              <a:latin typeface="Arial"/>
              <a:cs typeface="Arial"/>
            </a:endParaRPr>
          </a:p>
          <a:p>
            <a:pPr marL="12700" marR="1782445">
              <a:lnSpc>
                <a:spcPts val="2130"/>
              </a:lnSpc>
              <a:spcBef>
                <a:spcPts val="120"/>
              </a:spcBef>
            </a:pPr>
            <a:r>
              <a:rPr dirty="0" sz="1500">
                <a:latin typeface="Arial"/>
                <a:cs typeface="Arial"/>
              </a:rPr>
              <a:t>typedef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int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element; </a:t>
            </a:r>
            <a:r>
              <a:rPr dirty="0" sz="1500">
                <a:latin typeface="Arial"/>
                <a:cs typeface="Arial"/>
              </a:rPr>
              <a:t>typedef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struct</a:t>
            </a:r>
            <a:r>
              <a:rPr dirty="0" sz="1500" spc="-9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TreeNode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{</a:t>
            </a:r>
            <a:endParaRPr sz="15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225"/>
              </a:spcBef>
            </a:pPr>
            <a:r>
              <a:rPr dirty="0" sz="1500">
                <a:latin typeface="Arial"/>
                <a:cs typeface="Arial"/>
              </a:rPr>
              <a:t>element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key;</a:t>
            </a:r>
            <a:endParaRPr sz="15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335"/>
              </a:spcBef>
            </a:pPr>
            <a:r>
              <a:rPr dirty="0" sz="1500">
                <a:latin typeface="Arial"/>
                <a:cs typeface="Arial"/>
              </a:rPr>
              <a:t>struct</a:t>
            </a:r>
            <a:r>
              <a:rPr dirty="0" sz="1500" spc="-9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TreeNode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*left,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*right;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00">
                <a:latin typeface="Arial"/>
                <a:cs typeface="Arial"/>
              </a:rPr>
              <a:t>}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TreeNode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169" y="3872262"/>
            <a:ext cx="3871302" cy="28754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2200"/>
              <a:t>이중포인터를</a:t>
            </a:r>
            <a:r>
              <a:rPr dirty="0" spc="-250"/>
              <a:t> </a:t>
            </a:r>
            <a:r>
              <a:rPr dirty="0" spc="-1385"/>
              <a:t>어떻게</a:t>
            </a:r>
            <a:r>
              <a:rPr dirty="0" spc="-260"/>
              <a:t> </a:t>
            </a:r>
            <a:r>
              <a:rPr dirty="0" spc="-1525"/>
              <a:t>단일</a:t>
            </a:r>
            <a:r>
              <a:rPr dirty="0" spc="-254"/>
              <a:t> </a:t>
            </a:r>
            <a:r>
              <a:rPr dirty="0" spc="-2185"/>
              <a:t>포인터로</a:t>
            </a:r>
            <a:r>
              <a:rPr dirty="0" spc="-245"/>
              <a:t> </a:t>
            </a:r>
            <a:r>
              <a:rPr dirty="0" spc="-1955"/>
              <a:t>바꿀수</a:t>
            </a:r>
            <a:r>
              <a:rPr dirty="0" spc="-250"/>
              <a:t> </a:t>
            </a:r>
            <a:r>
              <a:rPr dirty="0" spc="-925"/>
              <a:t>있나</a:t>
            </a:r>
            <a:r>
              <a:rPr dirty="0" spc="-925">
                <a:latin typeface="Tw Cen MT"/>
                <a:cs typeface="Tw Cen MT"/>
              </a:rPr>
              <a:t>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690143" y="6310547"/>
            <a:ext cx="440055" cy="441959"/>
            <a:chOff x="3690143" y="6310547"/>
            <a:chExt cx="440055" cy="4419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4709" y="6317157"/>
              <a:ext cx="430822" cy="4305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94709" y="6315113"/>
              <a:ext cx="431165" cy="433070"/>
            </a:xfrm>
            <a:custGeom>
              <a:avLst/>
              <a:gdLst/>
              <a:ahLst/>
              <a:cxnLst/>
              <a:rect l="l" t="t" r="r" b="b"/>
              <a:pathLst>
                <a:path w="431164" h="433070">
                  <a:moveTo>
                    <a:pt x="0" y="216281"/>
                  </a:moveTo>
                  <a:lnTo>
                    <a:pt x="5658" y="166891"/>
                  </a:lnTo>
                  <a:lnTo>
                    <a:pt x="21781" y="121446"/>
                  </a:lnTo>
                  <a:lnTo>
                    <a:pt x="47091" y="81277"/>
                  </a:lnTo>
                  <a:lnTo>
                    <a:pt x="80310" y="47716"/>
                  </a:lnTo>
                  <a:lnTo>
                    <a:pt x="120160" y="22095"/>
                  </a:lnTo>
                  <a:lnTo>
                    <a:pt x="165363" y="5745"/>
                  </a:lnTo>
                  <a:lnTo>
                    <a:pt x="214642" y="0"/>
                  </a:lnTo>
                  <a:lnTo>
                    <a:pt x="264486" y="5745"/>
                  </a:lnTo>
                  <a:lnTo>
                    <a:pt x="310096" y="22095"/>
                  </a:lnTo>
                  <a:lnTo>
                    <a:pt x="350219" y="47716"/>
                  </a:lnTo>
                  <a:lnTo>
                    <a:pt x="383605" y="81277"/>
                  </a:lnTo>
                  <a:lnTo>
                    <a:pt x="409002" y="121446"/>
                  </a:lnTo>
                  <a:lnTo>
                    <a:pt x="425158" y="166891"/>
                  </a:lnTo>
                  <a:lnTo>
                    <a:pt x="430822" y="216281"/>
                  </a:lnTo>
                  <a:lnTo>
                    <a:pt x="425158" y="265671"/>
                  </a:lnTo>
                  <a:lnTo>
                    <a:pt x="409002" y="311118"/>
                  </a:lnTo>
                  <a:lnTo>
                    <a:pt x="383605" y="351289"/>
                  </a:lnTo>
                  <a:lnTo>
                    <a:pt x="350219" y="384853"/>
                  </a:lnTo>
                  <a:lnTo>
                    <a:pt x="310096" y="410477"/>
                  </a:lnTo>
                  <a:lnTo>
                    <a:pt x="264486" y="426828"/>
                  </a:lnTo>
                  <a:lnTo>
                    <a:pt x="214642" y="432574"/>
                  </a:lnTo>
                  <a:lnTo>
                    <a:pt x="165363" y="426828"/>
                  </a:lnTo>
                  <a:lnTo>
                    <a:pt x="120160" y="410477"/>
                  </a:lnTo>
                  <a:lnTo>
                    <a:pt x="80310" y="384853"/>
                  </a:lnTo>
                  <a:lnTo>
                    <a:pt x="47091" y="351289"/>
                  </a:lnTo>
                  <a:lnTo>
                    <a:pt x="21781" y="311118"/>
                  </a:lnTo>
                  <a:lnTo>
                    <a:pt x="5658" y="265671"/>
                  </a:lnTo>
                  <a:lnTo>
                    <a:pt x="0" y="216281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11796" y="1998040"/>
            <a:ext cx="8447405" cy="437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교재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머리말에서처럼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함수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안에서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외부포인터가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변경되면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변경된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포인터 </a:t>
            </a:r>
            <a:r>
              <a:rPr dirty="0" sz="2000">
                <a:latin typeface="Gulim"/>
                <a:cs typeface="Gulim"/>
              </a:rPr>
              <a:t>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함수가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반환하도록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하였다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ts val="2385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이중포인터의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경우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Arial"/>
                <a:cs typeface="Arial"/>
              </a:rPr>
              <a:t>(</a:t>
            </a:r>
            <a:r>
              <a:rPr dirty="0" sz="2000" spc="-10">
                <a:latin typeface="Gulim"/>
                <a:cs typeface="Gulim"/>
              </a:rPr>
              <a:t>개정</a:t>
            </a:r>
            <a:r>
              <a:rPr dirty="0" sz="2000" spc="-10">
                <a:latin typeface="Arial"/>
                <a:cs typeface="Arial"/>
              </a:rPr>
              <a:t>2</a:t>
            </a:r>
            <a:r>
              <a:rPr dirty="0" sz="2000" spc="-10">
                <a:latin typeface="Gulim"/>
                <a:cs typeface="Gulim"/>
              </a:rPr>
              <a:t>판</a:t>
            </a:r>
            <a:r>
              <a:rPr dirty="0" sz="2000" spc="-1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32105">
              <a:lnSpc>
                <a:spcPts val="2385"/>
              </a:lnSpc>
            </a:pPr>
            <a:r>
              <a:rPr dirty="0" sz="2000">
                <a:latin typeface="Arial"/>
                <a:cs typeface="Arial"/>
              </a:rPr>
              <a:t>void </a:t>
            </a:r>
            <a:r>
              <a:rPr dirty="0" sz="2000" spc="-10">
                <a:latin typeface="Arial"/>
                <a:cs typeface="Arial"/>
              </a:rPr>
              <a:t>insert_node(TreeNode**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root,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 </a:t>
            </a:r>
            <a:r>
              <a:rPr dirty="0" sz="2000" spc="-20">
                <a:latin typeface="Arial"/>
                <a:cs typeface="Arial"/>
              </a:rPr>
              <a:t>key)</a:t>
            </a:r>
            <a:endParaRPr sz="20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Arial"/>
                <a:cs typeface="Arial"/>
              </a:rPr>
              <a:t>root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포인터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값을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이중포인터를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이용하여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함수안에서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변경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ts val="2385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Arial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단일포인터의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경우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Arial"/>
                <a:cs typeface="Arial"/>
              </a:rPr>
              <a:t>(</a:t>
            </a:r>
            <a:r>
              <a:rPr dirty="0" sz="2000" spc="-10">
                <a:latin typeface="Gulim"/>
                <a:cs typeface="Gulim"/>
              </a:rPr>
              <a:t>개정</a:t>
            </a:r>
            <a:r>
              <a:rPr dirty="0" sz="2000" spc="-10">
                <a:latin typeface="Arial"/>
                <a:cs typeface="Arial"/>
              </a:rPr>
              <a:t>3</a:t>
            </a:r>
            <a:r>
              <a:rPr dirty="0" sz="2000" spc="-10">
                <a:latin typeface="Gulim"/>
                <a:cs typeface="Gulim"/>
              </a:rPr>
              <a:t>판</a:t>
            </a:r>
            <a:r>
              <a:rPr dirty="0" sz="2000" spc="-1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32105">
              <a:lnSpc>
                <a:spcPts val="2385"/>
              </a:lnSpc>
            </a:pPr>
            <a:r>
              <a:rPr dirty="0" sz="2000">
                <a:latin typeface="Trebuchet MS"/>
                <a:cs typeface="Trebuchet MS"/>
              </a:rPr>
              <a:t>root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=</a:t>
            </a:r>
            <a:r>
              <a:rPr dirty="0" sz="2000" spc="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insert_node(root,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1);</a:t>
            </a:r>
            <a:endParaRPr sz="2000">
              <a:latin typeface="Trebuchet MS"/>
              <a:cs typeface="Trebuchet MS"/>
            </a:endParaRPr>
          </a:p>
          <a:p>
            <a:pPr marL="332105" marR="2277110">
              <a:lnSpc>
                <a:spcPct val="100000"/>
              </a:lnSpc>
            </a:pPr>
            <a:r>
              <a:rPr dirty="0" sz="2000" spc="-25">
                <a:latin typeface="Trebuchet MS"/>
                <a:cs typeface="Trebuchet MS"/>
              </a:rPr>
              <a:t>TreeNode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*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insert_node(TreeNode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*</a:t>
            </a:r>
            <a:r>
              <a:rPr dirty="0" sz="2000" spc="-1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node,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int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key)</a:t>
            </a:r>
            <a:r>
              <a:rPr dirty="0" sz="2000" spc="-1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{ </a:t>
            </a:r>
            <a:r>
              <a:rPr dirty="0" sz="2000">
                <a:latin typeface="Trebuchet MS"/>
                <a:cs typeface="Trebuchet MS"/>
              </a:rPr>
              <a:t>return</a:t>
            </a:r>
            <a:r>
              <a:rPr dirty="0" sz="2000" spc="-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node;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332105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Arial"/>
                <a:cs typeface="Arial"/>
              </a:rPr>
              <a:t>root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포인터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값이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함수안에서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변경되면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반환값으로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외부에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전달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1605"/>
              </a:spcBef>
              <a:buClr>
                <a:srgbClr val="DD8046"/>
              </a:buClr>
              <a:buSzPct val="58333"/>
              <a:buChar char="•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Root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포인터가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Null</a:t>
            </a:r>
            <a:r>
              <a:rPr dirty="0" sz="2400" spc="-10">
                <a:latin typeface="Gulim"/>
                <a:cs typeface="Gulim"/>
              </a:rPr>
              <a:t>에서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node</a:t>
            </a:r>
            <a:r>
              <a:rPr dirty="0" sz="2400" spc="-10">
                <a:latin typeface="Gulim"/>
                <a:cs typeface="Gulim"/>
              </a:rPr>
              <a:t>으로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변경됨</a:t>
            </a:r>
            <a:endParaRPr sz="2400">
              <a:latin typeface="Gulim"/>
              <a:cs typeface="Gulim"/>
            </a:endParaRPr>
          </a:p>
          <a:p>
            <a:pPr marL="2591435">
              <a:lnSpc>
                <a:spcPct val="100000"/>
              </a:lnSpc>
              <a:spcBef>
                <a:spcPts val="2190"/>
              </a:spcBef>
            </a:pPr>
            <a:r>
              <a:rPr dirty="0" sz="1800" spc="-50">
                <a:solidFill>
                  <a:srgbClr val="FF3300"/>
                </a:solidFill>
                <a:latin typeface="Lucida Console"/>
                <a:cs typeface="Lucida Console"/>
              </a:rPr>
              <a:t>1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880">
                <a:latin typeface="Tw Cen MT"/>
                <a:cs typeface="Tw Cen MT"/>
              </a:rPr>
              <a:t>VS</a:t>
            </a:r>
            <a:r>
              <a:rPr dirty="0" spc="-880"/>
              <a:t>로</a:t>
            </a:r>
            <a:r>
              <a:rPr dirty="0" spc="-265"/>
              <a:t> </a:t>
            </a:r>
            <a:r>
              <a:rPr dirty="0" spc="-1525"/>
              <a:t>실행</a:t>
            </a:r>
            <a:r>
              <a:rPr dirty="0" spc="-245"/>
              <a:t> </a:t>
            </a:r>
            <a:r>
              <a:rPr dirty="0" spc="-2000">
                <a:latin typeface="Tw Cen MT"/>
                <a:cs typeface="Tw Cen MT"/>
              </a:rPr>
              <a:t>(</a:t>
            </a:r>
            <a:r>
              <a:rPr dirty="0" spc="-2000"/>
              <a:t>자료구조</a:t>
            </a:r>
            <a:r>
              <a:rPr dirty="0" spc="-254"/>
              <a:t> </a:t>
            </a:r>
            <a:r>
              <a:rPr dirty="0" spc="-1525"/>
              <a:t>확인</a:t>
            </a:r>
            <a:r>
              <a:rPr dirty="0" spc="-260"/>
              <a:t> </a:t>
            </a:r>
            <a:r>
              <a:rPr dirty="0" spc="-50">
                <a:latin typeface="Tw Cen MT"/>
                <a:cs typeface="Tw Cen MT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6" y="1741459"/>
            <a:ext cx="7583805" cy="22904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7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 spc="-10">
                <a:latin typeface="Arial"/>
                <a:cs typeface="Arial"/>
              </a:rPr>
              <a:t>123</a:t>
            </a:r>
            <a:r>
              <a:rPr dirty="0" sz="2400" spc="-10">
                <a:latin typeface="Gulim"/>
                <a:cs typeface="Gulim"/>
              </a:rPr>
              <a:t>라인에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중단점하고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로컬창에서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root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확인</a:t>
            </a:r>
            <a:endParaRPr sz="2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32434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30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772160" algn="l"/>
              </a:tabLst>
            </a:pPr>
            <a:r>
              <a:rPr dirty="0" sz="2400">
                <a:latin typeface="Arial"/>
                <a:cs typeface="Arial"/>
              </a:rPr>
              <a:t>//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40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939165" algn="l"/>
              </a:tabLst>
            </a:pPr>
            <a:r>
              <a:rPr dirty="0" sz="2400" spc="-20">
                <a:latin typeface="Arial"/>
                <a:cs typeface="Arial"/>
              </a:rPr>
              <a:t>//10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50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1105535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60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4035" y="2357882"/>
            <a:ext cx="4978031" cy="44339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1730"/>
              <a:t>교수님</a:t>
            </a:r>
            <a:r>
              <a:rPr dirty="0" spc="-1730">
                <a:latin typeface="Tw Cen MT"/>
                <a:cs typeface="Tw Cen MT"/>
              </a:rPr>
              <a:t>~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1855">
                <a:latin typeface="Tw Cen MT"/>
                <a:cs typeface="Tw Cen MT"/>
              </a:rPr>
              <a:t>2</a:t>
            </a:r>
            <a:r>
              <a:rPr dirty="0" spc="-1855"/>
              <a:t>차원자료구조는</a:t>
            </a:r>
            <a:r>
              <a:rPr dirty="0" spc="-240"/>
              <a:t> </a:t>
            </a:r>
            <a:r>
              <a:rPr dirty="0" spc="-2600"/>
              <a:t>손으로</a:t>
            </a:r>
            <a:r>
              <a:rPr dirty="0" spc="-254"/>
              <a:t> </a:t>
            </a:r>
            <a:r>
              <a:rPr dirty="0" spc="-1939"/>
              <a:t>그려야</a:t>
            </a:r>
            <a:r>
              <a:rPr dirty="0" spc="-250"/>
              <a:t> </a:t>
            </a:r>
            <a:r>
              <a:rPr dirty="0" spc="-1355"/>
              <a:t>하나요</a:t>
            </a:r>
            <a:r>
              <a:rPr dirty="0" spc="-1355">
                <a:latin typeface="Tw Cen MT"/>
                <a:cs typeface="Tw Cen MT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6" y="1873356"/>
            <a:ext cx="8584565" cy="160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70355">
              <a:lnSpc>
                <a:spcPct val="114100"/>
              </a:lnSpc>
              <a:spcBef>
                <a:spcPts val="100"/>
              </a:spcBef>
            </a:pPr>
            <a:r>
              <a:rPr dirty="0" sz="2400">
                <a:latin typeface="Gulim"/>
                <a:cs typeface="Gulim"/>
              </a:rPr>
              <a:t>교수</a:t>
            </a:r>
            <a:r>
              <a:rPr dirty="0" sz="2400">
                <a:latin typeface="Arial"/>
                <a:cs typeface="Arial"/>
              </a:rPr>
              <a:t>&gt;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차원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printf()</a:t>
            </a:r>
            <a:r>
              <a:rPr dirty="0" sz="2400" spc="-10">
                <a:latin typeface="Gulim"/>
                <a:cs typeface="Gulim"/>
              </a:rPr>
              <a:t>로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그릴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있습니다</a:t>
            </a:r>
            <a:r>
              <a:rPr dirty="0" sz="2400" spc="-10">
                <a:latin typeface="Arial"/>
                <a:cs typeface="Arial"/>
              </a:rPr>
              <a:t>. </a:t>
            </a:r>
            <a:r>
              <a:rPr dirty="0" sz="2400" spc="-20">
                <a:latin typeface="Gulim"/>
                <a:cs typeface="Gulim"/>
              </a:rPr>
              <a:t>큐자료구조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Front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Rear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590"/>
              </a:lnSpc>
              <a:spcBef>
                <a:spcPts val="735"/>
              </a:spcBef>
            </a:pPr>
            <a:r>
              <a:rPr dirty="0" sz="2400">
                <a:latin typeface="Arial"/>
                <a:cs typeface="Arial"/>
              </a:rPr>
              <a:t>2</a:t>
            </a:r>
            <a:r>
              <a:rPr dirty="0" sz="2400">
                <a:latin typeface="Gulim"/>
                <a:cs typeface="Gulim"/>
              </a:rPr>
              <a:t>차원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tree</a:t>
            </a:r>
            <a:r>
              <a:rPr dirty="0" sz="2400" spc="-10">
                <a:latin typeface="Gulim"/>
                <a:cs typeface="Gulim"/>
              </a:rPr>
              <a:t>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graph</a:t>
            </a:r>
            <a:r>
              <a:rPr dirty="0" sz="2400" spc="-10">
                <a:latin typeface="Gulim"/>
                <a:cs typeface="Gulim"/>
              </a:rPr>
              <a:t>는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VS</a:t>
            </a:r>
            <a:r>
              <a:rPr dirty="0" sz="2400" spc="-10">
                <a:latin typeface="Gulim"/>
                <a:cs typeface="Gulim"/>
              </a:rPr>
              <a:t>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파악한후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학생 </a:t>
            </a:r>
            <a:r>
              <a:rPr dirty="0" sz="2400">
                <a:latin typeface="Gulim"/>
                <a:cs typeface="Gulim"/>
              </a:rPr>
              <a:t>본인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손으로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그림니다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92746" y="3546241"/>
          <a:ext cx="1571625" cy="159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25"/>
                <a:gridCol w="464184"/>
                <a:gridCol w="704215"/>
              </a:tblGrid>
              <a:tr h="339725">
                <a:tc>
                  <a:txBody>
                    <a:bodyPr/>
                    <a:lstStyle/>
                    <a:p>
                      <a:pPr marL="31750">
                        <a:lnSpc>
                          <a:spcPts val="2580"/>
                        </a:lnSpc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//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5095">
                        <a:lnSpc>
                          <a:spcPts val="2580"/>
                        </a:lnSpc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30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529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//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5">
                          <a:latin typeface="Arial"/>
                          <a:cs typeface="Arial"/>
                        </a:rPr>
                        <a:t>20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76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7625"/>
                </a:tc>
              </a:tr>
              <a:tr h="417830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spc="-20">
                          <a:latin typeface="Arial"/>
                          <a:cs typeface="Arial"/>
                        </a:rPr>
                        <a:t>//10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50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</a:tr>
              <a:tr h="379095">
                <a:tc gridSpan="2"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  <a:spcBef>
                          <a:spcPts val="80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//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016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ts val="2810"/>
                        </a:lnSpc>
                        <a:spcBef>
                          <a:spcPts val="80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60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016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7144" y="3344900"/>
            <a:ext cx="3213646" cy="286205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4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z="3200" spc="-640">
                <a:latin typeface="Tw Cen MT"/>
                <a:cs typeface="Tw Cen MT"/>
              </a:rPr>
              <a:t>VS</a:t>
            </a:r>
            <a:r>
              <a:rPr dirty="0" sz="3200" spc="-640"/>
              <a:t>로</a:t>
            </a:r>
            <a:r>
              <a:rPr dirty="0" sz="3200" spc="-180"/>
              <a:t> </a:t>
            </a:r>
            <a:r>
              <a:rPr dirty="0" sz="3200" spc="-1105"/>
              <a:t>실행</a:t>
            </a:r>
            <a:r>
              <a:rPr dirty="0" sz="3200" spc="-180"/>
              <a:t> </a:t>
            </a:r>
            <a:r>
              <a:rPr dirty="0" sz="3200">
                <a:latin typeface="Tw Cen MT"/>
                <a:cs typeface="Tw Cen MT"/>
              </a:rPr>
              <a:t>(1. </a:t>
            </a:r>
            <a:r>
              <a:rPr dirty="0" sz="3200" spc="-1245"/>
              <a:t>삭제하려는</a:t>
            </a:r>
            <a:r>
              <a:rPr dirty="0" sz="3200" spc="-150"/>
              <a:t> </a:t>
            </a:r>
            <a:r>
              <a:rPr dirty="0" sz="3200" spc="-1595"/>
              <a:t>노드가</a:t>
            </a:r>
            <a:r>
              <a:rPr dirty="0" sz="3200" spc="-170"/>
              <a:t> </a:t>
            </a:r>
            <a:r>
              <a:rPr dirty="0" sz="3200" spc="-994"/>
              <a:t>단말</a:t>
            </a:r>
            <a:r>
              <a:rPr dirty="0" sz="3200" spc="-170"/>
              <a:t> </a:t>
            </a:r>
            <a:r>
              <a:rPr dirty="0" sz="3200" spc="-1895"/>
              <a:t>노드</a:t>
            </a:r>
            <a:r>
              <a:rPr dirty="0" sz="3200" spc="-165"/>
              <a:t> </a:t>
            </a:r>
            <a:r>
              <a:rPr dirty="0" sz="3200" spc="-1220"/>
              <a:t>일</a:t>
            </a:r>
            <a:r>
              <a:rPr dirty="0" sz="3200" spc="-185"/>
              <a:t> </a:t>
            </a:r>
            <a:r>
              <a:rPr dirty="0" sz="3200" spc="-1130"/>
              <a:t>경우</a:t>
            </a:r>
            <a:r>
              <a:rPr dirty="0" sz="3200" spc="-1130">
                <a:latin typeface="Tw Cen MT"/>
                <a:cs typeface="Tw Cen MT"/>
              </a:rPr>
              <a:t>)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25">
                <a:latin typeface="Tw Cen MT"/>
                <a:cs typeface="Tw Cen MT"/>
              </a:rPr>
              <a:t>F10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6" y="1970127"/>
            <a:ext cx="8578215" cy="113474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32105" marR="5080" indent="-320040">
              <a:lnSpc>
                <a:spcPts val="2590"/>
              </a:lnSpc>
              <a:spcBef>
                <a:spcPts val="42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 spc="-10">
                <a:latin typeface="Arial"/>
                <a:cs typeface="Arial"/>
              </a:rPr>
              <a:t>123</a:t>
            </a:r>
            <a:r>
              <a:rPr dirty="0" sz="2400" spc="-10">
                <a:latin typeface="Gulim"/>
                <a:cs typeface="Gulim"/>
              </a:rPr>
              <a:t>라인에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중단점하고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F11(Step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Into)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또는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F10(Step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over)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50">
                <a:latin typeface="Gulim"/>
                <a:cs typeface="Gulim"/>
              </a:rPr>
              <a:t>실 </a:t>
            </a:r>
            <a:r>
              <a:rPr dirty="0" sz="2400" spc="-20">
                <a:latin typeface="Gulim"/>
                <a:cs typeface="Gulim"/>
              </a:rPr>
              <a:t>행하면서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로컬창에서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root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자료구조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확인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root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delete_node(root,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60);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92746" y="3172347"/>
          <a:ext cx="1571625" cy="159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25"/>
                <a:gridCol w="464184"/>
                <a:gridCol w="704215"/>
              </a:tblGrid>
              <a:tr h="339725">
                <a:tc>
                  <a:txBody>
                    <a:bodyPr/>
                    <a:lstStyle/>
                    <a:p>
                      <a:pPr marL="31750">
                        <a:lnSpc>
                          <a:spcPts val="2580"/>
                        </a:lnSpc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//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5095">
                        <a:lnSpc>
                          <a:spcPts val="2580"/>
                        </a:lnSpc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30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//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5">
                          <a:latin typeface="Arial"/>
                          <a:cs typeface="Arial"/>
                        </a:rPr>
                        <a:t>20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</a:tr>
              <a:tr h="41719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spc="-20">
                          <a:latin typeface="Arial"/>
                          <a:cs typeface="Arial"/>
                        </a:rPr>
                        <a:t>//10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50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</a:tr>
              <a:tr h="378460">
                <a:tc gridSpan="2"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  <a:spcBef>
                          <a:spcPts val="75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//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ts val="2810"/>
                        </a:lnSpc>
                        <a:spcBef>
                          <a:spcPts val="75"/>
                        </a:spcBef>
                      </a:pPr>
                      <a:r>
                        <a:rPr dirty="0" sz="2400" spc="-25">
                          <a:latin typeface="Arial"/>
                          <a:cs typeface="Arial"/>
                        </a:rPr>
                        <a:t>60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11796" y="5168804"/>
            <a:ext cx="1290955" cy="12795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432434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30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772160" algn="l"/>
              </a:tabLst>
            </a:pPr>
            <a:r>
              <a:rPr dirty="0" sz="2400">
                <a:latin typeface="Arial"/>
                <a:cs typeface="Arial"/>
              </a:rPr>
              <a:t>//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40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939165" algn="l"/>
              </a:tabLst>
            </a:pPr>
            <a:r>
              <a:rPr dirty="0" sz="2400" spc="-20">
                <a:latin typeface="Arial"/>
                <a:cs typeface="Arial"/>
              </a:rPr>
              <a:t>//10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50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295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3600" spc="-725">
                <a:latin typeface="Tw Cen MT"/>
                <a:cs typeface="Tw Cen MT"/>
              </a:rPr>
              <a:t>VS</a:t>
            </a:r>
            <a:r>
              <a:rPr dirty="0" sz="3600" spc="-725"/>
              <a:t>로</a:t>
            </a:r>
            <a:r>
              <a:rPr dirty="0" sz="3600" spc="-215"/>
              <a:t> </a:t>
            </a:r>
            <a:r>
              <a:rPr dirty="0" sz="3600" spc="-1265"/>
              <a:t>실행</a:t>
            </a:r>
            <a:r>
              <a:rPr dirty="0" sz="3600" spc="-195"/>
              <a:t> </a:t>
            </a:r>
            <a:r>
              <a:rPr dirty="0" sz="3600">
                <a:latin typeface="Tw Cen MT"/>
                <a:cs typeface="Tw Cen MT"/>
              </a:rPr>
              <a:t>(1.</a:t>
            </a:r>
            <a:r>
              <a:rPr dirty="0" sz="3600" spc="-25">
                <a:latin typeface="Tw Cen MT"/>
                <a:cs typeface="Tw Cen MT"/>
              </a:rPr>
              <a:t> </a:t>
            </a:r>
            <a:r>
              <a:rPr dirty="0" sz="3600" spc="-1410"/>
              <a:t>삭제하려는</a:t>
            </a:r>
            <a:r>
              <a:rPr dirty="0" sz="3600" spc="-185"/>
              <a:t> </a:t>
            </a:r>
            <a:r>
              <a:rPr dirty="0" sz="3600" spc="-1800"/>
              <a:t>노드가</a:t>
            </a:r>
            <a:r>
              <a:rPr dirty="0" sz="3600" spc="-220"/>
              <a:t> </a:t>
            </a:r>
            <a:r>
              <a:rPr dirty="0" sz="3600" spc="-1155"/>
              <a:t>단말</a:t>
            </a:r>
            <a:r>
              <a:rPr dirty="0" sz="3600" spc="-210"/>
              <a:t> </a:t>
            </a:r>
            <a:r>
              <a:rPr dirty="0" sz="3600" spc="-2125"/>
              <a:t>노드</a:t>
            </a:r>
            <a:r>
              <a:rPr dirty="0" sz="3600" spc="-215"/>
              <a:t> </a:t>
            </a:r>
            <a:r>
              <a:rPr dirty="0" sz="3600" spc="-1370"/>
              <a:t>일</a:t>
            </a:r>
            <a:r>
              <a:rPr dirty="0" sz="3600" spc="-210"/>
              <a:t> </a:t>
            </a:r>
            <a:r>
              <a:rPr dirty="0" sz="3600" spc="-1270"/>
              <a:t>경우</a:t>
            </a:r>
            <a:r>
              <a:rPr dirty="0" sz="3600" spc="-1270">
                <a:latin typeface="Tw Cen MT"/>
                <a:cs typeface="Tw Cen MT"/>
              </a:rPr>
              <a:t>)</a:t>
            </a:r>
            <a:r>
              <a:rPr dirty="0" sz="3600" spc="-5">
                <a:latin typeface="Tw Cen MT"/>
                <a:cs typeface="Tw Cen MT"/>
              </a:rPr>
              <a:t> </a:t>
            </a:r>
            <a:r>
              <a:rPr dirty="0" sz="3600" spc="-25">
                <a:latin typeface="Tw Cen MT"/>
                <a:cs typeface="Tw Cen MT"/>
              </a:rPr>
              <a:t>F11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6" y="1921383"/>
            <a:ext cx="7849234" cy="45631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7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 spc="-20">
                <a:latin typeface="Arial"/>
                <a:cs typeface="Arial"/>
              </a:rPr>
              <a:t>F11(Step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Into)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계속하면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case1</a:t>
            </a:r>
            <a:r>
              <a:rPr dirty="0" sz="2400" spc="-10">
                <a:latin typeface="Gulim"/>
                <a:cs typeface="Gulim"/>
              </a:rPr>
              <a:t>이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실행되는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것을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확인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root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delete_node(root,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60);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32434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30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772160" algn="l"/>
              </a:tabLst>
            </a:pPr>
            <a:r>
              <a:rPr dirty="0" sz="2400">
                <a:latin typeface="Arial"/>
                <a:cs typeface="Arial"/>
              </a:rPr>
              <a:t>//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40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939165" algn="l"/>
              </a:tabLst>
            </a:pPr>
            <a:r>
              <a:rPr dirty="0" sz="2400" spc="-20">
                <a:latin typeface="Arial"/>
                <a:cs typeface="Arial"/>
              </a:rPr>
              <a:t>//10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50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1105535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60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32434" algn="l"/>
              </a:tabLst>
            </a:pPr>
            <a:r>
              <a:rPr dirty="0" sz="2400" spc="-25">
                <a:latin typeface="Arial"/>
                <a:cs typeface="Arial"/>
              </a:rPr>
              <a:t>//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30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772160" algn="l"/>
              </a:tabLst>
            </a:pPr>
            <a:r>
              <a:rPr dirty="0" sz="2400">
                <a:latin typeface="Arial"/>
                <a:cs typeface="Arial"/>
              </a:rPr>
              <a:t>//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40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939165" algn="l"/>
              </a:tabLst>
            </a:pPr>
            <a:r>
              <a:rPr dirty="0" sz="2400" spc="-20">
                <a:latin typeface="Arial"/>
                <a:cs typeface="Arial"/>
              </a:rPr>
              <a:t>//10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2400" spc="-25">
                <a:latin typeface="Arial"/>
                <a:cs typeface="Arial"/>
              </a:rPr>
              <a:t>50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5695" y="3235236"/>
            <a:ext cx="5631116" cy="16221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865" rIns="0" bIns="0" rtlCol="0" vert="horz">
            <a:spAutoFit/>
          </a:bodyPr>
          <a:lstStyle/>
          <a:p>
            <a:pPr marL="186690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640">
                <a:latin typeface="Tw Cen MT"/>
                <a:cs typeface="Tw Cen MT"/>
              </a:rPr>
              <a:t>VS</a:t>
            </a:r>
            <a:r>
              <a:rPr dirty="0" sz="3200" spc="-640"/>
              <a:t>로</a:t>
            </a:r>
            <a:r>
              <a:rPr dirty="0" sz="3200" spc="-175"/>
              <a:t> </a:t>
            </a:r>
            <a:r>
              <a:rPr dirty="0" sz="3200" spc="-1105"/>
              <a:t>실행</a:t>
            </a:r>
            <a:r>
              <a:rPr dirty="0" sz="3200" spc="-180"/>
              <a:t> </a:t>
            </a:r>
            <a:r>
              <a:rPr dirty="0" sz="3200">
                <a:latin typeface="Tw Cen MT"/>
                <a:cs typeface="Tw Cen MT"/>
              </a:rPr>
              <a:t>(2. </a:t>
            </a:r>
            <a:r>
              <a:rPr dirty="0" sz="3200" spc="-1245"/>
              <a:t>삭제하려는</a:t>
            </a:r>
            <a:r>
              <a:rPr dirty="0" sz="3200" spc="-150"/>
              <a:t> </a:t>
            </a:r>
            <a:r>
              <a:rPr dirty="0" sz="3200" spc="-1595"/>
              <a:t>노드가</a:t>
            </a:r>
            <a:r>
              <a:rPr dirty="0" sz="3200" spc="-165"/>
              <a:t> </a:t>
            </a:r>
            <a:r>
              <a:rPr dirty="0" sz="3200" spc="-1115"/>
              <a:t>하나의</a:t>
            </a:r>
            <a:r>
              <a:rPr dirty="0" sz="3200" spc="-165"/>
              <a:t> </a:t>
            </a:r>
            <a:r>
              <a:rPr dirty="0" sz="3200" spc="-1235"/>
              <a:t>왼쪽이나</a:t>
            </a:r>
            <a:r>
              <a:rPr dirty="0" sz="3200" spc="-180"/>
              <a:t> </a:t>
            </a:r>
            <a:r>
              <a:rPr dirty="0" sz="3200" spc="-1725"/>
              <a:t>오른쪽</a:t>
            </a:r>
            <a:r>
              <a:rPr dirty="0" sz="3200" spc="-170"/>
              <a:t> </a:t>
            </a:r>
            <a:r>
              <a:rPr dirty="0" sz="3200" spc="-1620"/>
              <a:t>서브</a:t>
            </a:r>
            <a:r>
              <a:rPr dirty="0" sz="3200" spc="-170"/>
              <a:t> </a:t>
            </a:r>
            <a:r>
              <a:rPr dirty="0" sz="3200" spc="-1620"/>
              <a:t>트리</a:t>
            </a:r>
            <a:r>
              <a:rPr dirty="0" sz="3200" spc="-165"/>
              <a:t> </a:t>
            </a:r>
            <a:r>
              <a:rPr dirty="0" sz="3200" spc="-1939"/>
              <a:t>중</a:t>
            </a:r>
            <a:r>
              <a:rPr dirty="0" sz="3200" spc="800"/>
              <a:t> </a:t>
            </a:r>
            <a:r>
              <a:rPr dirty="0" sz="3200" spc="-1000"/>
              <a:t>하나만</a:t>
            </a:r>
            <a:r>
              <a:rPr dirty="0" sz="3200" spc="-170"/>
              <a:t> </a:t>
            </a:r>
            <a:r>
              <a:rPr dirty="0" sz="3200" spc="-1410"/>
              <a:t>가지고</a:t>
            </a:r>
            <a:r>
              <a:rPr dirty="0" sz="3200" spc="-165"/>
              <a:t> </a:t>
            </a:r>
            <a:r>
              <a:rPr dirty="0" sz="3200" spc="-1425"/>
              <a:t>있는</a:t>
            </a:r>
            <a:r>
              <a:rPr dirty="0" sz="3200" spc="-175"/>
              <a:t> </a:t>
            </a:r>
            <a:r>
              <a:rPr dirty="0" sz="3200" spc="-1065"/>
              <a:t>경우</a:t>
            </a:r>
            <a:r>
              <a:rPr dirty="0" sz="3200" spc="-1065">
                <a:latin typeface="Tw Cen MT"/>
                <a:cs typeface="Tw Cen MT"/>
              </a:rPr>
              <a:t>)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pc="-10">
                <a:latin typeface="Arial"/>
                <a:cs typeface="Arial"/>
              </a:rPr>
              <a:t>125</a:t>
            </a:r>
            <a:r>
              <a:rPr dirty="0" spc="-10"/>
              <a:t>라인에</a:t>
            </a:r>
            <a:r>
              <a:rPr dirty="0" spc="-160"/>
              <a:t> </a:t>
            </a:r>
            <a:r>
              <a:rPr dirty="0" spc="-20"/>
              <a:t>중단점하고</a:t>
            </a:r>
            <a:r>
              <a:rPr dirty="0" spc="-175"/>
              <a:t> </a:t>
            </a:r>
            <a:r>
              <a:rPr dirty="0" spc="-10"/>
              <a:t>한줄씩</a:t>
            </a:r>
            <a:r>
              <a:rPr dirty="0" spc="-175"/>
              <a:t> </a:t>
            </a:r>
            <a:r>
              <a:rPr dirty="0" spc="-20"/>
              <a:t>실행하면서</a:t>
            </a:r>
            <a:r>
              <a:rPr dirty="0" spc="-175"/>
              <a:t> </a:t>
            </a:r>
            <a:r>
              <a:rPr dirty="0" spc="-20"/>
              <a:t>로컬창에서</a:t>
            </a:r>
            <a:r>
              <a:rPr dirty="0" spc="-175"/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 spc="-50"/>
              <a:t>자 </a:t>
            </a:r>
            <a:r>
              <a:rPr dirty="0" spc="-10"/>
              <a:t>료구조</a:t>
            </a:r>
            <a:r>
              <a:rPr dirty="0" spc="-185"/>
              <a:t> </a:t>
            </a:r>
            <a:r>
              <a:rPr dirty="0" spc="-35"/>
              <a:t>확인</a:t>
            </a:r>
          </a:p>
          <a:p>
            <a:pPr marL="332105" indent="-319405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root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delete_node(root,</a:t>
            </a:r>
            <a:r>
              <a:rPr dirty="0" spc="-5">
                <a:latin typeface="Arial"/>
                <a:cs typeface="Arial"/>
              </a:rPr>
              <a:t> </a:t>
            </a:r>
            <a:r>
              <a:rPr dirty="0" spc="-20">
                <a:latin typeface="Arial"/>
                <a:cs typeface="Arial"/>
              </a:rPr>
              <a:t>40);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32434" algn="l"/>
              </a:tabLst>
            </a:pPr>
            <a:r>
              <a:rPr dirty="0" spc="-25">
                <a:latin typeface="Arial"/>
                <a:cs typeface="Arial"/>
              </a:rPr>
              <a:t>//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30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772160" algn="l"/>
              </a:tabLst>
            </a:pPr>
            <a:r>
              <a:rPr dirty="0">
                <a:latin typeface="Arial"/>
                <a:cs typeface="Arial"/>
              </a:rPr>
              <a:t>//</a:t>
            </a:r>
            <a:r>
              <a:rPr dirty="0" spc="-10">
                <a:latin typeface="Arial"/>
                <a:cs typeface="Arial"/>
              </a:rPr>
              <a:t> </a:t>
            </a:r>
            <a:r>
              <a:rPr dirty="0" spc="-25">
                <a:latin typeface="Arial"/>
                <a:cs typeface="Arial"/>
              </a:rPr>
              <a:t>20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40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939165" algn="l"/>
              </a:tabLst>
            </a:pPr>
            <a:r>
              <a:rPr dirty="0" spc="-20">
                <a:latin typeface="Arial"/>
                <a:cs typeface="Arial"/>
              </a:rPr>
              <a:t>//10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50</a:t>
            </a:r>
          </a:p>
          <a:p>
            <a:pPr>
              <a:lnSpc>
                <a:spcPct val="100000"/>
              </a:lnSpc>
              <a:spcBef>
                <a:spcPts val="1520"/>
              </a:spcBef>
            </a:pPr>
          </a:p>
          <a:p>
            <a:pPr marL="12700">
              <a:lnSpc>
                <a:spcPct val="100000"/>
              </a:lnSpc>
              <a:tabLst>
                <a:tab pos="432434" algn="l"/>
              </a:tabLst>
            </a:pPr>
            <a:r>
              <a:rPr dirty="0" spc="-25">
                <a:latin typeface="Arial"/>
                <a:cs typeface="Arial"/>
              </a:rPr>
              <a:t>//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30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772160" algn="l"/>
              </a:tabLst>
            </a:pPr>
            <a:r>
              <a:rPr dirty="0">
                <a:latin typeface="Arial"/>
                <a:cs typeface="Arial"/>
              </a:rPr>
              <a:t>//</a:t>
            </a:r>
            <a:r>
              <a:rPr dirty="0" spc="-10">
                <a:latin typeface="Arial"/>
                <a:cs typeface="Arial"/>
              </a:rPr>
              <a:t> </a:t>
            </a:r>
            <a:r>
              <a:rPr dirty="0" spc="-25">
                <a:latin typeface="Arial"/>
                <a:cs typeface="Arial"/>
              </a:rPr>
              <a:t>20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50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pc="-20">
                <a:latin typeface="Arial"/>
                <a:cs typeface="Arial"/>
              </a:rPr>
              <a:t>//10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8448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95"/>
              </a:spcBef>
            </a:pPr>
            <a:r>
              <a:rPr dirty="0" sz="2800" spc="-560">
                <a:latin typeface="Tw Cen MT"/>
                <a:cs typeface="Tw Cen MT"/>
              </a:rPr>
              <a:t>VS</a:t>
            </a:r>
            <a:r>
              <a:rPr dirty="0" sz="2800" spc="-560"/>
              <a:t>로</a:t>
            </a:r>
            <a:r>
              <a:rPr dirty="0" sz="2800" spc="-170"/>
              <a:t> </a:t>
            </a:r>
            <a:r>
              <a:rPr dirty="0" sz="2800" spc="-985"/>
              <a:t>실행</a:t>
            </a:r>
            <a:r>
              <a:rPr dirty="0" sz="2800" spc="-140"/>
              <a:t> </a:t>
            </a:r>
            <a:r>
              <a:rPr dirty="0" sz="2800">
                <a:latin typeface="Tw Cen MT"/>
                <a:cs typeface="Tw Cen MT"/>
              </a:rPr>
              <a:t>(3.</a:t>
            </a:r>
            <a:r>
              <a:rPr dirty="0" sz="2800" spc="10">
                <a:latin typeface="Tw Cen MT"/>
                <a:cs typeface="Tw Cen MT"/>
              </a:rPr>
              <a:t> </a:t>
            </a:r>
            <a:r>
              <a:rPr dirty="0" sz="2800" spc="-1105"/>
              <a:t>삭제하려는</a:t>
            </a:r>
            <a:r>
              <a:rPr dirty="0" sz="2800" spc="-145"/>
              <a:t> </a:t>
            </a:r>
            <a:r>
              <a:rPr dirty="0" sz="2800" spc="-1405"/>
              <a:t>노드가</a:t>
            </a:r>
            <a:r>
              <a:rPr dirty="0" sz="2800" spc="-150"/>
              <a:t> </a:t>
            </a:r>
            <a:r>
              <a:rPr dirty="0" sz="2800" spc="-1245"/>
              <a:t>두개의</a:t>
            </a:r>
            <a:r>
              <a:rPr dirty="0" sz="2800" spc="-155"/>
              <a:t> </a:t>
            </a:r>
            <a:r>
              <a:rPr dirty="0" sz="2800" spc="-1415"/>
              <a:t>서브</a:t>
            </a:r>
            <a:r>
              <a:rPr dirty="0" sz="2800" spc="-150"/>
              <a:t> </a:t>
            </a:r>
            <a:r>
              <a:rPr dirty="0" sz="2800" spc="-1420"/>
              <a:t>트리</a:t>
            </a:r>
            <a:r>
              <a:rPr dirty="0" sz="2800" spc="-155"/>
              <a:t> </a:t>
            </a:r>
            <a:r>
              <a:rPr dirty="0" sz="2800" spc="-1655"/>
              <a:t>모두</a:t>
            </a:r>
            <a:r>
              <a:rPr dirty="0" sz="2800" spc="-165"/>
              <a:t> </a:t>
            </a:r>
            <a:r>
              <a:rPr dirty="0" sz="2800" spc="-1245"/>
              <a:t>가지고</a:t>
            </a:r>
            <a:r>
              <a:rPr dirty="0" sz="2800" spc="-145"/>
              <a:t> </a:t>
            </a:r>
            <a:r>
              <a:rPr dirty="0" sz="2800" spc="-1250"/>
              <a:t>있는</a:t>
            </a:r>
            <a:r>
              <a:rPr dirty="0" sz="2800" spc="-165"/>
              <a:t> </a:t>
            </a:r>
            <a:r>
              <a:rPr dirty="0" sz="2800" spc="-940"/>
              <a:t>경우</a:t>
            </a:r>
            <a:r>
              <a:rPr dirty="0" sz="2800" spc="-940">
                <a:latin typeface="Tw Cen MT"/>
                <a:cs typeface="Tw Cen MT"/>
              </a:rPr>
              <a:t>)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 spc="-10">
                <a:latin typeface="Arial"/>
                <a:cs typeface="Arial"/>
              </a:rPr>
              <a:t>127</a:t>
            </a:r>
            <a:r>
              <a:rPr dirty="0" spc="-10"/>
              <a:t>라인에</a:t>
            </a:r>
            <a:r>
              <a:rPr dirty="0" spc="-160"/>
              <a:t> </a:t>
            </a:r>
            <a:r>
              <a:rPr dirty="0" spc="-20"/>
              <a:t>중단점하고</a:t>
            </a:r>
            <a:r>
              <a:rPr dirty="0" spc="-175"/>
              <a:t> </a:t>
            </a:r>
            <a:r>
              <a:rPr dirty="0" spc="-10"/>
              <a:t>한줄씩</a:t>
            </a:r>
            <a:r>
              <a:rPr dirty="0" spc="-175"/>
              <a:t> </a:t>
            </a:r>
            <a:r>
              <a:rPr dirty="0" spc="-20"/>
              <a:t>실행하면서</a:t>
            </a:r>
            <a:r>
              <a:rPr dirty="0" spc="-175"/>
              <a:t> </a:t>
            </a:r>
            <a:r>
              <a:rPr dirty="0" spc="-20"/>
              <a:t>로컬창에서</a:t>
            </a:r>
            <a:r>
              <a:rPr dirty="0" spc="-175"/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 spc="-50"/>
              <a:t>자 </a:t>
            </a:r>
            <a:r>
              <a:rPr dirty="0" spc="-10"/>
              <a:t>료구조</a:t>
            </a:r>
            <a:r>
              <a:rPr dirty="0" spc="-185"/>
              <a:t> </a:t>
            </a:r>
            <a:r>
              <a:rPr dirty="0" spc="-35"/>
              <a:t>확인</a:t>
            </a:r>
          </a:p>
          <a:p>
            <a:pPr marL="332105" indent="-319405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333"/>
              <a:buChar char="□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root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delete_node(root,</a:t>
            </a:r>
            <a:r>
              <a:rPr dirty="0" spc="-5">
                <a:latin typeface="Arial"/>
                <a:cs typeface="Arial"/>
              </a:rPr>
              <a:t> </a:t>
            </a:r>
            <a:r>
              <a:rPr dirty="0" spc="-20">
                <a:latin typeface="Arial"/>
                <a:cs typeface="Arial"/>
              </a:rPr>
              <a:t>30);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32434" algn="l"/>
              </a:tabLst>
            </a:pPr>
            <a:r>
              <a:rPr dirty="0" spc="-25">
                <a:latin typeface="Arial"/>
                <a:cs typeface="Arial"/>
              </a:rPr>
              <a:t>//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30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772160" algn="l"/>
              </a:tabLst>
            </a:pPr>
            <a:r>
              <a:rPr dirty="0">
                <a:latin typeface="Arial"/>
                <a:cs typeface="Arial"/>
              </a:rPr>
              <a:t>//</a:t>
            </a:r>
            <a:r>
              <a:rPr dirty="0" spc="-10">
                <a:latin typeface="Arial"/>
                <a:cs typeface="Arial"/>
              </a:rPr>
              <a:t> </a:t>
            </a:r>
            <a:r>
              <a:rPr dirty="0" spc="-25">
                <a:latin typeface="Arial"/>
                <a:cs typeface="Arial"/>
              </a:rPr>
              <a:t>20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50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pc="-20">
                <a:latin typeface="Arial"/>
                <a:cs typeface="Arial"/>
              </a:rPr>
              <a:t>//10</a:t>
            </a:r>
          </a:p>
          <a:p>
            <a:pPr>
              <a:lnSpc>
                <a:spcPct val="100000"/>
              </a:lnSpc>
              <a:spcBef>
                <a:spcPts val="1520"/>
              </a:spcBef>
            </a:pPr>
          </a:p>
          <a:p>
            <a:pPr marL="12700">
              <a:lnSpc>
                <a:spcPct val="100000"/>
              </a:lnSpc>
              <a:tabLst>
                <a:tab pos="432434" algn="l"/>
              </a:tabLst>
            </a:pPr>
            <a:r>
              <a:rPr dirty="0" spc="-25">
                <a:latin typeface="Arial"/>
                <a:cs typeface="Arial"/>
              </a:rPr>
              <a:t>//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25">
                <a:latin typeface="Arial"/>
                <a:cs typeface="Arial"/>
              </a:rPr>
              <a:t>50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>
                <a:latin typeface="Arial"/>
                <a:cs typeface="Arial"/>
              </a:rPr>
              <a:t>//</a:t>
            </a:r>
            <a:r>
              <a:rPr dirty="0" spc="-10">
                <a:latin typeface="Arial"/>
                <a:cs typeface="Arial"/>
              </a:rPr>
              <a:t> </a:t>
            </a:r>
            <a:r>
              <a:rPr dirty="0" spc="-25">
                <a:latin typeface="Arial"/>
                <a:cs typeface="Arial"/>
              </a:rPr>
              <a:t>20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pc="-20">
                <a:latin typeface="Arial"/>
                <a:cs typeface="Arial"/>
              </a:rPr>
              <a:t>//10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95"/>
              <a:t>이진탐색트리의</a:t>
            </a:r>
            <a:r>
              <a:rPr dirty="0" spc="-265"/>
              <a:t> </a:t>
            </a:r>
            <a:r>
              <a:rPr dirty="0" spc="-2160"/>
              <a:t>성능분석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972005"/>
            <a:ext cx="174752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125220" algn="l"/>
              </a:tabLst>
            </a:pPr>
            <a:r>
              <a:rPr dirty="0" sz="2400" spc="-25">
                <a:latin typeface="Gulim"/>
                <a:cs typeface="Gulim"/>
              </a:rPr>
              <a:t>이진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3127" y="1972005"/>
            <a:ext cx="154813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latin typeface="Gulim"/>
                <a:cs typeface="Gulim"/>
              </a:rPr>
              <a:t>트리에서의</a:t>
            </a:r>
            <a:endParaRPr sz="24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9664" y="1972005"/>
            <a:ext cx="8178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25">
                <a:latin typeface="Gulim"/>
                <a:cs typeface="Gulim"/>
              </a:rPr>
              <a:t>탐색</a:t>
            </a:r>
            <a:r>
              <a:rPr dirty="0" sz="2400" spc="-25">
                <a:latin typeface="Lucida Console"/>
                <a:cs typeface="Lucida Console"/>
              </a:rPr>
              <a:t>,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5480" y="1972005"/>
            <a:ext cx="8178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25">
                <a:latin typeface="Gulim"/>
                <a:cs typeface="Gulim"/>
              </a:rPr>
              <a:t>삽입</a:t>
            </a:r>
            <a:r>
              <a:rPr dirty="0" sz="2400" spc="-25">
                <a:latin typeface="Lucida Console"/>
                <a:cs typeface="Lucida Console"/>
              </a:rPr>
              <a:t>,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72819" y="1972005"/>
            <a:ext cx="6343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25">
                <a:latin typeface="Gulim"/>
                <a:cs typeface="Gulim"/>
              </a:rPr>
              <a:t>삭제</a:t>
            </a:r>
            <a:endParaRPr sz="2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5956" y="1972005"/>
            <a:ext cx="17322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9980" algn="l"/>
              </a:tabLst>
            </a:pPr>
            <a:r>
              <a:rPr dirty="0" sz="2400" spc="-25">
                <a:latin typeface="Gulim"/>
                <a:cs typeface="Gulim"/>
              </a:rPr>
              <a:t>연산의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시간</a:t>
            </a:r>
            <a:endParaRPr sz="2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6854" y="2337569"/>
            <a:ext cx="75869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4145" algn="l"/>
                <a:tab pos="2512060" algn="l"/>
                <a:tab pos="3609340" algn="l"/>
                <a:tab pos="4585335" algn="l"/>
                <a:tab pos="5683250" algn="l"/>
                <a:tab pos="6355715" algn="l"/>
              </a:tabLst>
            </a:pPr>
            <a:r>
              <a:rPr dirty="0" sz="2400" spc="-20">
                <a:latin typeface="Gulim"/>
                <a:cs typeface="Gulim"/>
              </a:rPr>
              <a:t>복잡도는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트리의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높이를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라고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했을때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에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비례한다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3619" y="3104248"/>
            <a:ext cx="7499314" cy="243860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95"/>
              <a:t>이진탐색트리의</a:t>
            </a:r>
            <a:r>
              <a:rPr dirty="0" spc="-265"/>
              <a:t> </a:t>
            </a:r>
            <a:r>
              <a:rPr dirty="0" spc="-2160"/>
              <a:t>성능분석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1764" y="1878971"/>
            <a:ext cx="6045835" cy="12433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83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57505" algn="l"/>
                <a:tab pos="1454785" algn="l"/>
              </a:tabLst>
            </a:pPr>
            <a:r>
              <a:rPr dirty="0" sz="2400" spc="-25">
                <a:latin typeface="Gulim"/>
                <a:cs typeface="Gulim"/>
              </a:rPr>
              <a:t>최선의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경우</a:t>
            </a:r>
            <a:endParaRPr sz="2400">
              <a:latin typeface="Gulim"/>
              <a:cs typeface="Gulim"/>
            </a:endParaRPr>
          </a:p>
          <a:p>
            <a:pPr marL="403225">
              <a:lnSpc>
                <a:spcPct val="100000"/>
              </a:lnSpc>
              <a:spcBef>
                <a:spcPts val="615"/>
              </a:spcBef>
              <a:tabLst>
                <a:tab pos="1336040" algn="l"/>
                <a:tab pos="2249805" algn="l"/>
                <a:tab pos="3671570" algn="l"/>
                <a:tab pos="4837430" algn="l"/>
                <a:tab pos="5498465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Gulim"/>
                <a:cs typeface="Gulim"/>
              </a:rPr>
              <a:t>이진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트리가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균형적으로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0">
                <a:latin typeface="Gulim"/>
                <a:cs typeface="Gulim"/>
              </a:rPr>
              <a:t>생성되어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있는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경우</a:t>
            </a:r>
            <a:endParaRPr sz="2000">
              <a:latin typeface="Gulim"/>
              <a:cs typeface="Gulim"/>
            </a:endParaRPr>
          </a:p>
          <a:p>
            <a:pPr marL="403225">
              <a:lnSpc>
                <a:spcPct val="100000"/>
              </a:lnSpc>
              <a:spcBef>
                <a:spcPts val="56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Lucida Console"/>
                <a:cs typeface="Lucida Console"/>
              </a:rPr>
              <a:t>h=log</a:t>
            </a:r>
            <a:r>
              <a:rPr dirty="0" baseline="-21367" sz="1950" spc="-15">
                <a:latin typeface="Lucida Console"/>
                <a:cs typeface="Lucida Console"/>
              </a:rPr>
              <a:t>2</a:t>
            </a:r>
            <a:r>
              <a:rPr dirty="0" sz="2000" spc="-10">
                <a:latin typeface="Lucida Console"/>
                <a:cs typeface="Lucida Console"/>
              </a:rPr>
              <a:t>n</a:t>
            </a:r>
            <a:endParaRPr sz="20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8772" y="3677828"/>
            <a:ext cx="7196074" cy="217422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95"/>
              <a:t>이진탐색트리의</a:t>
            </a:r>
            <a:r>
              <a:rPr dirty="0" spc="-265"/>
              <a:t> </a:t>
            </a:r>
            <a:r>
              <a:rPr dirty="0" spc="-2160"/>
              <a:t>성능분석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4" y="1878971"/>
            <a:ext cx="5181600" cy="162877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30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429385" algn="l"/>
              </a:tabLst>
            </a:pPr>
            <a:r>
              <a:rPr dirty="0" sz="2400" spc="-25">
                <a:latin typeface="Gulim"/>
                <a:cs typeface="Gulim"/>
              </a:rPr>
              <a:t>최악의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경우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15"/>
              </a:spcBef>
              <a:tabLst>
                <a:tab pos="1819275" algn="l"/>
                <a:tab pos="2733040" algn="l"/>
                <a:tab pos="4660265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20">
                <a:latin typeface="Gulim"/>
                <a:cs typeface="Gulim"/>
              </a:rPr>
              <a:t>한쪽으로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치우친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경사이진트리의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경우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6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Lucida Console"/>
                <a:cs typeface="Lucida Console"/>
              </a:rPr>
              <a:t>h=n</a:t>
            </a:r>
            <a:endParaRPr sz="2000">
              <a:latin typeface="Lucida Console"/>
              <a:cs typeface="Lucida Console"/>
            </a:endParaRPr>
          </a:p>
          <a:p>
            <a:pPr marL="377825">
              <a:lnSpc>
                <a:spcPct val="100000"/>
              </a:lnSpc>
              <a:spcBef>
                <a:spcPts val="635"/>
              </a:spcBef>
              <a:tabLst>
                <a:tab pos="2072005" algn="l"/>
                <a:tab pos="3746500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Gulim"/>
                <a:cs typeface="Gulim"/>
              </a:rPr>
              <a:t>순차탐색과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시간복잡도가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같다</a:t>
            </a:r>
            <a:r>
              <a:rPr dirty="0" sz="2000" spc="-25">
                <a:latin typeface="Lucida Console"/>
                <a:cs typeface="Lucida Console"/>
              </a:rPr>
              <a:t>.</a:t>
            </a:r>
            <a:endParaRPr sz="20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9639" y="4155129"/>
            <a:ext cx="3149124" cy="18216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331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90"/>
              </a:spcBef>
            </a:pPr>
            <a:r>
              <a:rPr dirty="0" sz="4000" spc="-1575"/>
              <a:t>교수님</a:t>
            </a:r>
            <a:r>
              <a:rPr dirty="0" sz="4000" spc="-1575">
                <a:latin typeface="Tw Cen MT"/>
                <a:cs typeface="Tw Cen MT"/>
              </a:rPr>
              <a:t>~</a:t>
            </a:r>
            <a:r>
              <a:rPr dirty="0" sz="4000" spc="25">
                <a:latin typeface="Tw Cen MT"/>
                <a:cs typeface="Tw Cen MT"/>
              </a:rPr>
              <a:t> </a:t>
            </a:r>
            <a:r>
              <a:rPr dirty="0" sz="4000" spc="-1080">
                <a:latin typeface="Tw Cen MT"/>
                <a:cs typeface="Tw Cen MT"/>
              </a:rPr>
              <a:t>h(</a:t>
            </a:r>
            <a:r>
              <a:rPr dirty="0" sz="4000" spc="-1080"/>
              <a:t>높이</a:t>
            </a:r>
            <a:r>
              <a:rPr dirty="0" sz="4000" spc="-1080">
                <a:latin typeface="Tw Cen MT"/>
                <a:cs typeface="Tw Cen MT"/>
              </a:rPr>
              <a:t>)</a:t>
            </a:r>
            <a:r>
              <a:rPr dirty="0" sz="4000" spc="-1080"/>
              <a:t>를</a:t>
            </a:r>
            <a:r>
              <a:rPr dirty="0" sz="4000" spc="-210"/>
              <a:t> </a:t>
            </a:r>
            <a:r>
              <a:rPr dirty="0" sz="4000" spc="-1400"/>
              <a:t>제일</a:t>
            </a:r>
            <a:r>
              <a:rPr dirty="0" sz="4000" spc="-210"/>
              <a:t> </a:t>
            </a:r>
            <a:r>
              <a:rPr dirty="0" sz="4000" spc="-1280"/>
              <a:t>작게</a:t>
            </a:r>
            <a:r>
              <a:rPr dirty="0" sz="4000" spc="-215"/>
              <a:t> </a:t>
            </a:r>
            <a:r>
              <a:rPr dirty="0" sz="4000" spc="-1714"/>
              <a:t>만들려면</a:t>
            </a:r>
            <a:r>
              <a:rPr dirty="0" sz="4000" spc="-225"/>
              <a:t> </a:t>
            </a:r>
            <a:r>
              <a:rPr dirty="0" sz="4000" spc="-1285"/>
              <a:t>어떻게</a:t>
            </a:r>
            <a:r>
              <a:rPr dirty="0" sz="4000" spc="-210"/>
              <a:t> </a:t>
            </a:r>
            <a:r>
              <a:rPr dirty="0" sz="4000" spc="-1260"/>
              <a:t>하나요</a:t>
            </a:r>
            <a:r>
              <a:rPr dirty="0" sz="4000" spc="-1260">
                <a:latin typeface="Tw Cen MT"/>
                <a:cs typeface="Tw Cen MT"/>
              </a:rPr>
              <a:t>?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1619" y="1935449"/>
            <a:ext cx="278130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이진탐색트리에서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7072" y="1935449"/>
            <a:ext cx="5271770" cy="720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6364">
              <a:lnSpc>
                <a:spcPts val="2735"/>
              </a:lnSpc>
              <a:spcBef>
                <a:spcPts val="95"/>
              </a:spcBef>
              <a:tabLst>
                <a:tab pos="2758440" algn="l"/>
                <a:tab pos="3856354" algn="l"/>
                <a:tab pos="4649470" algn="l"/>
              </a:tabLst>
            </a:pPr>
            <a:r>
              <a:rPr dirty="0" sz="2400">
                <a:latin typeface="Lucida Console"/>
                <a:cs typeface="Lucida Console"/>
              </a:rPr>
              <a:t>N</a:t>
            </a:r>
            <a:r>
              <a:rPr dirty="0" sz="2400" spc="-40">
                <a:latin typeface="Lucida Console"/>
                <a:cs typeface="Lucida Console"/>
              </a:rPr>
              <a:t> </a:t>
            </a:r>
            <a:r>
              <a:rPr dirty="0" sz="2400">
                <a:latin typeface="Lucida Console"/>
                <a:cs typeface="Lucida Console"/>
              </a:rPr>
              <a:t>=</a:t>
            </a:r>
            <a:r>
              <a:rPr dirty="0" sz="2400" spc="-50">
                <a:latin typeface="Lucida Console"/>
                <a:cs typeface="Lucida Console"/>
              </a:rPr>
              <a:t> </a:t>
            </a:r>
            <a:r>
              <a:rPr dirty="0" sz="2400">
                <a:latin typeface="Lucida Console"/>
                <a:cs typeface="Lucida Console"/>
              </a:rPr>
              <a:t>1024</a:t>
            </a:r>
            <a:r>
              <a:rPr dirty="0" sz="2400" spc="10">
                <a:latin typeface="Lucida Console"/>
                <a:cs typeface="Lucida Console"/>
              </a:rPr>
              <a:t> </a:t>
            </a:r>
            <a:r>
              <a:rPr dirty="0" sz="2400" spc="-25">
                <a:latin typeface="Gulim"/>
                <a:cs typeface="Gulim"/>
              </a:rPr>
              <a:t>일때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높이가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제일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작은</a:t>
            </a:r>
            <a:endParaRPr sz="2400">
              <a:latin typeface="Gulim"/>
              <a:cs typeface="Gulim"/>
            </a:endParaRPr>
          </a:p>
          <a:p>
            <a:pPr marL="12700">
              <a:lnSpc>
                <a:spcPts val="2735"/>
              </a:lnSpc>
              <a:tabLst>
                <a:tab pos="2030730" algn="l"/>
                <a:tab pos="2823845" algn="l"/>
                <a:tab pos="3312795" algn="l"/>
              </a:tabLst>
            </a:pPr>
            <a:r>
              <a:rPr dirty="0" sz="2400">
                <a:latin typeface="Lucida Console"/>
                <a:cs typeface="Lucida Console"/>
              </a:rPr>
              <a:t>=10,</a:t>
            </a:r>
            <a:r>
              <a:rPr dirty="0" sz="2400" spc="-45">
                <a:latin typeface="Lucida Console"/>
                <a:cs typeface="Lucida Console"/>
              </a:rPr>
              <a:t> </a:t>
            </a:r>
            <a:r>
              <a:rPr dirty="0" sz="2400" spc="-25">
                <a:latin typeface="Gulim"/>
                <a:cs typeface="Gulim"/>
              </a:rPr>
              <a:t>높이가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제일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50">
                <a:latin typeface="Gulim"/>
                <a:cs typeface="Gulim"/>
              </a:rPr>
              <a:t>큰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경우는</a:t>
            </a:r>
            <a:endParaRPr sz="24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909" y="2264456"/>
            <a:ext cx="241300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35380" algn="l"/>
              </a:tabLst>
            </a:pPr>
            <a:r>
              <a:rPr dirty="0" sz="2400" spc="-25">
                <a:latin typeface="Gulim"/>
                <a:cs typeface="Gulim"/>
              </a:rPr>
              <a:t>경우는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Lucida Console"/>
                <a:cs typeface="Lucida Console"/>
              </a:rPr>
              <a:t>h=log</a:t>
            </a:r>
            <a:r>
              <a:rPr dirty="0" baseline="-20833" sz="2400" spc="-15">
                <a:latin typeface="Lucida Console"/>
                <a:cs typeface="Lucida Console"/>
              </a:rPr>
              <a:t>2</a:t>
            </a:r>
            <a:r>
              <a:rPr dirty="0" sz="2400" spc="-10">
                <a:latin typeface="Lucida Console"/>
                <a:cs typeface="Lucida Console"/>
              </a:rPr>
              <a:t>n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1309" y="2587370"/>
            <a:ext cx="149225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latin typeface="Lucida Console"/>
                <a:cs typeface="Lucida Console"/>
              </a:rPr>
              <a:t>h=n=1024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619" y="3339822"/>
            <a:ext cx="34537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125220" algn="l"/>
                <a:tab pos="1918335" algn="l"/>
              </a:tabLst>
            </a:pPr>
            <a:r>
              <a:rPr dirty="0" sz="2400" spc="-25">
                <a:latin typeface="Gulim"/>
                <a:cs typeface="Gulim"/>
              </a:rPr>
              <a:t>이진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탐색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Gulim"/>
                <a:cs typeface="Gulim"/>
              </a:rPr>
              <a:t>트리에서의</a:t>
            </a:r>
            <a:endParaRPr sz="2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1309" y="2870680"/>
            <a:ext cx="5525135" cy="8604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1972945" algn="l"/>
                <a:tab pos="3317240" algn="l"/>
                <a:tab pos="4415155" algn="l"/>
              </a:tabLst>
            </a:pPr>
            <a:r>
              <a:rPr dirty="0" sz="2400">
                <a:latin typeface="Lucida Console"/>
                <a:cs typeface="Lucida Console"/>
              </a:rPr>
              <a:t>10:1024</a:t>
            </a:r>
            <a:r>
              <a:rPr dirty="0" sz="2400" spc="-95">
                <a:latin typeface="Lucida Console"/>
                <a:cs typeface="Lucida Console"/>
              </a:rPr>
              <a:t> </a:t>
            </a:r>
            <a:r>
              <a:rPr dirty="0" sz="2400" spc="-50">
                <a:latin typeface="Gulim"/>
                <a:cs typeface="Gulim"/>
              </a:rPr>
              <a:t>즉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Lucida Console"/>
                <a:cs typeface="Lucida Console"/>
              </a:rPr>
              <a:t>100</a:t>
            </a:r>
            <a:r>
              <a:rPr dirty="0" sz="2400" spc="-20">
                <a:latin typeface="Gulim"/>
                <a:cs typeface="Gulim"/>
              </a:rPr>
              <a:t>배가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차이가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납니다</a:t>
            </a:r>
            <a:r>
              <a:rPr dirty="0" sz="2400" spc="-20">
                <a:latin typeface="Lucida Console"/>
                <a:cs typeface="Lucida Console"/>
              </a:rPr>
              <a:t>.</a:t>
            </a:r>
            <a:endParaRPr sz="2400">
              <a:latin typeface="Lucida Console"/>
              <a:cs typeface="Lucida Console"/>
            </a:endParaRPr>
          </a:p>
          <a:p>
            <a:pPr marL="3305175">
              <a:lnSpc>
                <a:spcPct val="100000"/>
              </a:lnSpc>
              <a:spcBef>
                <a:spcPts val="405"/>
              </a:spcBef>
            </a:pPr>
            <a:r>
              <a:rPr dirty="0" sz="2400" spc="-25">
                <a:latin typeface="Gulim"/>
                <a:cs typeface="Gulim"/>
              </a:rPr>
              <a:t>탐색</a:t>
            </a:r>
            <a:r>
              <a:rPr dirty="0" sz="2400" spc="-25">
                <a:latin typeface="Lucida Console"/>
                <a:cs typeface="Lucida Console"/>
              </a:rPr>
              <a:t>,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9935" y="3339822"/>
            <a:ext cx="16122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Gulim"/>
                <a:cs typeface="Gulim"/>
              </a:rPr>
              <a:t>삽입</a:t>
            </a:r>
            <a:r>
              <a:rPr dirty="0" sz="2400">
                <a:latin typeface="Lucida Console"/>
                <a:cs typeface="Lucida Console"/>
              </a:rPr>
              <a:t>,</a:t>
            </a:r>
            <a:r>
              <a:rPr dirty="0" sz="2400" spc="-55">
                <a:latin typeface="Lucida Console"/>
                <a:cs typeface="Lucida Console"/>
              </a:rPr>
              <a:t> </a:t>
            </a:r>
            <a:r>
              <a:rPr dirty="0" sz="2400" spc="-35">
                <a:latin typeface="Gulim"/>
                <a:cs typeface="Gulim"/>
              </a:rPr>
              <a:t>삭제</a:t>
            </a:r>
            <a:endParaRPr sz="24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0411" y="3339822"/>
            <a:ext cx="17322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9980" algn="l"/>
              </a:tabLst>
            </a:pPr>
            <a:r>
              <a:rPr dirty="0" sz="2400" spc="-25">
                <a:latin typeface="Gulim"/>
                <a:cs typeface="Gulim"/>
              </a:rPr>
              <a:t>연산의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시간</a:t>
            </a:r>
            <a:endParaRPr sz="24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1309" y="3668829"/>
            <a:ext cx="520763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4145" algn="l"/>
                <a:tab pos="2512060" algn="l"/>
                <a:tab pos="3609340" algn="l"/>
                <a:tab pos="4585335" algn="l"/>
              </a:tabLst>
            </a:pPr>
            <a:r>
              <a:rPr dirty="0" sz="2400" spc="-20">
                <a:latin typeface="Gulim"/>
                <a:cs typeface="Gulim"/>
              </a:rPr>
              <a:t>복잡도는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트리의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높이를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라고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했을</a:t>
            </a:r>
            <a:endParaRPr sz="24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7539" y="3668829"/>
            <a:ext cx="24053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015" algn="l"/>
                <a:tab pos="1174115" algn="l"/>
              </a:tabLst>
            </a:pPr>
            <a:r>
              <a:rPr dirty="0" sz="2400" spc="-50">
                <a:latin typeface="Gulim"/>
                <a:cs typeface="Gulim"/>
              </a:rPr>
              <a:t>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에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비례한다</a:t>
            </a:r>
            <a:endParaRPr sz="24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7275" y="4086180"/>
            <a:ext cx="252476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5180" algn="l"/>
              </a:tabLst>
            </a:pPr>
            <a:r>
              <a:rPr dirty="0" sz="2400" spc="-25">
                <a:latin typeface="Gulim"/>
                <a:cs typeface="Gulim"/>
              </a:rPr>
              <a:t>위해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latin typeface="Gulim"/>
                <a:cs typeface="Gulim"/>
              </a:rPr>
              <a:t>중요합니다</a:t>
            </a:r>
            <a:r>
              <a:rPr dirty="0" sz="2400" spc="-10">
                <a:latin typeface="Lucida Console"/>
                <a:cs typeface="Lucida Console"/>
              </a:rPr>
              <a:t>.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1619" y="4505055"/>
            <a:ext cx="174752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125220" algn="l"/>
              </a:tabLst>
            </a:pPr>
            <a:r>
              <a:rPr dirty="0" sz="2400" spc="-25">
                <a:latin typeface="Gulim"/>
                <a:cs typeface="Gulim"/>
              </a:rPr>
              <a:t>이진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1619" y="4032867"/>
            <a:ext cx="5527675" cy="8636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1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1004569" algn="l"/>
                <a:tab pos="1796414" algn="l"/>
                <a:tab pos="2589530" algn="l"/>
                <a:tab pos="3687445" algn="l"/>
                <a:tab pos="4480560" algn="l"/>
              </a:tabLst>
            </a:pPr>
            <a:r>
              <a:rPr dirty="0" sz="2400" spc="-25">
                <a:latin typeface="Lucida Console"/>
                <a:cs typeface="Lucida Console"/>
              </a:rPr>
              <a:t>h</a:t>
            </a:r>
            <a:r>
              <a:rPr dirty="0" sz="2400" spc="-25">
                <a:latin typeface="Gulim"/>
                <a:cs typeface="Gulim"/>
              </a:rPr>
              <a:t>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제일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작게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만드는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것이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성능을</a:t>
            </a:r>
            <a:endParaRPr sz="2400">
              <a:latin typeface="Gulim"/>
              <a:cs typeface="Gulim"/>
            </a:endParaRPr>
          </a:p>
          <a:p>
            <a:pPr marL="1918335">
              <a:lnSpc>
                <a:spcPct val="100000"/>
              </a:lnSpc>
              <a:spcBef>
                <a:spcPts val="420"/>
              </a:spcBef>
              <a:tabLst>
                <a:tab pos="2711450" algn="l"/>
                <a:tab pos="3807460" algn="l"/>
                <a:tab pos="4905375" algn="l"/>
              </a:tabLst>
            </a:pPr>
            <a:r>
              <a:rPr dirty="0" sz="2400" spc="-25">
                <a:latin typeface="Gulim"/>
                <a:cs typeface="Gulim"/>
              </a:rPr>
              <a:t>트리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중에서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높이가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제일</a:t>
            </a:r>
            <a:endParaRPr sz="24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7539" y="4505055"/>
            <a:ext cx="252539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5180" algn="l"/>
                <a:tab pos="1903095" algn="l"/>
              </a:tabLst>
            </a:pPr>
            <a:r>
              <a:rPr dirty="0" sz="2400" spc="-25">
                <a:latin typeface="Gulim"/>
                <a:cs typeface="Gulim"/>
              </a:rPr>
              <a:t>작은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트리는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교재</a:t>
            </a:r>
            <a:endParaRPr sz="24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1309" y="4834062"/>
            <a:ext cx="369252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36345" algn="l"/>
              </a:tabLst>
            </a:pPr>
            <a:r>
              <a:rPr dirty="0" sz="2400" spc="-10">
                <a:latin typeface="Lucida Console"/>
                <a:cs typeface="Lucida Console"/>
              </a:rPr>
              <a:t>13.5</a:t>
            </a:r>
            <a:r>
              <a:rPr dirty="0" sz="2400" spc="-10">
                <a:latin typeface="Gulim"/>
                <a:cs typeface="Gulim"/>
              </a:rPr>
              <a:t>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>
                <a:latin typeface="Lucida Console"/>
                <a:cs typeface="Lucida Console"/>
              </a:rPr>
              <a:t>AVL</a:t>
            </a:r>
            <a:r>
              <a:rPr dirty="0" sz="2400" spc="-35">
                <a:latin typeface="Lucida Console"/>
                <a:cs typeface="Lucida Console"/>
              </a:rPr>
              <a:t> </a:t>
            </a:r>
            <a:r>
              <a:rPr dirty="0" sz="2400" spc="-10">
                <a:latin typeface="Gulim"/>
                <a:cs typeface="Gulim"/>
              </a:rPr>
              <a:t>트리입니다</a:t>
            </a:r>
            <a:r>
              <a:rPr dirty="0" sz="2400" spc="-10">
                <a:latin typeface="Lucida Console"/>
                <a:cs typeface="Lucida Console"/>
              </a:rPr>
              <a:t>.</a:t>
            </a:r>
            <a:endParaRPr sz="24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695" rIns="0" bIns="0" rtlCol="0" vert="horz">
            <a:spAutoFit/>
          </a:bodyPr>
          <a:lstStyle/>
          <a:p>
            <a:pPr marL="141605">
              <a:lnSpc>
                <a:spcPts val="4765"/>
              </a:lnSpc>
              <a:spcBef>
                <a:spcPts val="90"/>
              </a:spcBef>
            </a:pPr>
            <a:r>
              <a:rPr dirty="0" sz="4000">
                <a:latin typeface="Tw Cen MT"/>
                <a:cs typeface="Tw Cen MT"/>
              </a:rPr>
              <a:t>8.12</a:t>
            </a:r>
            <a:r>
              <a:rPr dirty="0" sz="4000" spc="-35">
                <a:latin typeface="Tw Cen MT"/>
                <a:cs typeface="Tw Cen MT"/>
              </a:rPr>
              <a:t> </a:t>
            </a:r>
            <a:r>
              <a:rPr dirty="0" sz="4000" spc="-1645"/>
              <a:t>이진탐색트리의</a:t>
            </a:r>
            <a:r>
              <a:rPr dirty="0" sz="4000" spc="-229"/>
              <a:t> </a:t>
            </a:r>
            <a:r>
              <a:rPr dirty="0" sz="4000" spc="-1930"/>
              <a:t>응용</a:t>
            </a:r>
            <a:r>
              <a:rPr dirty="0" sz="4000" spc="-1930">
                <a:latin typeface="Tw Cen MT"/>
                <a:cs typeface="Tw Cen MT"/>
              </a:rPr>
              <a:t>:</a:t>
            </a:r>
            <a:r>
              <a:rPr dirty="0" sz="4000" spc="10">
                <a:latin typeface="Tw Cen MT"/>
                <a:cs typeface="Tw Cen MT"/>
              </a:rPr>
              <a:t> </a:t>
            </a:r>
            <a:r>
              <a:rPr dirty="0" sz="4000" spc="-1525"/>
              <a:t>영어사전</a:t>
            </a:r>
            <a:endParaRPr sz="4000">
              <a:latin typeface="Tw Cen MT"/>
              <a:cs typeface="Tw Cen MT"/>
            </a:endParaRPr>
          </a:p>
          <a:p>
            <a:pPr marL="141605">
              <a:lnSpc>
                <a:spcPts val="4765"/>
              </a:lnSpc>
            </a:pPr>
            <a:r>
              <a:rPr dirty="0" sz="4000" spc="-10">
                <a:latin typeface="Tw Cen MT"/>
                <a:cs typeface="Tw Cen MT"/>
              </a:rPr>
              <a:t>(english_dic.c)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1620" y="1868177"/>
            <a:ext cx="4721860" cy="45891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200">
                <a:latin typeface="Gulim"/>
                <a:cs typeface="Gulim"/>
              </a:rPr>
              <a:t>학생</a:t>
            </a:r>
            <a:r>
              <a:rPr dirty="0" sz="2200">
                <a:latin typeface="Lucida Console"/>
                <a:cs typeface="Lucida Console"/>
              </a:rPr>
              <a:t>&gt;</a:t>
            </a:r>
            <a:r>
              <a:rPr dirty="0" sz="2200" spc="-70">
                <a:latin typeface="Lucida Console"/>
                <a:cs typeface="Lucida Console"/>
              </a:rPr>
              <a:t> </a:t>
            </a:r>
            <a:r>
              <a:rPr dirty="0" sz="2200">
                <a:latin typeface="Gulim"/>
                <a:cs typeface="Gulim"/>
              </a:rPr>
              <a:t>교수님</a:t>
            </a:r>
            <a:r>
              <a:rPr dirty="0" sz="2200">
                <a:latin typeface="Lucida Console"/>
                <a:cs typeface="Lucida Console"/>
              </a:rPr>
              <a:t>~</a:t>
            </a:r>
            <a:r>
              <a:rPr dirty="0" sz="2200" spc="-60">
                <a:latin typeface="Lucida Console"/>
                <a:cs typeface="Lucida Console"/>
              </a:rPr>
              <a:t> </a:t>
            </a:r>
            <a:r>
              <a:rPr dirty="0" sz="2200" spc="-20">
                <a:latin typeface="Gulim"/>
                <a:cs typeface="Gulim"/>
              </a:rPr>
              <a:t>에러나요</a:t>
            </a:r>
            <a:endParaRPr sz="2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1800860" algn="l"/>
              </a:tabLst>
            </a:pPr>
            <a:r>
              <a:rPr dirty="0" sz="2200">
                <a:latin typeface="Gulim"/>
                <a:cs typeface="Gulim"/>
              </a:rPr>
              <a:t>교수</a:t>
            </a:r>
            <a:r>
              <a:rPr dirty="0" sz="2200">
                <a:latin typeface="Lucida Console"/>
                <a:cs typeface="Lucida Console"/>
              </a:rPr>
              <a:t>&gt;</a:t>
            </a:r>
            <a:r>
              <a:rPr dirty="0" sz="2200" spc="-60">
                <a:latin typeface="Lucida Console"/>
                <a:cs typeface="Lucida Console"/>
              </a:rPr>
              <a:t> </a:t>
            </a:r>
            <a:r>
              <a:rPr dirty="0" sz="2200" spc="-25">
                <a:latin typeface="Lucida Console"/>
                <a:cs typeface="Lucida Console"/>
              </a:rPr>
              <a:t>3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error</a:t>
            </a:r>
            <a:r>
              <a:rPr dirty="0" sz="2200" spc="-10">
                <a:latin typeface="Gulim"/>
                <a:cs typeface="Gulim"/>
              </a:rPr>
              <a:t>수정</a:t>
            </a:r>
            <a:r>
              <a:rPr dirty="0" sz="2200" spc="-10">
                <a:latin typeface="Lucida Console"/>
                <a:cs typeface="Lucida Console"/>
              </a:rPr>
              <a:t>(TreeNode</a:t>
            </a:r>
            <a:endParaRPr sz="2200">
              <a:latin typeface="Lucida Console"/>
              <a:cs typeface="Lucida Console"/>
            </a:endParaRPr>
          </a:p>
          <a:p>
            <a:pPr marL="228600" marR="2003425" indent="-216535">
              <a:lnSpc>
                <a:spcPct val="114100"/>
              </a:lnSpc>
              <a:spcBef>
                <a:spcPts val="135"/>
              </a:spcBef>
            </a:pPr>
            <a:r>
              <a:rPr dirty="0" sz="1700">
                <a:solidFill>
                  <a:srgbClr val="0000FF"/>
                </a:solidFill>
                <a:latin typeface="DotumChe"/>
                <a:cs typeface="DotumChe"/>
              </a:rPr>
              <a:t>typedef</a:t>
            </a:r>
            <a:r>
              <a:rPr dirty="0" sz="1700" spc="-3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700">
                <a:solidFill>
                  <a:srgbClr val="0000FF"/>
                </a:solidFill>
                <a:latin typeface="DotumChe"/>
                <a:cs typeface="DotumChe"/>
              </a:rPr>
              <a:t>struct</a:t>
            </a:r>
            <a:r>
              <a:rPr dirty="0" sz="1700" spc="-2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10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 spc="-50">
                <a:latin typeface="DotumChe"/>
                <a:cs typeface="DotumChe"/>
              </a:rPr>
              <a:t>{ </a:t>
            </a: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element</a:t>
            </a:r>
            <a:r>
              <a:rPr dirty="0" sz="1700" spc="-20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 spc="-20">
                <a:latin typeface="DotumChe"/>
                <a:cs typeface="DotumChe"/>
              </a:rPr>
              <a:t>key;</a:t>
            </a:r>
            <a:endParaRPr sz="1700">
              <a:latin typeface="DotumChe"/>
              <a:cs typeface="DotumChe"/>
            </a:endParaRPr>
          </a:p>
          <a:p>
            <a:pPr marL="228600">
              <a:lnSpc>
                <a:spcPct val="100000"/>
              </a:lnSpc>
              <a:spcBef>
                <a:spcPts val="290"/>
              </a:spcBef>
            </a:pP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30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>
                <a:latin typeface="DotumChe"/>
                <a:cs typeface="DotumChe"/>
              </a:rPr>
              <a:t>*left,</a:t>
            </a:r>
            <a:r>
              <a:rPr dirty="0" sz="1700" spc="-15">
                <a:latin typeface="DotumChe"/>
                <a:cs typeface="DotumChe"/>
              </a:rPr>
              <a:t> </a:t>
            </a:r>
            <a:r>
              <a:rPr dirty="0" sz="1700" spc="-10">
                <a:latin typeface="DotumChe"/>
                <a:cs typeface="DotumChe"/>
              </a:rPr>
              <a:t>*right;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>
                <a:latin typeface="DotumChe"/>
                <a:cs typeface="DotumChe"/>
              </a:rPr>
              <a:t>} </a:t>
            </a:r>
            <a:r>
              <a:rPr dirty="0" sz="1700" spc="-1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10">
                <a:latin typeface="DotumChe"/>
                <a:cs typeface="DotumChe"/>
              </a:rPr>
              <a:t>;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700" spc="810">
                <a:latin typeface="Arial"/>
                <a:cs typeface="Arial"/>
              </a:rPr>
              <a:t>è</a:t>
            </a:r>
            <a:endParaRPr sz="1700">
              <a:latin typeface="Arial"/>
              <a:cs typeface="Arial"/>
            </a:endParaRPr>
          </a:p>
          <a:p>
            <a:pPr marL="228600" marR="2003425" indent="-216535">
              <a:lnSpc>
                <a:spcPct val="114599"/>
              </a:lnSpc>
              <a:spcBef>
                <a:spcPts val="110"/>
              </a:spcBef>
            </a:pPr>
            <a:r>
              <a:rPr dirty="0" sz="1700">
                <a:solidFill>
                  <a:srgbClr val="0000FF"/>
                </a:solidFill>
                <a:latin typeface="DotumChe"/>
                <a:cs typeface="DotumChe"/>
              </a:rPr>
              <a:t>typedef</a:t>
            </a:r>
            <a:r>
              <a:rPr dirty="0" sz="1700" spc="-3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700">
                <a:solidFill>
                  <a:srgbClr val="0000FF"/>
                </a:solidFill>
                <a:latin typeface="DotumChe"/>
                <a:cs typeface="DotumChe"/>
              </a:rPr>
              <a:t>struct</a:t>
            </a:r>
            <a:r>
              <a:rPr dirty="0" sz="1700" spc="-2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10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 spc="-50">
                <a:latin typeface="DotumChe"/>
                <a:cs typeface="DotumChe"/>
              </a:rPr>
              <a:t>{ </a:t>
            </a: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element</a:t>
            </a:r>
            <a:r>
              <a:rPr dirty="0" sz="1700" spc="-20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 spc="-20">
                <a:latin typeface="DotumChe"/>
                <a:cs typeface="DotumChe"/>
              </a:rPr>
              <a:t>key;</a:t>
            </a:r>
            <a:endParaRPr sz="1700">
              <a:latin typeface="DotumChe"/>
              <a:cs typeface="DotumChe"/>
            </a:endParaRPr>
          </a:p>
          <a:p>
            <a:pPr marL="228600">
              <a:lnSpc>
                <a:spcPct val="100000"/>
              </a:lnSpc>
              <a:spcBef>
                <a:spcPts val="285"/>
              </a:spcBef>
            </a:pPr>
            <a:r>
              <a:rPr dirty="0" sz="1700">
                <a:solidFill>
                  <a:srgbClr val="0000FF"/>
                </a:solidFill>
                <a:latin typeface="DotumChe"/>
                <a:cs typeface="DotumChe"/>
              </a:rPr>
              <a:t>struct</a:t>
            </a:r>
            <a:r>
              <a:rPr dirty="0" sz="1700" spc="-35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70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15">
                <a:solidFill>
                  <a:srgbClr val="2A90AF"/>
                </a:solidFill>
                <a:latin typeface="DotumChe"/>
                <a:cs typeface="DotumChe"/>
              </a:rPr>
              <a:t> </a:t>
            </a:r>
            <a:r>
              <a:rPr dirty="0" sz="1700">
                <a:latin typeface="DotumChe"/>
                <a:cs typeface="DotumChe"/>
              </a:rPr>
              <a:t>*left,</a:t>
            </a:r>
            <a:r>
              <a:rPr dirty="0" sz="1700" spc="-10">
                <a:latin typeface="DotumChe"/>
                <a:cs typeface="DotumChe"/>
              </a:rPr>
              <a:t> *right;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700">
                <a:latin typeface="DotumChe"/>
                <a:cs typeface="DotumChe"/>
              </a:rPr>
              <a:t>} </a:t>
            </a:r>
            <a:r>
              <a:rPr dirty="0" sz="1700" spc="-10">
                <a:solidFill>
                  <a:srgbClr val="2A90AF"/>
                </a:solidFill>
                <a:latin typeface="DotumChe"/>
                <a:cs typeface="DotumChe"/>
              </a:rPr>
              <a:t>TreeNode</a:t>
            </a:r>
            <a:r>
              <a:rPr dirty="0" sz="1700" spc="-10">
                <a:latin typeface="DotumChe"/>
                <a:cs typeface="DotumChe"/>
              </a:rPr>
              <a:t>;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700" spc="-20">
                <a:latin typeface="DotumChe"/>
                <a:cs typeface="DotumChe"/>
              </a:rPr>
              <a:t>S:탐색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700">
                <a:latin typeface="DotumChe"/>
                <a:cs typeface="DotumChe"/>
              </a:rPr>
              <a:t>printf(</a:t>
            </a:r>
            <a:r>
              <a:rPr dirty="0" sz="1700">
                <a:solidFill>
                  <a:srgbClr val="A21515"/>
                </a:solidFill>
                <a:latin typeface="DotumChe"/>
                <a:cs typeface="DotumChe"/>
              </a:rPr>
              <a:t>"의미:%s\n"</a:t>
            </a:r>
            <a:r>
              <a:rPr dirty="0" sz="1700">
                <a:latin typeface="DotumChe"/>
                <a:cs typeface="DotumChe"/>
              </a:rPr>
              <a:t>,</a:t>
            </a:r>
            <a:r>
              <a:rPr dirty="0" sz="1700" spc="-35">
                <a:latin typeface="DotumChe"/>
                <a:cs typeface="DotumChe"/>
              </a:rPr>
              <a:t> </a:t>
            </a:r>
            <a:r>
              <a:rPr dirty="0" sz="1700" spc="-10">
                <a:latin typeface="DotumChe"/>
                <a:cs typeface="DotumChe"/>
              </a:rPr>
              <a:t>e.meaning);</a:t>
            </a:r>
            <a:endParaRPr sz="17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700" spc="810">
                <a:latin typeface="Arial"/>
                <a:cs typeface="Arial"/>
              </a:rPr>
              <a:t>è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>
                <a:latin typeface="DotumChe"/>
                <a:cs typeface="DotumChe"/>
              </a:rPr>
              <a:t>printf(</a:t>
            </a:r>
            <a:r>
              <a:rPr dirty="0" sz="1700">
                <a:solidFill>
                  <a:srgbClr val="A21515"/>
                </a:solidFill>
                <a:latin typeface="DotumChe"/>
                <a:cs typeface="DotumChe"/>
              </a:rPr>
              <a:t>"의미:%s\n"</a:t>
            </a:r>
            <a:r>
              <a:rPr dirty="0" sz="1700">
                <a:latin typeface="DotumChe"/>
                <a:cs typeface="DotumChe"/>
              </a:rPr>
              <a:t>,</a:t>
            </a:r>
            <a:r>
              <a:rPr dirty="0" sz="1700" spc="-5">
                <a:latin typeface="DotumChe"/>
                <a:cs typeface="DotumChe"/>
              </a:rPr>
              <a:t> </a:t>
            </a:r>
            <a:r>
              <a:rPr dirty="0" sz="1700" spc="-10">
                <a:latin typeface="DotumChe"/>
                <a:cs typeface="DotumChe"/>
              </a:rPr>
              <a:t>(tmp-&gt;key).meaning);</a:t>
            </a:r>
            <a:endParaRPr sz="1700">
              <a:latin typeface="DotumChe"/>
              <a:cs typeface="DotumCh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0046" y="2246537"/>
            <a:ext cx="293687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55265" algn="l"/>
              </a:tabLst>
            </a:pPr>
            <a:r>
              <a:rPr dirty="0" sz="2200">
                <a:latin typeface="Lucida Console"/>
                <a:cs typeface="Lucida Console"/>
              </a:rPr>
              <a:t>,</a:t>
            </a:r>
            <a:r>
              <a:rPr dirty="0" sz="2200" spc="-70">
                <a:latin typeface="Lucida Console"/>
                <a:cs typeface="Lucida Console"/>
              </a:rPr>
              <a:t> </a:t>
            </a:r>
            <a:r>
              <a:rPr dirty="0" sz="2200">
                <a:latin typeface="Lucida Console"/>
                <a:cs typeface="Lucida Console"/>
              </a:rPr>
              <a:t>gets(),</a:t>
            </a:r>
            <a:r>
              <a:rPr dirty="0" sz="2200" spc="-50">
                <a:latin typeface="Lucida Console"/>
                <a:cs typeface="Lucida Console"/>
              </a:rPr>
              <a:t> </a:t>
            </a:r>
            <a:r>
              <a:rPr dirty="0" sz="2200" spc="-20">
                <a:latin typeface="Lucida Console"/>
                <a:cs typeface="Lucida Console"/>
              </a:rPr>
              <a:t>s:</a:t>
            </a:r>
            <a:r>
              <a:rPr dirty="0" sz="2200" spc="-20">
                <a:latin typeface="Gulim"/>
                <a:cs typeface="Gulim"/>
              </a:rPr>
              <a:t>탐색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Lucida Console"/>
                <a:cs typeface="Lucida Console"/>
              </a:rPr>
              <a:t>)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254"/>
              </a:spcBef>
            </a:pPr>
            <a:r>
              <a:rPr dirty="0" sz="4000">
                <a:latin typeface="Tw Cen MT"/>
                <a:cs typeface="Tw Cen MT"/>
              </a:rPr>
              <a:t>8.12</a:t>
            </a:r>
            <a:r>
              <a:rPr dirty="0" sz="4000" spc="-20">
                <a:latin typeface="Tw Cen MT"/>
                <a:cs typeface="Tw Cen MT"/>
              </a:rPr>
              <a:t> </a:t>
            </a:r>
            <a:r>
              <a:rPr dirty="0" sz="4000" spc="-1645"/>
              <a:t>이진탐색트리의</a:t>
            </a:r>
            <a:r>
              <a:rPr dirty="0" sz="4000" spc="-229"/>
              <a:t> </a:t>
            </a:r>
            <a:r>
              <a:rPr dirty="0" sz="4000" spc="-1930"/>
              <a:t>응용</a:t>
            </a:r>
            <a:r>
              <a:rPr dirty="0" sz="4000" spc="-1930">
                <a:latin typeface="Tw Cen MT"/>
                <a:cs typeface="Tw Cen MT"/>
              </a:rPr>
              <a:t>:</a:t>
            </a:r>
            <a:r>
              <a:rPr dirty="0" sz="4000" spc="10">
                <a:latin typeface="Tw Cen MT"/>
                <a:cs typeface="Tw Cen MT"/>
              </a:rPr>
              <a:t> </a:t>
            </a:r>
            <a:r>
              <a:rPr dirty="0" sz="4000" spc="-1505"/>
              <a:t>영어사전</a:t>
            </a:r>
            <a:r>
              <a:rPr dirty="0" sz="4000" spc="-235"/>
              <a:t> </a:t>
            </a:r>
            <a:r>
              <a:rPr dirty="0" sz="4000" spc="-10">
                <a:latin typeface="Tw Cen MT"/>
                <a:cs typeface="Tw Cen MT"/>
              </a:rPr>
              <a:t>(1/3) (english_dic_change.c)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3" y="1901938"/>
            <a:ext cx="8114030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dirty="0" sz="1800">
                <a:latin typeface="Gulim"/>
                <a:cs typeface="Gulim"/>
              </a:rPr>
              <a:t>학생&gt;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교수님~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한글입력할때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자음,</a:t>
            </a:r>
            <a:r>
              <a:rPr dirty="0" sz="1800" spc="-7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모음이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안보이고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글자가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완성되어야</a:t>
            </a:r>
            <a:r>
              <a:rPr dirty="0" sz="1800" spc="-7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보여요 </a:t>
            </a:r>
            <a:r>
              <a:rPr dirty="0" sz="1800">
                <a:latin typeface="Gulim"/>
                <a:cs typeface="Gulim"/>
              </a:rPr>
              <a:t>교수&gt;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그래서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나는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메모장에서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한글을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작성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후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copy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and</a:t>
            </a:r>
            <a:r>
              <a:rPr dirty="0" sz="1800" spc="-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paste합니다.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308" y="2813316"/>
            <a:ext cx="2274366" cy="9428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1043" y="2878810"/>
            <a:ext cx="2017090" cy="6857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6650" rIns="0" bIns="0" rtlCol="0" vert="horz">
            <a:spAutoFit/>
          </a:bodyPr>
          <a:lstStyle/>
          <a:p>
            <a:pPr marL="141605" marR="5080">
              <a:lnSpc>
                <a:spcPts val="4730"/>
              </a:lnSpc>
              <a:spcBef>
                <a:spcPts val="254"/>
              </a:spcBef>
            </a:pPr>
            <a:r>
              <a:rPr dirty="0" sz="4000">
                <a:latin typeface="Tw Cen MT"/>
                <a:cs typeface="Tw Cen MT"/>
              </a:rPr>
              <a:t>8.12</a:t>
            </a:r>
            <a:r>
              <a:rPr dirty="0" sz="4000" spc="-20">
                <a:latin typeface="Tw Cen MT"/>
                <a:cs typeface="Tw Cen MT"/>
              </a:rPr>
              <a:t> </a:t>
            </a:r>
            <a:r>
              <a:rPr dirty="0" sz="4000" spc="-1645"/>
              <a:t>이진탐색트리의</a:t>
            </a:r>
            <a:r>
              <a:rPr dirty="0" sz="4000" spc="-229"/>
              <a:t> </a:t>
            </a:r>
            <a:r>
              <a:rPr dirty="0" sz="4000" spc="-1930"/>
              <a:t>응용</a:t>
            </a:r>
            <a:r>
              <a:rPr dirty="0" sz="4000" spc="-1930">
                <a:latin typeface="Tw Cen MT"/>
                <a:cs typeface="Tw Cen MT"/>
              </a:rPr>
              <a:t>:</a:t>
            </a:r>
            <a:r>
              <a:rPr dirty="0" sz="4000" spc="10">
                <a:latin typeface="Tw Cen MT"/>
                <a:cs typeface="Tw Cen MT"/>
              </a:rPr>
              <a:t> </a:t>
            </a:r>
            <a:r>
              <a:rPr dirty="0" sz="4000" spc="-1505"/>
              <a:t>영어사전</a:t>
            </a:r>
            <a:r>
              <a:rPr dirty="0" sz="4000" spc="-235"/>
              <a:t> </a:t>
            </a:r>
            <a:r>
              <a:rPr dirty="0" sz="4000" spc="-10">
                <a:latin typeface="Tw Cen MT"/>
                <a:cs typeface="Tw Cen MT"/>
              </a:rPr>
              <a:t>(2/3) (english_dic_change.c)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3" y="1901938"/>
            <a:ext cx="3907790" cy="3640454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1603375">
              <a:lnSpc>
                <a:spcPct val="130200"/>
              </a:lnSpc>
              <a:spcBef>
                <a:spcPts val="140"/>
              </a:spcBef>
            </a:pPr>
            <a:r>
              <a:rPr dirty="0" sz="1800">
                <a:solidFill>
                  <a:srgbClr val="008000"/>
                </a:solidFill>
                <a:latin typeface="DotumChe"/>
                <a:cs typeface="DotumChe"/>
              </a:rPr>
              <a:t>//</a:t>
            </a:r>
            <a:r>
              <a:rPr dirty="0" sz="1800" spc="-45">
                <a:solidFill>
                  <a:srgbClr val="008000"/>
                </a:solidFill>
                <a:latin typeface="DotumChe"/>
                <a:cs typeface="DotumChe"/>
              </a:rPr>
              <a:t> </a:t>
            </a:r>
            <a:r>
              <a:rPr dirty="0" sz="1800">
                <a:solidFill>
                  <a:srgbClr val="008000"/>
                </a:solidFill>
                <a:latin typeface="DotumChe"/>
                <a:cs typeface="DotumChe"/>
              </a:rPr>
              <a:t>데이터</a:t>
            </a:r>
            <a:r>
              <a:rPr dirty="0" sz="1800" spc="-40">
                <a:solidFill>
                  <a:srgbClr val="008000"/>
                </a:solidFill>
                <a:latin typeface="DotumChe"/>
                <a:cs typeface="DotumChe"/>
              </a:rPr>
              <a:t> </a:t>
            </a:r>
            <a:r>
              <a:rPr dirty="0" sz="1800">
                <a:solidFill>
                  <a:srgbClr val="008000"/>
                </a:solidFill>
                <a:latin typeface="DotumChe"/>
                <a:cs typeface="DotumChe"/>
              </a:rPr>
              <a:t>형식</a:t>
            </a:r>
            <a:r>
              <a:rPr dirty="0" sz="1800" spc="-40">
                <a:solidFill>
                  <a:srgbClr val="008000"/>
                </a:solidFill>
                <a:latin typeface="DotumChe"/>
                <a:cs typeface="DotumChe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DotumChe"/>
                <a:cs typeface="DotumChe"/>
              </a:rPr>
              <a:t>변화 </a:t>
            </a: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typedef</a:t>
            </a:r>
            <a:r>
              <a:rPr dirty="0" sz="1800" spc="-5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int</a:t>
            </a:r>
            <a:r>
              <a:rPr dirty="0" sz="1800" spc="-50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 spc="-10">
                <a:solidFill>
                  <a:srgbClr val="2A90AF"/>
                </a:solidFill>
                <a:latin typeface="DotumChe"/>
                <a:cs typeface="DotumChe"/>
              </a:rPr>
              <a:t>element</a:t>
            </a:r>
            <a:r>
              <a:rPr dirty="0" sz="1800" spc="-10">
                <a:solidFill>
                  <a:srgbClr val="008000"/>
                </a:solidFill>
                <a:latin typeface="DotumChe"/>
                <a:cs typeface="DotumChe"/>
              </a:rPr>
              <a:t>; </a:t>
            </a:r>
            <a:r>
              <a:rPr dirty="0" sz="1800" spc="869">
                <a:latin typeface="Arial"/>
                <a:cs typeface="Arial"/>
              </a:rPr>
              <a:t>è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typedef</a:t>
            </a:r>
            <a:r>
              <a:rPr dirty="0" sz="1800" spc="-65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struct</a:t>
            </a:r>
            <a:r>
              <a:rPr dirty="0" sz="1800" spc="-65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 spc="-50">
                <a:latin typeface="DotumChe"/>
                <a:cs typeface="DotumChe"/>
              </a:rPr>
              <a:t>{</a:t>
            </a:r>
            <a:endParaRPr sz="1800">
              <a:latin typeface="DotumChe"/>
              <a:cs typeface="DotumChe"/>
            </a:endParaRPr>
          </a:p>
          <a:p>
            <a:pPr marL="12700" marR="5080">
              <a:lnSpc>
                <a:spcPts val="2850"/>
              </a:lnSpc>
              <a:spcBef>
                <a:spcPts val="215"/>
              </a:spcBef>
            </a:pP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char</a:t>
            </a:r>
            <a:r>
              <a:rPr dirty="0" sz="1800" spc="-125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>
                <a:latin typeface="DotumChe"/>
                <a:cs typeface="DotumChe"/>
              </a:rPr>
              <a:t>word[</a:t>
            </a:r>
            <a:r>
              <a:rPr dirty="0" sz="1800">
                <a:solidFill>
                  <a:srgbClr val="6F008A"/>
                </a:solidFill>
                <a:latin typeface="DotumChe"/>
                <a:cs typeface="DotumChe"/>
              </a:rPr>
              <a:t>MAX_WORD_SIZE</a:t>
            </a:r>
            <a:r>
              <a:rPr dirty="0" sz="1800">
                <a:latin typeface="DotumChe"/>
                <a:cs typeface="DotumChe"/>
              </a:rPr>
              <a:t>];</a:t>
            </a:r>
            <a:r>
              <a:rPr dirty="0" sz="1800">
                <a:solidFill>
                  <a:srgbClr val="008000"/>
                </a:solidFill>
                <a:latin typeface="DotumChe"/>
                <a:cs typeface="DotumChe"/>
              </a:rPr>
              <a:t>//</a:t>
            </a:r>
            <a:r>
              <a:rPr dirty="0" sz="1800" spc="-120">
                <a:solidFill>
                  <a:srgbClr val="008000"/>
                </a:solidFill>
                <a:latin typeface="DotumChe"/>
                <a:cs typeface="DotumChe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DotumChe"/>
                <a:cs typeface="DotumChe"/>
              </a:rPr>
              <a:t>키필드 </a:t>
            </a:r>
            <a:r>
              <a:rPr dirty="0" sz="1800">
                <a:solidFill>
                  <a:srgbClr val="0000FF"/>
                </a:solidFill>
                <a:latin typeface="DotumChe"/>
                <a:cs typeface="DotumChe"/>
              </a:rPr>
              <a:t>char</a:t>
            </a:r>
            <a:r>
              <a:rPr dirty="0" sz="1800" spc="-45">
                <a:solidFill>
                  <a:srgbClr val="0000FF"/>
                </a:solidFill>
                <a:latin typeface="DotumChe"/>
                <a:cs typeface="DotumChe"/>
              </a:rPr>
              <a:t> </a:t>
            </a:r>
            <a:r>
              <a:rPr dirty="0" sz="1800" spc="-10">
                <a:latin typeface="DotumChe"/>
                <a:cs typeface="DotumChe"/>
              </a:rPr>
              <a:t>meaning[</a:t>
            </a:r>
            <a:r>
              <a:rPr dirty="0" sz="1800" spc="-10">
                <a:solidFill>
                  <a:srgbClr val="6F008A"/>
                </a:solidFill>
                <a:latin typeface="DotumChe"/>
                <a:cs typeface="DotumChe"/>
              </a:rPr>
              <a:t>MAX_MEANING_SIZE</a:t>
            </a:r>
            <a:r>
              <a:rPr dirty="0" sz="1800" spc="-10">
                <a:latin typeface="DotumChe"/>
                <a:cs typeface="DotumChe"/>
              </a:rPr>
              <a:t>];</a:t>
            </a:r>
            <a:endParaRPr sz="1800">
              <a:latin typeface="DotumChe"/>
              <a:cs typeface="DotumChe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800">
                <a:latin typeface="DotumChe"/>
                <a:cs typeface="DotumChe"/>
              </a:rPr>
              <a:t>}</a:t>
            </a:r>
            <a:r>
              <a:rPr dirty="0" sz="1800" spc="-15">
                <a:latin typeface="DotumChe"/>
                <a:cs typeface="DotumChe"/>
              </a:rPr>
              <a:t> </a:t>
            </a:r>
            <a:r>
              <a:rPr dirty="0" sz="1800" spc="-10">
                <a:solidFill>
                  <a:srgbClr val="2A90AF"/>
                </a:solidFill>
                <a:latin typeface="DotumChe"/>
                <a:cs typeface="DotumChe"/>
              </a:rPr>
              <a:t>element</a:t>
            </a:r>
            <a:r>
              <a:rPr dirty="0" sz="1800" spc="-10">
                <a:latin typeface="DotumChe"/>
                <a:cs typeface="DotumChe"/>
              </a:rPr>
              <a:t>;</a:t>
            </a:r>
            <a:endParaRPr sz="1800">
              <a:latin typeface="DotumChe"/>
              <a:cs typeface="DotumChe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800">
              <a:latin typeface="DotumChe"/>
              <a:cs typeface="DotumChe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150줄에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중단점하고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root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자료구조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585"/>
              </a:spcBef>
              <a:buClr>
                <a:srgbClr val="DD8046"/>
              </a:buClr>
              <a:buSzPct val="58333"/>
              <a:buFont typeface="Arial"/>
              <a:buChar char="□"/>
              <a:tabLst>
                <a:tab pos="332105" algn="l"/>
                <a:tab pos="2392045" algn="l"/>
              </a:tabLst>
            </a:pPr>
            <a:r>
              <a:rPr dirty="0" sz="1800">
                <a:latin typeface="Gulim"/>
                <a:cs typeface="Gulim"/>
              </a:rPr>
              <a:t>탐색</a:t>
            </a:r>
            <a:r>
              <a:rPr dirty="0" sz="1800">
                <a:latin typeface="Lucida Console"/>
                <a:cs typeface="Lucida Console"/>
              </a:rPr>
              <a:t>,</a:t>
            </a:r>
            <a:r>
              <a:rPr dirty="0" sz="1800" spc="-50">
                <a:latin typeface="Lucida Console"/>
                <a:cs typeface="Lucida Console"/>
              </a:rPr>
              <a:t> </a:t>
            </a:r>
            <a:r>
              <a:rPr dirty="0" sz="1800">
                <a:latin typeface="Gulim"/>
                <a:cs typeface="Gulim"/>
              </a:rPr>
              <a:t>삽입</a:t>
            </a:r>
            <a:r>
              <a:rPr dirty="0" sz="1800">
                <a:latin typeface="Lucida Console"/>
                <a:cs typeface="Lucida Console"/>
              </a:rPr>
              <a:t>,</a:t>
            </a:r>
            <a:r>
              <a:rPr dirty="0" sz="1800" spc="-45">
                <a:latin typeface="Lucida Console"/>
                <a:cs typeface="Lucida Console"/>
              </a:rPr>
              <a:t> </a:t>
            </a:r>
            <a:r>
              <a:rPr dirty="0" sz="1800" spc="-25">
                <a:latin typeface="Gulim"/>
                <a:cs typeface="Gulim"/>
              </a:rPr>
              <a:t>삭제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연산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0452" y="3777488"/>
            <a:ext cx="4728375" cy="22847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6650" rIns="0" bIns="0" rtlCol="0" vert="horz">
            <a:spAutoFit/>
          </a:bodyPr>
          <a:lstStyle/>
          <a:p>
            <a:pPr marL="141605" marR="5080">
              <a:lnSpc>
                <a:spcPts val="4730"/>
              </a:lnSpc>
              <a:spcBef>
                <a:spcPts val="254"/>
              </a:spcBef>
            </a:pPr>
            <a:r>
              <a:rPr dirty="0" sz="4000">
                <a:latin typeface="Tw Cen MT"/>
                <a:cs typeface="Tw Cen MT"/>
              </a:rPr>
              <a:t>8.12</a:t>
            </a:r>
            <a:r>
              <a:rPr dirty="0" sz="4000" spc="-20">
                <a:latin typeface="Tw Cen MT"/>
                <a:cs typeface="Tw Cen MT"/>
              </a:rPr>
              <a:t> </a:t>
            </a:r>
            <a:r>
              <a:rPr dirty="0" sz="4000" spc="-1645"/>
              <a:t>이진탐색트리의</a:t>
            </a:r>
            <a:r>
              <a:rPr dirty="0" sz="4000" spc="-229"/>
              <a:t> </a:t>
            </a:r>
            <a:r>
              <a:rPr dirty="0" sz="4000" spc="-1930"/>
              <a:t>응용</a:t>
            </a:r>
            <a:r>
              <a:rPr dirty="0" sz="4000" spc="-1930">
                <a:latin typeface="Tw Cen MT"/>
                <a:cs typeface="Tw Cen MT"/>
              </a:rPr>
              <a:t>:</a:t>
            </a:r>
            <a:r>
              <a:rPr dirty="0" sz="4000" spc="10">
                <a:latin typeface="Tw Cen MT"/>
                <a:cs typeface="Tw Cen MT"/>
              </a:rPr>
              <a:t> </a:t>
            </a:r>
            <a:r>
              <a:rPr dirty="0" sz="4000" spc="-1505"/>
              <a:t>영어사전</a:t>
            </a:r>
            <a:r>
              <a:rPr dirty="0" sz="4000" spc="-235"/>
              <a:t> </a:t>
            </a:r>
            <a:r>
              <a:rPr dirty="0" sz="4000" spc="-10">
                <a:latin typeface="Tw Cen MT"/>
                <a:cs typeface="Tw Cen MT"/>
              </a:rPr>
              <a:t>(3/3) (english_dic_no_input.c)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753" y="1901938"/>
            <a:ext cx="6566534" cy="75057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800">
                <a:latin typeface="Gulim"/>
                <a:cs typeface="Gulim"/>
              </a:rPr>
              <a:t>학생&gt;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교수님~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console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input이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오래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걸려요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Gulim"/>
                <a:cs typeface="Gulim"/>
              </a:rPr>
              <a:t>교수&gt;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strcpy_s()를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사용할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수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있습니다.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englist_dic_no_input.c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pc="-1610"/>
              <a:t>이제</a:t>
            </a:r>
            <a:r>
              <a:rPr dirty="0" spc="-260"/>
              <a:t> </a:t>
            </a:r>
            <a:r>
              <a:rPr dirty="0" spc="-1985"/>
              <a:t>나는</a:t>
            </a:r>
            <a:r>
              <a:rPr dirty="0" spc="-254"/>
              <a:t> </a:t>
            </a:r>
            <a:r>
              <a:rPr dirty="0" spc="-1365"/>
              <a:t>할</a:t>
            </a:r>
            <a:r>
              <a:rPr dirty="0" spc="-254"/>
              <a:t> </a:t>
            </a:r>
            <a:r>
              <a:rPr dirty="0" spc="-2600"/>
              <a:t>수</a:t>
            </a:r>
            <a:r>
              <a:rPr dirty="0" spc="-254"/>
              <a:t> </a:t>
            </a:r>
            <a:r>
              <a:rPr dirty="0" spc="-1375"/>
              <a:t>있다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73355"/>
            <a:ext cx="8597900" cy="202565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이해한다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이진트리에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대해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전위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중위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후위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순회를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9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이진트리에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대해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반복적순회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레벨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순회를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marR="5080" indent="-457200">
              <a:lnSpc>
                <a:spcPts val="2590"/>
              </a:lnSpc>
              <a:spcBef>
                <a:spcPts val="7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이진트리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반복적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변화를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C</a:t>
            </a:r>
            <a:r>
              <a:rPr dirty="0" sz="2400" spc="-10">
                <a:latin typeface="Gulim"/>
                <a:cs typeface="Gulim"/>
              </a:rPr>
              <a:t>코드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한줄씩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그림으 </a:t>
            </a:r>
            <a:r>
              <a:rPr dirty="0" sz="2400">
                <a:latin typeface="Gulim"/>
                <a:cs typeface="Gulim"/>
              </a:rPr>
              <a:t>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보여줄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797" y="5329454"/>
            <a:ext cx="8597900" cy="14681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69265" marR="225425" indent="-457200">
              <a:lnSpc>
                <a:spcPts val="2590"/>
              </a:lnSpc>
              <a:spcBef>
                <a:spcPts val="425"/>
              </a:spcBef>
              <a:buClr>
                <a:srgbClr val="DD8046"/>
              </a:buClr>
              <a:buFont typeface="Arial"/>
              <a:buAutoNum type="arabicPeriod" startAt="5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트리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이용하여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디렉토리용량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계산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등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다양 </a:t>
            </a:r>
            <a:r>
              <a:rPr dirty="0" sz="2400">
                <a:latin typeface="Gulim"/>
                <a:cs typeface="Gulim"/>
              </a:rPr>
              <a:t>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응용을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marR="5080" indent="-457200">
              <a:lnSpc>
                <a:spcPts val="2590"/>
              </a:lnSpc>
              <a:spcBef>
                <a:spcPts val="710"/>
              </a:spcBef>
              <a:buClr>
                <a:srgbClr val="DD8046"/>
              </a:buClr>
              <a:buFont typeface="Arial"/>
              <a:buAutoNum type="arabicPeriod" startAt="5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빠른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자료탐색을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위한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이진탐색트리를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이해하고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응용을 </a:t>
            </a:r>
            <a:r>
              <a:rPr dirty="0" sz="2400">
                <a:latin typeface="Gulim"/>
                <a:cs typeface="Gulim"/>
              </a:rPr>
              <a:t>할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3138" y="3704374"/>
            <a:ext cx="4128566" cy="14683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091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pc="-1150">
                <a:latin typeface="Tw Cen MT"/>
                <a:cs typeface="Tw Cen MT"/>
              </a:rPr>
              <a:t>1</a:t>
            </a:r>
            <a:r>
              <a:rPr dirty="0" spc="-1150"/>
              <a:t>장에서</a:t>
            </a:r>
            <a:r>
              <a:rPr dirty="0" spc="-254"/>
              <a:t> </a:t>
            </a:r>
            <a:r>
              <a:rPr dirty="0" spc="-1325">
                <a:latin typeface="Tw Cen MT"/>
                <a:cs typeface="Tw Cen MT"/>
              </a:rPr>
              <a:t>8</a:t>
            </a:r>
            <a:r>
              <a:rPr dirty="0" spc="-1325"/>
              <a:t>장을</a:t>
            </a:r>
            <a:r>
              <a:rPr dirty="0" spc="-254"/>
              <a:t> </a:t>
            </a:r>
            <a:r>
              <a:rPr dirty="0" spc="-2190"/>
              <a:t>배우고</a:t>
            </a:r>
            <a:r>
              <a:rPr dirty="0" spc="-245"/>
              <a:t> </a:t>
            </a:r>
            <a:r>
              <a:rPr dirty="0" spc="-1610"/>
              <a:t>이제</a:t>
            </a:r>
            <a:r>
              <a:rPr dirty="0" spc="-275"/>
              <a:t> </a:t>
            </a:r>
            <a:r>
              <a:rPr dirty="0" spc="-1985"/>
              <a:t>나는</a:t>
            </a:r>
            <a:r>
              <a:rPr dirty="0" spc="-245"/>
              <a:t> </a:t>
            </a:r>
            <a:r>
              <a:rPr dirty="0" spc="-1365"/>
              <a:t>할</a:t>
            </a:r>
            <a:r>
              <a:rPr dirty="0" spc="-254"/>
              <a:t> </a:t>
            </a:r>
            <a:r>
              <a:rPr dirty="0" spc="-2600"/>
              <a:t>수</a:t>
            </a:r>
            <a:r>
              <a:rPr dirty="0" spc="-254"/>
              <a:t> </a:t>
            </a:r>
            <a:r>
              <a:rPr dirty="0" spc="-1385"/>
              <a:t>있다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3001" y="6589090"/>
            <a:ext cx="2020570" cy="366395"/>
            <a:chOff x="1513001" y="6589090"/>
            <a:chExt cx="2020570" cy="366395"/>
          </a:xfrm>
        </p:grpSpPr>
        <p:sp>
          <p:nvSpPr>
            <p:cNvPr id="5" name="object 5"/>
            <p:cNvSpPr/>
            <p:nvPr/>
          </p:nvSpPr>
          <p:spPr>
            <a:xfrm>
              <a:off x="1517764" y="6682193"/>
              <a:ext cx="294005" cy="268605"/>
            </a:xfrm>
            <a:custGeom>
              <a:avLst/>
              <a:gdLst/>
              <a:ahLst/>
              <a:cxnLst/>
              <a:rect l="l" t="t" r="r" b="b"/>
              <a:pathLst>
                <a:path w="294005" h="268604">
                  <a:moveTo>
                    <a:pt x="293814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3814" y="268084"/>
                  </a:lnTo>
                  <a:lnTo>
                    <a:pt x="2938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11578" y="6593852"/>
              <a:ext cx="88900" cy="356870"/>
            </a:xfrm>
            <a:custGeom>
              <a:avLst/>
              <a:gdLst/>
              <a:ahLst/>
              <a:cxnLst/>
              <a:rect l="l" t="t" r="r" b="b"/>
              <a:pathLst>
                <a:path w="88900" h="356870">
                  <a:moveTo>
                    <a:pt x="88290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8290" y="266547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17764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69" h="88900">
                  <a:moveTo>
                    <a:pt x="382104" y="0"/>
                  </a:moveTo>
                  <a:lnTo>
                    <a:pt x="89827" y="0"/>
                  </a:lnTo>
                  <a:lnTo>
                    <a:pt x="0" y="88341"/>
                  </a:lnTo>
                  <a:lnTo>
                    <a:pt x="293814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17764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69" h="356870">
                  <a:moveTo>
                    <a:pt x="0" y="88341"/>
                  </a:moveTo>
                  <a:lnTo>
                    <a:pt x="89827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3814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69" h="356870">
                  <a:moveTo>
                    <a:pt x="0" y="88341"/>
                  </a:moveTo>
                  <a:lnTo>
                    <a:pt x="293814" y="88341"/>
                  </a:lnTo>
                  <a:lnTo>
                    <a:pt x="382104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07006" y="6682193"/>
              <a:ext cx="292735" cy="268605"/>
            </a:xfrm>
            <a:custGeom>
              <a:avLst/>
              <a:gdLst/>
              <a:ahLst/>
              <a:cxnLst/>
              <a:rect l="l" t="t" r="r" b="b"/>
              <a:pathLst>
                <a:path w="292735" h="268604">
                  <a:moveTo>
                    <a:pt x="292290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2290" y="268084"/>
                  </a:lnTo>
                  <a:lnTo>
                    <a:pt x="29229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99297" y="6593852"/>
              <a:ext cx="90170" cy="356870"/>
            </a:xfrm>
            <a:custGeom>
              <a:avLst/>
              <a:gdLst/>
              <a:ahLst/>
              <a:cxnLst/>
              <a:rect l="l" t="t" r="r" b="b"/>
              <a:pathLst>
                <a:path w="90169" h="356870">
                  <a:moveTo>
                    <a:pt x="89814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9814" y="266547"/>
                  </a:lnTo>
                  <a:lnTo>
                    <a:pt x="89814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07006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69" h="88900">
                  <a:moveTo>
                    <a:pt x="382104" y="0"/>
                  </a:moveTo>
                  <a:lnTo>
                    <a:pt x="88303" y="0"/>
                  </a:lnTo>
                  <a:lnTo>
                    <a:pt x="0" y="88341"/>
                  </a:lnTo>
                  <a:lnTo>
                    <a:pt x="292290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07006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69" h="356870">
                  <a:moveTo>
                    <a:pt x="0" y="88341"/>
                  </a:moveTo>
                  <a:lnTo>
                    <a:pt x="88303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2290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69" h="356870">
                  <a:moveTo>
                    <a:pt x="0" y="88341"/>
                  </a:moveTo>
                  <a:lnTo>
                    <a:pt x="292290" y="88341"/>
                  </a:lnTo>
                  <a:lnTo>
                    <a:pt x="382104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094738" y="6682193"/>
              <a:ext cx="294005" cy="268605"/>
            </a:xfrm>
            <a:custGeom>
              <a:avLst/>
              <a:gdLst/>
              <a:ahLst/>
              <a:cxnLst/>
              <a:rect l="l" t="t" r="r" b="b"/>
              <a:pathLst>
                <a:path w="294005" h="268604">
                  <a:moveTo>
                    <a:pt x="293814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3814" y="268084"/>
                  </a:lnTo>
                  <a:lnTo>
                    <a:pt x="2938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88539" y="6593852"/>
              <a:ext cx="88900" cy="356870"/>
            </a:xfrm>
            <a:custGeom>
              <a:avLst/>
              <a:gdLst/>
              <a:ahLst/>
              <a:cxnLst/>
              <a:rect l="l" t="t" r="r" b="b"/>
              <a:pathLst>
                <a:path w="88900" h="356870">
                  <a:moveTo>
                    <a:pt x="88303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8303" y="266547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94738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69" h="88900">
                  <a:moveTo>
                    <a:pt x="382104" y="0"/>
                  </a:moveTo>
                  <a:lnTo>
                    <a:pt x="89814" y="0"/>
                  </a:lnTo>
                  <a:lnTo>
                    <a:pt x="0" y="88341"/>
                  </a:lnTo>
                  <a:lnTo>
                    <a:pt x="293801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94738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69" h="356870">
                  <a:moveTo>
                    <a:pt x="0" y="88341"/>
                  </a:moveTo>
                  <a:lnTo>
                    <a:pt x="89814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3801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69" h="356870">
                  <a:moveTo>
                    <a:pt x="0" y="88341"/>
                  </a:moveTo>
                  <a:lnTo>
                    <a:pt x="293801" y="88341"/>
                  </a:lnTo>
                  <a:lnTo>
                    <a:pt x="382104" y="0"/>
                  </a:lnTo>
                </a:path>
                <a:path w="382269" h="356870">
                  <a:moveTo>
                    <a:pt x="293801" y="88341"/>
                  </a:moveTo>
                  <a:lnTo>
                    <a:pt x="293801" y="35642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57423" y="6682193"/>
              <a:ext cx="294005" cy="268605"/>
            </a:xfrm>
            <a:custGeom>
              <a:avLst/>
              <a:gdLst/>
              <a:ahLst/>
              <a:cxnLst/>
              <a:rect l="l" t="t" r="r" b="b"/>
              <a:pathLst>
                <a:path w="294005" h="268604">
                  <a:moveTo>
                    <a:pt x="293814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3814" y="268084"/>
                  </a:lnTo>
                  <a:lnTo>
                    <a:pt x="293814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51238" y="6593852"/>
              <a:ext cx="88900" cy="356870"/>
            </a:xfrm>
            <a:custGeom>
              <a:avLst/>
              <a:gdLst/>
              <a:ahLst/>
              <a:cxnLst/>
              <a:rect l="l" t="t" r="r" b="b"/>
              <a:pathLst>
                <a:path w="88900" h="356870">
                  <a:moveTo>
                    <a:pt x="88290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8290" y="266547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857423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69" h="88900">
                  <a:moveTo>
                    <a:pt x="382104" y="0"/>
                  </a:moveTo>
                  <a:lnTo>
                    <a:pt x="89814" y="0"/>
                  </a:lnTo>
                  <a:lnTo>
                    <a:pt x="0" y="88341"/>
                  </a:lnTo>
                  <a:lnTo>
                    <a:pt x="293814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857423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69" h="356870">
                  <a:moveTo>
                    <a:pt x="0" y="88341"/>
                  </a:moveTo>
                  <a:lnTo>
                    <a:pt x="89814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3814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69" h="356870">
                  <a:moveTo>
                    <a:pt x="0" y="88341"/>
                  </a:moveTo>
                  <a:lnTo>
                    <a:pt x="293814" y="88341"/>
                  </a:lnTo>
                  <a:lnTo>
                    <a:pt x="382104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46666" y="6682193"/>
              <a:ext cx="292735" cy="268605"/>
            </a:xfrm>
            <a:custGeom>
              <a:avLst/>
              <a:gdLst/>
              <a:ahLst/>
              <a:cxnLst/>
              <a:rect l="l" t="t" r="r" b="b"/>
              <a:pathLst>
                <a:path w="292735" h="268604">
                  <a:moveTo>
                    <a:pt x="292290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2290" y="268084"/>
                  </a:lnTo>
                  <a:lnTo>
                    <a:pt x="292290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438956" y="6593852"/>
              <a:ext cx="90170" cy="356870"/>
            </a:xfrm>
            <a:custGeom>
              <a:avLst/>
              <a:gdLst/>
              <a:ahLst/>
              <a:cxnLst/>
              <a:rect l="l" t="t" r="r" b="b"/>
              <a:pathLst>
                <a:path w="90170" h="356870">
                  <a:moveTo>
                    <a:pt x="89814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9814" y="266547"/>
                  </a:lnTo>
                  <a:lnTo>
                    <a:pt x="89814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46666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70" h="88900">
                  <a:moveTo>
                    <a:pt x="382104" y="0"/>
                  </a:moveTo>
                  <a:lnTo>
                    <a:pt x="88290" y="0"/>
                  </a:lnTo>
                  <a:lnTo>
                    <a:pt x="0" y="88341"/>
                  </a:lnTo>
                  <a:lnTo>
                    <a:pt x="292290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46666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70" h="356870">
                  <a:moveTo>
                    <a:pt x="0" y="88341"/>
                  </a:moveTo>
                  <a:lnTo>
                    <a:pt x="88290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2290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70" h="356870">
                  <a:moveTo>
                    <a:pt x="0" y="88341"/>
                  </a:moveTo>
                  <a:lnTo>
                    <a:pt x="292290" y="88341"/>
                  </a:lnTo>
                  <a:lnTo>
                    <a:pt x="382104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210374" y="6653818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Lucida Console"/>
                <a:cs typeface="Lucida Console"/>
              </a:rPr>
              <a:t>0</a:t>
            </a:r>
            <a:endParaRPr sz="1800">
              <a:latin typeface="Lucida Console"/>
              <a:cs typeface="Lucida Consol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11374" y="6589286"/>
            <a:ext cx="1409700" cy="365760"/>
            <a:chOff x="2411374" y="6589286"/>
            <a:chExt cx="1409700" cy="365760"/>
          </a:xfrm>
        </p:grpSpPr>
        <p:sp>
          <p:nvSpPr>
            <p:cNvPr id="27" name="object 27"/>
            <p:cNvSpPr/>
            <p:nvPr/>
          </p:nvSpPr>
          <p:spPr>
            <a:xfrm>
              <a:off x="3434384" y="6682193"/>
              <a:ext cx="294005" cy="268605"/>
            </a:xfrm>
            <a:custGeom>
              <a:avLst/>
              <a:gdLst/>
              <a:ahLst/>
              <a:cxnLst/>
              <a:rect l="l" t="t" r="r" b="b"/>
              <a:pathLst>
                <a:path w="294004" h="268604">
                  <a:moveTo>
                    <a:pt x="293814" y="0"/>
                  </a:moveTo>
                  <a:lnTo>
                    <a:pt x="0" y="0"/>
                  </a:lnTo>
                  <a:lnTo>
                    <a:pt x="0" y="268084"/>
                  </a:lnTo>
                  <a:lnTo>
                    <a:pt x="293814" y="268084"/>
                  </a:lnTo>
                  <a:lnTo>
                    <a:pt x="293814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28199" y="6593852"/>
              <a:ext cx="88900" cy="356870"/>
            </a:xfrm>
            <a:custGeom>
              <a:avLst/>
              <a:gdLst/>
              <a:ahLst/>
              <a:cxnLst/>
              <a:rect l="l" t="t" r="r" b="b"/>
              <a:pathLst>
                <a:path w="88900" h="356870">
                  <a:moveTo>
                    <a:pt x="88290" y="0"/>
                  </a:moveTo>
                  <a:lnTo>
                    <a:pt x="0" y="88341"/>
                  </a:lnTo>
                  <a:lnTo>
                    <a:pt x="0" y="356425"/>
                  </a:lnTo>
                  <a:lnTo>
                    <a:pt x="88290" y="266547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434384" y="6593852"/>
              <a:ext cx="382270" cy="88900"/>
            </a:xfrm>
            <a:custGeom>
              <a:avLst/>
              <a:gdLst/>
              <a:ahLst/>
              <a:cxnLst/>
              <a:rect l="l" t="t" r="r" b="b"/>
              <a:pathLst>
                <a:path w="382270" h="88900">
                  <a:moveTo>
                    <a:pt x="382104" y="0"/>
                  </a:moveTo>
                  <a:lnTo>
                    <a:pt x="89814" y="0"/>
                  </a:lnTo>
                  <a:lnTo>
                    <a:pt x="0" y="88341"/>
                  </a:lnTo>
                  <a:lnTo>
                    <a:pt x="293814" y="88341"/>
                  </a:lnTo>
                  <a:lnTo>
                    <a:pt x="382104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434384" y="6593852"/>
              <a:ext cx="382270" cy="356870"/>
            </a:xfrm>
            <a:custGeom>
              <a:avLst/>
              <a:gdLst/>
              <a:ahLst/>
              <a:cxnLst/>
              <a:rect l="l" t="t" r="r" b="b"/>
              <a:pathLst>
                <a:path w="382270" h="356870">
                  <a:moveTo>
                    <a:pt x="0" y="88341"/>
                  </a:moveTo>
                  <a:lnTo>
                    <a:pt x="89814" y="0"/>
                  </a:lnTo>
                  <a:lnTo>
                    <a:pt x="382104" y="0"/>
                  </a:lnTo>
                  <a:lnTo>
                    <a:pt x="382104" y="266547"/>
                  </a:lnTo>
                  <a:lnTo>
                    <a:pt x="293814" y="356425"/>
                  </a:lnTo>
                  <a:lnTo>
                    <a:pt x="0" y="356425"/>
                  </a:lnTo>
                  <a:lnTo>
                    <a:pt x="0" y="88341"/>
                  </a:lnTo>
                  <a:close/>
                </a:path>
                <a:path w="382270" h="356870">
                  <a:moveTo>
                    <a:pt x="0" y="88341"/>
                  </a:moveTo>
                  <a:lnTo>
                    <a:pt x="293814" y="88341"/>
                  </a:lnTo>
                  <a:lnTo>
                    <a:pt x="382104" y="0"/>
                  </a:lnTo>
                </a:path>
                <a:path w="382270" h="356870">
                  <a:moveTo>
                    <a:pt x="293814" y="88341"/>
                  </a:moveTo>
                  <a:lnTo>
                    <a:pt x="293814" y="356425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493581" y="6857364"/>
              <a:ext cx="502920" cy="67310"/>
            </a:xfrm>
            <a:custGeom>
              <a:avLst/>
              <a:gdLst/>
              <a:ahLst/>
              <a:cxnLst/>
              <a:rect l="l" t="t" r="r" b="b"/>
              <a:pathLst>
                <a:path w="502919" h="67309">
                  <a:moveTo>
                    <a:pt x="502373" y="19799"/>
                  </a:moveTo>
                  <a:lnTo>
                    <a:pt x="457115" y="36640"/>
                  </a:lnTo>
                  <a:lnTo>
                    <a:pt x="411156" y="49774"/>
                  </a:lnTo>
                  <a:lnTo>
                    <a:pt x="364704" y="59193"/>
                  </a:lnTo>
                  <a:lnTo>
                    <a:pt x="317963" y="64891"/>
                  </a:lnTo>
                  <a:lnTo>
                    <a:pt x="271140" y="66860"/>
                  </a:lnTo>
                  <a:lnTo>
                    <a:pt x="224441" y="65094"/>
                  </a:lnTo>
                  <a:lnTo>
                    <a:pt x="178071" y="59586"/>
                  </a:lnTo>
                  <a:lnTo>
                    <a:pt x="132236" y="50330"/>
                  </a:lnTo>
                  <a:lnTo>
                    <a:pt x="87142" y="37318"/>
                  </a:lnTo>
                  <a:lnTo>
                    <a:pt x="42994" y="20543"/>
                  </a:lnTo>
                  <a:lnTo>
                    <a:pt x="0" y="0"/>
                  </a:lnTo>
                </a:path>
              </a:pathLst>
            </a:custGeom>
            <a:ln w="6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3207" y="6831372"/>
              <a:ext cx="83948" cy="9072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11374" y="6805574"/>
              <a:ext cx="121920" cy="111760"/>
            </a:xfrm>
            <a:custGeom>
              <a:avLst/>
              <a:gdLst/>
              <a:ahLst/>
              <a:cxnLst/>
              <a:rect l="l" t="t" r="r" b="b"/>
              <a:pathLst>
                <a:path w="121919" h="111759">
                  <a:moveTo>
                    <a:pt x="0" y="0"/>
                  </a:moveTo>
                  <a:lnTo>
                    <a:pt x="65468" y="111188"/>
                  </a:lnTo>
                  <a:lnTo>
                    <a:pt x="121792" y="7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4256252" y="6491604"/>
            <a:ext cx="1818639" cy="288290"/>
            <a:chOff x="4256252" y="6491604"/>
            <a:chExt cx="1818639" cy="288290"/>
          </a:xfrm>
        </p:grpSpPr>
        <p:sp>
          <p:nvSpPr>
            <p:cNvPr id="35" name="object 35"/>
            <p:cNvSpPr/>
            <p:nvPr/>
          </p:nvSpPr>
          <p:spPr>
            <a:xfrm>
              <a:off x="4261015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35030" y="6496367"/>
              <a:ext cx="68580" cy="278765"/>
            </a:xfrm>
            <a:custGeom>
              <a:avLst/>
              <a:gdLst/>
              <a:ahLst/>
              <a:cxnLst/>
              <a:rect l="l" t="t" r="r" b="b"/>
              <a:pathLst>
                <a:path w="68579" h="278765">
                  <a:moveTo>
                    <a:pt x="68503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68503" y="208673"/>
                  </a:lnTo>
                  <a:lnTo>
                    <a:pt x="68503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261015" y="6496367"/>
              <a:ext cx="342900" cy="70485"/>
            </a:xfrm>
            <a:custGeom>
              <a:avLst/>
              <a:gdLst/>
              <a:ahLst/>
              <a:cxnLst/>
              <a:rect l="l" t="t" r="r" b="b"/>
              <a:pathLst>
                <a:path w="342900" h="70484">
                  <a:moveTo>
                    <a:pt x="342519" y="0"/>
                  </a:moveTo>
                  <a:lnTo>
                    <a:pt x="68503" y="0"/>
                  </a:lnTo>
                  <a:lnTo>
                    <a:pt x="0" y="70065"/>
                  </a:lnTo>
                  <a:lnTo>
                    <a:pt x="274015" y="70065"/>
                  </a:lnTo>
                  <a:lnTo>
                    <a:pt x="342519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61015" y="6496367"/>
              <a:ext cx="342900" cy="278765"/>
            </a:xfrm>
            <a:custGeom>
              <a:avLst/>
              <a:gdLst/>
              <a:ahLst/>
              <a:cxnLst/>
              <a:rect l="l" t="t" r="r" b="b"/>
              <a:pathLst>
                <a:path w="342900" h="278765">
                  <a:moveTo>
                    <a:pt x="0" y="70065"/>
                  </a:moveTo>
                  <a:lnTo>
                    <a:pt x="68503" y="0"/>
                  </a:lnTo>
                  <a:lnTo>
                    <a:pt x="342519" y="0"/>
                  </a:lnTo>
                  <a:lnTo>
                    <a:pt x="342519" y="208673"/>
                  </a:lnTo>
                  <a:lnTo>
                    <a:pt x="274015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2900" h="278765">
                  <a:moveTo>
                    <a:pt x="0" y="70065"/>
                  </a:moveTo>
                  <a:lnTo>
                    <a:pt x="274015" y="70065"/>
                  </a:lnTo>
                  <a:lnTo>
                    <a:pt x="342519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19815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793830" y="6496367"/>
              <a:ext cx="70485" cy="278765"/>
            </a:xfrm>
            <a:custGeom>
              <a:avLst/>
              <a:gdLst/>
              <a:ahLst/>
              <a:cxnLst/>
              <a:rect l="l" t="t" r="r" b="b"/>
              <a:pathLst>
                <a:path w="70485" h="278765">
                  <a:moveTo>
                    <a:pt x="70027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70027" y="208673"/>
                  </a:lnTo>
                  <a:lnTo>
                    <a:pt x="70027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19815" y="6496367"/>
              <a:ext cx="344170" cy="70485"/>
            </a:xfrm>
            <a:custGeom>
              <a:avLst/>
              <a:gdLst/>
              <a:ahLst/>
              <a:cxnLst/>
              <a:rect l="l" t="t" r="r" b="b"/>
              <a:pathLst>
                <a:path w="344170" h="70484">
                  <a:moveTo>
                    <a:pt x="344042" y="0"/>
                  </a:moveTo>
                  <a:lnTo>
                    <a:pt x="70027" y="0"/>
                  </a:lnTo>
                  <a:lnTo>
                    <a:pt x="0" y="70065"/>
                  </a:lnTo>
                  <a:lnTo>
                    <a:pt x="274015" y="70065"/>
                  </a:lnTo>
                  <a:lnTo>
                    <a:pt x="344042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19815" y="6496367"/>
              <a:ext cx="344170" cy="278765"/>
            </a:xfrm>
            <a:custGeom>
              <a:avLst/>
              <a:gdLst/>
              <a:ahLst/>
              <a:cxnLst/>
              <a:rect l="l" t="t" r="r" b="b"/>
              <a:pathLst>
                <a:path w="344170" h="278765">
                  <a:moveTo>
                    <a:pt x="0" y="70065"/>
                  </a:moveTo>
                  <a:lnTo>
                    <a:pt x="70027" y="0"/>
                  </a:lnTo>
                  <a:lnTo>
                    <a:pt x="344042" y="0"/>
                  </a:lnTo>
                  <a:lnTo>
                    <a:pt x="344042" y="208673"/>
                  </a:lnTo>
                  <a:lnTo>
                    <a:pt x="274015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4170" h="278765">
                  <a:moveTo>
                    <a:pt x="0" y="70065"/>
                  </a:moveTo>
                  <a:lnTo>
                    <a:pt x="274015" y="70065"/>
                  </a:lnTo>
                  <a:lnTo>
                    <a:pt x="344042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780127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54155" y="6496367"/>
              <a:ext cx="68580" cy="278765"/>
            </a:xfrm>
            <a:custGeom>
              <a:avLst/>
              <a:gdLst/>
              <a:ahLst/>
              <a:cxnLst/>
              <a:rect l="l" t="t" r="r" b="b"/>
              <a:pathLst>
                <a:path w="68579" h="278765">
                  <a:moveTo>
                    <a:pt x="68503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68503" y="208673"/>
                  </a:lnTo>
                  <a:lnTo>
                    <a:pt x="68503" y="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780127" y="6496367"/>
              <a:ext cx="342900" cy="70485"/>
            </a:xfrm>
            <a:custGeom>
              <a:avLst/>
              <a:gdLst/>
              <a:ahLst/>
              <a:cxnLst/>
              <a:rect l="l" t="t" r="r" b="b"/>
              <a:pathLst>
                <a:path w="342900" h="70484">
                  <a:moveTo>
                    <a:pt x="342531" y="0"/>
                  </a:moveTo>
                  <a:lnTo>
                    <a:pt x="68503" y="0"/>
                  </a:lnTo>
                  <a:lnTo>
                    <a:pt x="0" y="70065"/>
                  </a:lnTo>
                  <a:lnTo>
                    <a:pt x="274027" y="70065"/>
                  </a:lnTo>
                  <a:lnTo>
                    <a:pt x="342531" y="0"/>
                  </a:lnTo>
                  <a:close/>
                </a:path>
              </a:pathLst>
            </a:custGeom>
            <a:solidFill>
              <a:srgbClr val="FFFF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780127" y="6496367"/>
              <a:ext cx="342900" cy="278765"/>
            </a:xfrm>
            <a:custGeom>
              <a:avLst/>
              <a:gdLst/>
              <a:ahLst/>
              <a:cxnLst/>
              <a:rect l="l" t="t" r="r" b="b"/>
              <a:pathLst>
                <a:path w="342900" h="278765">
                  <a:moveTo>
                    <a:pt x="0" y="70065"/>
                  </a:moveTo>
                  <a:lnTo>
                    <a:pt x="68503" y="0"/>
                  </a:lnTo>
                  <a:lnTo>
                    <a:pt x="342531" y="0"/>
                  </a:lnTo>
                  <a:lnTo>
                    <a:pt x="342531" y="208673"/>
                  </a:lnTo>
                  <a:lnTo>
                    <a:pt x="274027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2900" h="278765">
                  <a:moveTo>
                    <a:pt x="0" y="70065"/>
                  </a:moveTo>
                  <a:lnTo>
                    <a:pt x="274027" y="70065"/>
                  </a:lnTo>
                  <a:lnTo>
                    <a:pt x="342531" y="0"/>
                  </a:lnTo>
                </a:path>
                <a:path w="342900" h="278765">
                  <a:moveTo>
                    <a:pt x="274027" y="70065"/>
                  </a:moveTo>
                  <a:lnTo>
                    <a:pt x="274027" y="27873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465178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739206" y="6496367"/>
              <a:ext cx="70485" cy="278765"/>
            </a:xfrm>
            <a:custGeom>
              <a:avLst/>
              <a:gdLst/>
              <a:ahLst/>
              <a:cxnLst/>
              <a:rect l="l" t="t" r="r" b="b"/>
              <a:pathLst>
                <a:path w="70485" h="278765">
                  <a:moveTo>
                    <a:pt x="70027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70027" y="208673"/>
                  </a:lnTo>
                  <a:lnTo>
                    <a:pt x="70027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465178" y="6496367"/>
              <a:ext cx="344170" cy="70485"/>
            </a:xfrm>
            <a:custGeom>
              <a:avLst/>
              <a:gdLst/>
              <a:ahLst/>
              <a:cxnLst/>
              <a:rect l="l" t="t" r="r" b="b"/>
              <a:pathLst>
                <a:path w="344170" h="70484">
                  <a:moveTo>
                    <a:pt x="344055" y="0"/>
                  </a:moveTo>
                  <a:lnTo>
                    <a:pt x="70027" y="0"/>
                  </a:lnTo>
                  <a:lnTo>
                    <a:pt x="0" y="70065"/>
                  </a:lnTo>
                  <a:lnTo>
                    <a:pt x="274027" y="70065"/>
                  </a:lnTo>
                  <a:lnTo>
                    <a:pt x="344055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465178" y="6496367"/>
              <a:ext cx="344170" cy="278765"/>
            </a:xfrm>
            <a:custGeom>
              <a:avLst/>
              <a:gdLst/>
              <a:ahLst/>
              <a:cxnLst/>
              <a:rect l="l" t="t" r="r" b="b"/>
              <a:pathLst>
                <a:path w="344170" h="278765">
                  <a:moveTo>
                    <a:pt x="0" y="70065"/>
                  </a:moveTo>
                  <a:lnTo>
                    <a:pt x="70027" y="0"/>
                  </a:lnTo>
                  <a:lnTo>
                    <a:pt x="344055" y="0"/>
                  </a:lnTo>
                  <a:lnTo>
                    <a:pt x="344055" y="208673"/>
                  </a:lnTo>
                  <a:lnTo>
                    <a:pt x="274027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4170" h="278765">
                  <a:moveTo>
                    <a:pt x="0" y="70065"/>
                  </a:moveTo>
                  <a:lnTo>
                    <a:pt x="274027" y="70065"/>
                  </a:lnTo>
                  <a:lnTo>
                    <a:pt x="344055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725502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999518" y="6496367"/>
              <a:ext cx="70485" cy="278765"/>
            </a:xfrm>
            <a:custGeom>
              <a:avLst/>
              <a:gdLst/>
              <a:ahLst/>
              <a:cxnLst/>
              <a:rect l="l" t="t" r="r" b="b"/>
              <a:pathLst>
                <a:path w="70485" h="278765">
                  <a:moveTo>
                    <a:pt x="70027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70027" y="208673"/>
                  </a:lnTo>
                  <a:lnTo>
                    <a:pt x="70027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725502" y="6496367"/>
              <a:ext cx="344170" cy="70485"/>
            </a:xfrm>
            <a:custGeom>
              <a:avLst/>
              <a:gdLst/>
              <a:ahLst/>
              <a:cxnLst/>
              <a:rect l="l" t="t" r="r" b="b"/>
              <a:pathLst>
                <a:path w="344170" h="70484">
                  <a:moveTo>
                    <a:pt x="344042" y="0"/>
                  </a:moveTo>
                  <a:lnTo>
                    <a:pt x="70027" y="0"/>
                  </a:lnTo>
                  <a:lnTo>
                    <a:pt x="0" y="70065"/>
                  </a:lnTo>
                  <a:lnTo>
                    <a:pt x="274015" y="70065"/>
                  </a:lnTo>
                  <a:lnTo>
                    <a:pt x="344042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725502" y="6496367"/>
              <a:ext cx="344170" cy="278765"/>
            </a:xfrm>
            <a:custGeom>
              <a:avLst/>
              <a:gdLst/>
              <a:ahLst/>
              <a:cxnLst/>
              <a:rect l="l" t="t" r="r" b="b"/>
              <a:pathLst>
                <a:path w="344170" h="278765">
                  <a:moveTo>
                    <a:pt x="0" y="70065"/>
                  </a:moveTo>
                  <a:lnTo>
                    <a:pt x="70027" y="0"/>
                  </a:lnTo>
                  <a:lnTo>
                    <a:pt x="344042" y="0"/>
                  </a:lnTo>
                  <a:lnTo>
                    <a:pt x="344042" y="208673"/>
                  </a:lnTo>
                  <a:lnTo>
                    <a:pt x="274015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4170" h="278765">
                  <a:moveTo>
                    <a:pt x="0" y="70065"/>
                  </a:moveTo>
                  <a:lnTo>
                    <a:pt x="274015" y="70065"/>
                  </a:lnTo>
                  <a:lnTo>
                    <a:pt x="344042" y="0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5780074" y="6508170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Lucida Console"/>
                <a:cs typeface="Lucida Console"/>
              </a:rPr>
              <a:t>0</a:t>
            </a:r>
            <a:endParaRPr sz="1800">
              <a:latin typeface="Lucida Console"/>
              <a:cs typeface="Lucida Console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064810" y="6491801"/>
            <a:ext cx="1268730" cy="288290"/>
            <a:chOff x="5064810" y="6491801"/>
            <a:chExt cx="1268730" cy="288290"/>
          </a:xfrm>
        </p:grpSpPr>
        <p:sp>
          <p:nvSpPr>
            <p:cNvPr id="57" name="object 57"/>
            <p:cNvSpPr/>
            <p:nvPr/>
          </p:nvSpPr>
          <p:spPr>
            <a:xfrm>
              <a:off x="5984303" y="6566433"/>
              <a:ext cx="274320" cy="208915"/>
            </a:xfrm>
            <a:custGeom>
              <a:avLst/>
              <a:gdLst/>
              <a:ahLst/>
              <a:cxnLst/>
              <a:rect l="l" t="t" r="r" b="b"/>
              <a:pathLst>
                <a:path w="274320" h="208915">
                  <a:moveTo>
                    <a:pt x="274015" y="0"/>
                  </a:moveTo>
                  <a:lnTo>
                    <a:pt x="0" y="0"/>
                  </a:lnTo>
                  <a:lnTo>
                    <a:pt x="0" y="208673"/>
                  </a:lnTo>
                  <a:lnTo>
                    <a:pt x="274015" y="208673"/>
                  </a:lnTo>
                  <a:lnTo>
                    <a:pt x="274015" y="0"/>
                  </a:lnTo>
                  <a:close/>
                </a:path>
              </a:pathLst>
            </a:custGeom>
            <a:solidFill>
              <a:srgbClr val="CC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258318" y="6496367"/>
              <a:ext cx="70485" cy="278765"/>
            </a:xfrm>
            <a:custGeom>
              <a:avLst/>
              <a:gdLst/>
              <a:ahLst/>
              <a:cxnLst/>
              <a:rect l="l" t="t" r="r" b="b"/>
              <a:pathLst>
                <a:path w="70485" h="278765">
                  <a:moveTo>
                    <a:pt x="70027" y="0"/>
                  </a:moveTo>
                  <a:lnTo>
                    <a:pt x="0" y="70065"/>
                  </a:lnTo>
                  <a:lnTo>
                    <a:pt x="0" y="278739"/>
                  </a:lnTo>
                  <a:lnTo>
                    <a:pt x="70027" y="208673"/>
                  </a:lnTo>
                  <a:lnTo>
                    <a:pt x="70027" y="0"/>
                  </a:lnTo>
                  <a:close/>
                </a:path>
              </a:pathLst>
            </a:custGeom>
            <a:solidFill>
              <a:srgbClr val="A3C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984303" y="6496367"/>
              <a:ext cx="344170" cy="70485"/>
            </a:xfrm>
            <a:custGeom>
              <a:avLst/>
              <a:gdLst/>
              <a:ahLst/>
              <a:cxnLst/>
              <a:rect l="l" t="t" r="r" b="b"/>
              <a:pathLst>
                <a:path w="344170" h="70484">
                  <a:moveTo>
                    <a:pt x="344043" y="0"/>
                  </a:moveTo>
                  <a:lnTo>
                    <a:pt x="70015" y="0"/>
                  </a:lnTo>
                  <a:lnTo>
                    <a:pt x="0" y="70065"/>
                  </a:lnTo>
                  <a:lnTo>
                    <a:pt x="274015" y="70065"/>
                  </a:lnTo>
                  <a:lnTo>
                    <a:pt x="344043" y="0"/>
                  </a:lnTo>
                  <a:close/>
                </a:path>
              </a:pathLst>
            </a:custGeom>
            <a:solidFill>
              <a:srgbClr val="D5F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984303" y="6496367"/>
              <a:ext cx="344170" cy="278765"/>
            </a:xfrm>
            <a:custGeom>
              <a:avLst/>
              <a:gdLst/>
              <a:ahLst/>
              <a:cxnLst/>
              <a:rect l="l" t="t" r="r" b="b"/>
              <a:pathLst>
                <a:path w="344170" h="278765">
                  <a:moveTo>
                    <a:pt x="0" y="70065"/>
                  </a:moveTo>
                  <a:lnTo>
                    <a:pt x="70015" y="0"/>
                  </a:lnTo>
                  <a:lnTo>
                    <a:pt x="344043" y="0"/>
                  </a:lnTo>
                  <a:lnTo>
                    <a:pt x="344043" y="208673"/>
                  </a:lnTo>
                  <a:lnTo>
                    <a:pt x="274015" y="278739"/>
                  </a:lnTo>
                  <a:lnTo>
                    <a:pt x="0" y="278739"/>
                  </a:lnTo>
                  <a:lnTo>
                    <a:pt x="0" y="70065"/>
                  </a:lnTo>
                  <a:close/>
                </a:path>
                <a:path w="344170" h="278765">
                  <a:moveTo>
                    <a:pt x="0" y="70065"/>
                  </a:moveTo>
                  <a:lnTo>
                    <a:pt x="274015" y="70065"/>
                  </a:lnTo>
                  <a:lnTo>
                    <a:pt x="344043" y="0"/>
                  </a:lnTo>
                </a:path>
                <a:path w="344170" h="278765">
                  <a:moveTo>
                    <a:pt x="274015" y="70065"/>
                  </a:moveTo>
                  <a:lnTo>
                    <a:pt x="274015" y="278739"/>
                  </a:lnTo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137873" y="6698945"/>
              <a:ext cx="450850" cy="57150"/>
            </a:xfrm>
            <a:custGeom>
              <a:avLst/>
              <a:gdLst/>
              <a:ahLst/>
              <a:cxnLst/>
              <a:rect l="l" t="t" r="r" b="b"/>
              <a:pathLst>
                <a:path w="450850" h="57150">
                  <a:moveTo>
                    <a:pt x="450621" y="22847"/>
                  </a:moveTo>
                  <a:lnTo>
                    <a:pt x="401336" y="37910"/>
                  </a:lnTo>
                  <a:lnTo>
                    <a:pt x="351124" y="48572"/>
                  </a:lnTo>
                  <a:lnTo>
                    <a:pt x="300299" y="54834"/>
                  </a:lnTo>
                  <a:lnTo>
                    <a:pt x="249173" y="56696"/>
                  </a:lnTo>
                  <a:lnTo>
                    <a:pt x="198060" y="54157"/>
                  </a:lnTo>
                  <a:lnTo>
                    <a:pt x="147273" y="47218"/>
                  </a:lnTo>
                  <a:lnTo>
                    <a:pt x="97125" y="35878"/>
                  </a:lnTo>
                  <a:lnTo>
                    <a:pt x="47930" y="20139"/>
                  </a:lnTo>
                  <a:lnTo>
                    <a:pt x="0" y="0"/>
                  </a:lnTo>
                </a:path>
              </a:pathLst>
            </a:custGeom>
            <a:ln w="6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1544" y="6686360"/>
              <a:ext cx="74530" cy="7087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064810" y="6657822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0" y="0"/>
                  </a:moveTo>
                  <a:lnTo>
                    <a:pt x="59372" y="86817"/>
                  </a:lnTo>
                  <a:lnTo>
                    <a:pt x="108077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011797" y="1874269"/>
            <a:ext cx="8575040" cy="46577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교수님</a:t>
            </a:r>
            <a:r>
              <a:rPr dirty="0" sz="1600">
                <a:latin typeface="Arial"/>
                <a:cs typeface="Arial"/>
              </a:rPr>
              <a:t>!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코드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한줄씩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딱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한번만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설명해주세요</a:t>
            </a:r>
            <a:endParaRPr sz="1600">
              <a:latin typeface="Gulim"/>
              <a:cs typeface="Gulim"/>
            </a:endParaRPr>
          </a:p>
          <a:p>
            <a:pPr marL="583565" marR="2557780" indent="-571500">
              <a:lnSpc>
                <a:spcPts val="2630"/>
              </a:lnSpc>
              <a:spcBef>
                <a:spcPts val="19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심규현강사는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코드만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가지고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학생들을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이해시킬수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없습니다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>
                <a:latin typeface="Gulim"/>
                <a:cs typeface="Gulim"/>
              </a:rPr>
              <a:t>프로그램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=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자료구조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+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20">
                <a:latin typeface="Gulim"/>
                <a:cs typeface="Gulim"/>
              </a:rPr>
              <a:t>알고리즘</a:t>
            </a:r>
            <a:endParaRPr sz="1600">
              <a:latin typeface="Gulim"/>
              <a:cs typeface="Gulim"/>
            </a:endParaRPr>
          </a:p>
          <a:p>
            <a:pPr marL="583565">
              <a:lnSpc>
                <a:spcPts val="1710"/>
              </a:lnSpc>
            </a:pPr>
            <a:r>
              <a:rPr dirty="0" sz="1600" spc="-10">
                <a:latin typeface="Gulim"/>
                <a:cs typeface="Gulim"/>
              </a:rPr>
              <a:t>알고리즘</a:t>
            </a:r>
            <a:r>
              <a:rPr dirty="0" sz="1600" spc="-10">
                <a:latin typeface="Arial"/>
                <a:cs typeface="Arial"/>
              </a:rPr>
              <a:t>(</a:t>
            </a:r>
            <a:r>
              <a:rPr dirty="0" sz="1600" spc="-10">
                <a:latin typeface="Gulim"/>
                <a:cs typeface="Gulim"/>
              </a:rPr>
              <a:t>코드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가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한줄씩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진행하면서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</a:t>
            </a:r>
            <a:r>
              <a:rPr dirty="0" sz="1600" spc="-10">
                <a:latin typeface="Arial"/>
                <a:cs typeface="Arial"/>
              </a:rPr>
              <a:t>(</a:t>
            </a:r>
            <a:r>
              <a:rPr dirty="0" sz="1600" spc="-10">
                <a:latin typeface="Gulim"/>
                <a:cs typeface="Gulim"/>
              </a:rPr>
              <a:t>변수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를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변화시키고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내용에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따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Gulim"/>
                <a:cs typeface="Gulim"/>
              </a:rPr>
              <a:t>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알고리즘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진행의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분기가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일어납니다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(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IF</a:t>
            </a:r>
            <a:r>
              <a:rPr dirty="0" sz="1600" spc="-10">
                <a:latin typeface="Gulim"/>
                <a:cs typeface="Gulim"/>
              </a:rPr>
              <a:t>문이나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while</a:t>
            </a:r>
            <a:r>
              <a:rPr dirty="0" sz="1600">
                <a:latin typeface="Gulim"/>
                <a:cs typeface="Gulim"/>
              </a:rPr>
              <a:t>문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5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12700" marR="15240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프로그램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이해하는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쉬운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방법은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가상실습처럼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알고리즘이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한줄씩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진행하면서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자료 </a:t>
            </a:r>
            <a:r>
              <a:rPr dirty="0" sz="1600" spc="-10">
                <a:latin typeface="Gulim"/>
                <a:cs typeface="Gulim"/>
              </a:rPr>
              <a:t>구조내용이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그림으로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어떻게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변화하는지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것입니다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141605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앞으로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4</a:t>
            </a:r>
            <a:r>
              <a:rPr dirty="0" sz="1600" spc="-10">
                <a:latin typeface="Gulim"/>
                <a:cs typeface="Gulim"/>
              </a:rPr>
              <a:t>학년까지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다양한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과목</a:t>
            </a:r>
            <a:r>
              <a:rPr dirty="0" sz="1600" spc="-10">
                <a:latin typeface="Arial"/>
                <a:cs typeface="Arial"/>
              </a:rPr>
              <a:t>(DB</a:t>
            </a:r>
            <a:r>
              <a:rPr dirty="0" sz="1600" spc="-10">
                <a:latin typeface="Gulim"/>
                <a:cs typeface="Gulim"/>
              </a:rPr>
              <a:t>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OS</a:t>
            </a:r>
            <a:r>
              <a:rPr dirty="0" sz="1600" spc="-10">
                <a:latin typeface="Gulim"/>
                <a:cs typeface="Gulim"/>
              </a:rPr>
              <a:t>등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에서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코딩을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하는데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가상실습은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과목에서 </a:t>
            </a:r>
            <a:r>
              <a:rPr dirty="0" sz="1600">
                <a:latin typeface="Gulim"/>
                <a:cs typeface="Gulim"/>
              </a:rPr>
              <a:t>사용할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없습니다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233045">
              <a:lnSpc>
                <a:spcPct val="100000"/>
              </a:lnSpc>
              <a:spcBef>
                <a:spcPts val="71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추천방법은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Arial"/>
                <a:cs typeface="Arial"/>
              </a:rPr>
              <a:t>VS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에서</a:t>
            </a:r>
            <a:r>
              <a:rPr dirty="0" sz="1600" spc="-114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한</a:t>
            </a:r>
            <a:r>
              <a:rPr dirty="0" sz="1600" spc="-11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줄씩</a:t>
            </a:r>
            <a:r>
              <a:rPr dirty="0" sz="1600" spc="-11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수행하면서</a:t>
            </a:r>
            <a:r>
              <a:rPr dirty="0" sz="1600" spc="-10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자동</a:t>
            </a:r>
            <a:r>
              <a:rPr dirty="0" sz="1600" spc="-1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로컬창의</a:t>
            </a:r>
            <a:r>
              <a:rPr dirty="0" sz="1600" spc="-9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자료구조변화를</a:t>
            </a:r>
            <a:r>
              <a:rPr dirty="0" sz="1600" spc="-8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보는</a:t>
            </a:r>
            <a:r>
              <a:rPr dirty="0" sz="1600" spc="-114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것입니다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 spc="-10">
                <a:latin typeface="Gulim"/>
                <a:cs typeface="Gulim"/>
              </a:rPr>
              <a:t>자동</a:t>
            </a:r>
            <a:r>
              <a:rPr dirty="0" sz="1600" spc="-10">
                <a:latin typeface="Arial"/>
                <a:cs typeface="Arial"/>
              </a:rPr>
              <a:t>/</a:t>
            </a:r>
            <a:r>
              <a:rPr dirty="0" sz="1600" spc="-10">
                <a:latin typeface="Gulim"/>
                <a:cs typeface="Gulim"/>
              </a:rPr>
              <a:t>로컬창은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text</a:t>
            </a:r>
            <a:r>
              <a:rPr dirty="0" sz="1600">
                <a:latin typeface="Gulim"/>
                <a:cs typeface="Gulim"/>
              </a:rPr>
              <a:t>로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표시되어서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아래와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같이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자료구조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그리면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이해하기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쉽습니다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교재는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그림책입니다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이렇게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그림이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많은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이유는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자료구조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이해가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쉽기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때문입니다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6731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학기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&lt;</a:t>
            </a:r>
            <a:r>
              <a:rPr dirty="0" sz="1600">
                <a:latin typeface="Gulim"/>
                <a:cs typeface="Gulim"/>
              </a:rPr>
              <a:t>알고리즘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과목까지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자료구조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그림을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어떻게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그리는지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학생본인이</a:t>
            </a:r>
            <a:r>
              <a:rPr dirty="0" sz="1600" spc="-12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꼭</a:t>
            </a:r>
            <a:r>
              <a:rPr dirty="0" sz="1600" spc="-12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Gulim"/>
                <a:cs typeface="Gulim"/>
              </a:rPr>
              <a:t>자료구조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그림을</a:t>
            </a:r>
            <a:r>
              <a:rPr dirty="0" sz="1600" spc="-12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만드는</a:t>
            </a:r>
            <a:r>
              <a:rPr dirty="0" sz="1600" spc="-11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FF0000"/>
                </a:solidFill>
                <a:latin typeface="Gulim"/>
                <a:cs typeface="Gulim"/>
              </a:rPr>
              <a:t>능력을</a:t>
            </a:r>
            <a:r>
              <a:rPr dirty="0" sz="1600" spc="-114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Gulim"/>
                <a:cs typeface="Gulim"/>
              </a:rPr>
              <a:t>생성</a:t>
            </a:r>
            <a:r>
              <a:rPr dirty="0" sz="1600" spc="-10">
                <a:latin typeface="Gulim"/>
                <a:cs typeface="Gulim"/>
              </a:rPr>
              <a:t>하기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바랍니다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tabLst>
                <a:tab pos="3376929" algn="l"/>
              </a:tabLst>
            </a:pPr>
            <a:r>
              <a:rPr dirty="0" sz="1800" spc="-20">
                <a:latin typeface="Dotum"/>
                <a:cs typeface="Dotum"/>
              </a:rPr>
              <a:t>헤드노드</a:t>
            </a:r>
            <a:r>
              <a:rPr dirty="0" sz="1800">
                <a:latin typeface="Dotum"/>
                <a:cs typeface="Dotum"/>
              </a:rPr>
              <a:t>	</a:t>
            </a:r>
            <a:r>
              <a:rPr dirty="0" baseline="3086" sz="2700" spc="-30">
                <a:latin typeface="Dotum"/>
                <a:cs typeface="Dotum"/>
              </a:rPr>
              <a:t>헤드노드</a:t>
            </a:r>
            <a:endParaRPr baseline="3086" sz="2700">
              <a:latin typeface="Dotum"/>
              <a:cs typeface="Dotum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652251" y="6636499"/>
            <a:ext cx="1594485" cy="490855"/>
          </a:xfrm>
          <a:custGeom>
            <a:avLst/>
            <a:gdLst/>
            <a:ahLst/>
            <a:cxnLst/>
            <a:rect l="l" t="t" r="r" b="b"/>
            <a:pathLst>
              <a:path w="1594485" h="490854">
                <a:moveTo>
                  <a:pt x="66652" y="268774"/>
                </a:moveTo>
                <a:lnTo>
                  <a:pt x="57573" y="270547"/>
                </a:lnTo>
                <a:lnTo>
                  <a:pt x="60896" y="286359"/>
                </a:lnTo>
                <a:lnTo>
                  <a:pt x="65468" y="312254"/>
                </a:lnTo>
                <a:lnTo>
                  <a:pt x="77647" y="348805"/>
                </a:lnTo>
                <a:lnTo>
                  <a:pt x="94386" y="383844"/>
                </a:lnTo>
                <a:lnTo>
                  <a:pt x="129400" y="424967"/>
                </a:lnTo>
                <a:lnTo>
                  <a:pt x="164414" y="449338"/>
                </a:lnTo>
                <a:lnTo>
                  <a:pt x="211607" y="469138"/>
                </a:lnTo>
                <a:lnTo>
                  <a:pt x="249669" y="476758"/>
                </a:lnTo>
                <a:lnTo>
                  <a:pt x="319697" y="485889"/>
                </a:lnTo>
                <a:lnTo>
                  <a:pt x="374497" y="488937"/>
                </a:lnTo>
                <a:lnTo>
                  <a:pt x="403428" y="488937"/>
                </a:lnTo>
                <a:lnTo>
                  <a:pt x="433870" y="490461"/>
                </a:lnTo>
                <a:lnTo>
                  <a:pt x="496290" y="490461"/>
                </a:lnTo>
                <a:lnTo>
                  <a:pt x="528256" y="488937"/>
                </a:lnTo>
                <a:lnTo>
                  <a:pt x="595236" y="487413"/>
                </a:lnTo>
                <a:lnTo>
                  <a:pt x="762649" y="479806"/>
                </a:lnTo>
                <a:lnTo>
                  <a:pt x="403428" y="479806"/>
                </a:lnTo>
                <a:lnTo>
                  <a:pt x="374497" y="478282"/>
                </a:lnTo>
                <a:lnTo>
                  <a:pt x="347090" y="478282"/>
                </a:lnTo>
                <a:lnTo>
                  <a:pt x="321221" y="475234"/>
                </a:lnTo>
                <a:lnTo>
                  <a:pt x="295338" y="473710"/>
                </a:lnTo>
                <a:lnTo>
                  <a:pt x="251193" y="467614"/>
                </a:lnTo>
                <a:lnTo>
                  <a:pt x="231393" y="463042"/>
                </a:lnTo>
                <a:lnTo>
                  <a:pt x="213131" y="459994"/>
                </a:lnTo>
                <a:lnTo>
                  <a:pt x="168986" y="441718"/>
                </a:lnTo>
                <a:lnTo>
                  <a:pt x="117220" y="399072"/>
                </a:lnTo>
                <a:lnTo>
                  <a:pt x="95910" y="367080"/>
                </a:lnTo>
                <a:lnTo>
                  <a:pt x="74599" y="309206"/>
                </a:lnTo>
                <a:lnTo>
                  <a:pt x="70027" y="284835"/>
                </a:lnTo>
                <a:lnTo>
                  <a:pt x="66652" y="268774"/>
                </a:lnTo>
                <a:close/>
              </a:path>
              <a:path w="1594485" h="490854">
                <a:moveTo>
                  <a:pt x="1280287" y="452386"/>
                </a:moveTo>
                <a:lnTo>
                  <a:pt x="1061072" y="452386"/>
                </a:lnTo>
                <a:lnTo>
                  <a:pt x="924064" y="459994"/>
                </a:lnTo>
                <a:lnTo>
                  <a:pt x="892086" y="463042"/>
                </a:lnTo>
                <a:lnTo>
                  <a:pt x="796188" y="467614"/>
                </a:lnTo>
                <a:lnTo>
                  <a:pt x="729195" y="472186"/>
                </a:lnTo>
                <a:lnTo>
                  <a:pt x="593712" y="478282"/>
                </a:lnTo>
                <a:lnTo>
                  <a:pt x="528256" y="479806"/>
                </a:lnTo>
                <a:lnTo>
                  <a:pt x="762649" y="479806"/>
                </a:lnTo>
                <a:lnTo>
                  <a:pt x="796188" y="478282"/>
                </a:lnTo>
                <a:lnTo>
                  <a:pt x="829678" y="475234"/>
                </a:lnTo>
                <a:lnTo>
                  <a:pt x="924064" y="470662"/>
                </a:lnTo>
                <a:lnTo>
                  <a:pt x="954506" y="467614"/>
                </a:lnTo>
                <a:lnTo>
                  <a:pt x="1036713" y="463042"/>
                </a:lnTo>
                <a:lnTo>
                  <a:pt x="1061072" y="463042"/>
                </a:lnTo>
                <a:lnTo>
                  <a:pt x="1083906" y="461518"/>
                </a:lnTo>
                <a:lnTo>
                  <a:pt x="1105217" y="461518"/>
                </a:lnTo>
                <a:lnTo>
                  <a:pt x="1125004" y="459994"/>
                </a:lnTo>
                <a:lnTo>
                  <a:pt x="1368577" y="459994"/>
                </a:lnTo>
                <a:lnTo>
                  <a:pt x="1380756" y="458482"/>
                </a:lnTo>
                <a:lnTo>
                  <a:pt x="1392936" y="455434"/>
                </a:lnTo>
                <a:lnTo>
                  <a:pt x="1399787" y="453910"/>
                </a:lnTo>
                <a:lnTo>
                  <a:pt x="1297038" y="453910"/>
                </a:lnTo>
                <a:lnTo>
                  <a:pt x="1280287" y="452386"/>
                </a:lnTo>
                <a:close/>
              </a:path>
              <a:path w="1594485" h="490854">
                <a:moveTo>
                  <a:pt x="1368577" y="459994"/>
                </a:moveTo>
                <a:lnTo>
                  <a:pt x="1230045" y="459994"/>
                </a:lnTo>
                <a:lnTo>
                  <a:pt x="1242225" y="461518"/>
                </a:lnTo>
                <a:lnTo>
                  <a:pt x="1280287" y="461518"/>
                </a:lnTo>
                <a:lnTo>
                  <a:pt x="1297038" y="463042"/>
                </a:lnTo>
                <a:lnTo>
                  <a:pt x="1347266" y="463042"/>
                </a:lnTo>
                <a:lnTo>
                  <a:pt x="1368577" y="459994"/>
                </a:lnTo>
                <a:close/>
              </a:path>
              <a:path w="1594485" h="490854">
                <a:moveTo>
                  <a:pt x="1529943" y="36550"/>
                </a:moveTo>
                <a:lnTo>
                  <a:pt x="1520812" y="39598"/>
                </a:lnTo>
                <a:lnTo>
                  <a:pt x="1531467" y="77685"/>
                </a:lnTo>
                <a:lnTo>
                  <a:pt x="1543646" y="114236"/>
                </a:lnTo>
                <a:lnTo>
                  <a:pt x="1549742" y="134035"/>
                </a:lnTo>
                <a:lnTo>
                  <a:pt x="1561922" y="176682"/>
                </a:lnTo>
                <a:lnTo>
                  <a:pt x="1568005" y="199542"/>
                </a:lnTo>
                <a:lnTo>
                  <a:pt x="1577136" y="242189"/>
                </a:lnTo>
                <a:lnTo>
                  <a:pt x="1581708" y="261988"/>
                </a:lnTo>
                <a:lnTo>
                  <a:pt x="1583115" y="280263"/>
                </a:lnTo>
                <a:lnTo>
                  <a:pt x="1583232" y="281787"/>
                </a:lnTo>
                <a:lnTo>
                  <a:pt x="1584756" y="298538"/>
                </a:lnTo>
                <a:lnTo>
                  <a:pt x="1577136" y="339674"/>
                </a:lnTo>
                <a:lnTo>
                  <a:pt x="1537563" y="388416"/>
                </a:lnTo>
                <a:lnTo>
                  <a:pt x="1502549" y="408216"/>
                </a:lnTo>
                <a:lnTo>
                  <a:pt x="1461439" y="424967"/>
                </a:lnTo>
                <a:lnTo>
                  <a:pt x="1403591" y="443242"/>
                </a:lnTo>
                <a:lnTo>
                  <a:pt x="1367053" y="450862"/>
                </a:lnTo>
                <a:lnTo>
                  <a:pt x="1345742" y="453910"/>
                </a:lnTo>
                <a:lnTo>
                  <a:pt x="1399787" y="453910"/>
                </a:lnTo>
                <a:lnTo>
                  <a:pt x="1406639" y="452386"/>
                </a:lnTo>
                <a:lnTo>
                  <a:pt x="1464487" y="434111"/>
                </a:lnTo>
                <a:lnTo>
                  <a:pt x="1493418" y="423443"/>
                </a:lnTo>
                <a:lnTo>
                  <a:pt x="1505597" y="417347"/>
                </a:lnTo>
                <a:lnTo>
                  <a:pt x="1519288" y="409740"/>
                </a:lnTo>
                <a:lnTo>
                  <a:pt x="1531467" y="403644"/>
                </a:lnTo>
                <a:lnTo>
                  <a:pt x="1572577" y="367080"/>
                </a:lnTo>
                <a:lnTo>
                  <a:pt x="1589316" y="330530"/>
                </a:lnTo>
                <a:lnTo>
                  <a:pt x="1592364" y="322910"/>
                </a:lnTo>
                <a:lnTo>
                  <a:pt x="1592364" y="315302"/>
                </a:lnTo>
                <a:lnTo>
                  <a:pt x="1593888" y="298538"/>
                </a:lnTo>
                <a:lnTo>
                  <a:pt x="1592364" y="280263"/>
                </a:lnTo>
                <a:lnTo>
                  <a:pt x="1590957" y="261988"/>
                </a:lnTo>
                <a:lnTo>
                  <a:pt x="1590840" y="260464"/>
                </a:lnTo>
                <a:lnTo>
                  <a:pt x="1586280" y="240665"/>
                </a:lnTo>
                <a:lnTo>
                  <a:pt x="1583232" y="217817"/>
                </a:lnTo>
                <a:lnTo>
                  <a:pt x="1571053" y="175171"/>
                </a:lnTo>
                <a:lnTo>
                  <a:pt x="1564957" y="152311"/>
                </a:lnTo>
                <a:lnTo>
                  <a:pt x="1558874" y="132511"/>
                </a:lnTo>
                <a:lnTo>
                  <a:pt x="1552790" y="111188"/>
                </a:lnTo>
                <a:lnTo>
                  <a:pt x="1546694" y="92913"/>
                </a:lnTo>
                <a:lnTo>
                  <a:pt x="1540611" y="76161"/>
                </a:lnTo>
                <a:lnTo>
                  <a:pt x="1540201" y="74637"/>
                </a:lnTo>
                <a:lnTo>
                  <a:pt x="1536039" y="74637"/>
                </a:lnTo>
                <a:lnTo>
                  <a:pt x="1539659" y="72625"/>
                </a:lnTo>
                <a:lnTo>
                  <a:pt x="1529943" y="36550"/>
                </a:lnTo>
                <a:close/>
              </a:path>
              <a:path w="1594485" h="490854">
                <a:moveTo>
                  <a:pt x="1242225" y="450862"/>
                </a:moveTo>
                <a:lnTo>
                  <a:pt x="1105217" y="450862"/>
                </a:lnTo>
                <a:lnTo>
                  <a:pt x="1083906" y="452386"/>
                </a:lnTo>
                <a:lnTo>
                  <a:pt x="1252880" y="452386"/>
                </a:lnTo>
                <a:lnTo>
                  <a:pt x="1242225" y="450862"/>
                </a:lnTo>
                <a:close/>
              </a:path>
              <a:path w="1594485" h="490854">
                <a:moveTo>
                  <a:pt x="36537" y="144703"/>
                </a:moveTo>
                <a:lnTo>
                  <a:pt x="0" y="281787"/>
                </a:lnTo>
                <a:lnTo>
                  <a:pt x="57573" y="270547"/>
                </a:lnTo>
                <a:lnTo>
                  <a:pt x="54813" y="257416"/>
                </a:lnTo>
                <a:lnTo>
                  <a:pt x="63944" y="255892"/>
                </a:lnTo>
                <a:lnTo>
                  <a:pt x="123634" y="255892"/>
                </a:lnTo>
                <a:lnTo>
                  <a:pt x="36537" y="144703"/>
                </a:lnTo>
                <a:close/>
              </a:path>
              <a:path w="1594485" h="490854">
                <a:moveTo>
                  <a:pt x="63944" y="255892"/>
                </a:moveTo>
                <a:lnTo>
                  <a:pt x="54813" y="257416"/>
                </a:lnTo>
                <a:lnTo>
                  <a:pt x="57573" y="270547"/>
                </a:lnTo>
                <a:lnTo>
                  <a:pt x="66652" y="268774"/>
                </a:lnTo>
                <a:lnTo>
                  <a:pt x="63944" y="255892"/>
                </a:lnTo>
                <a:close/>
              </a:path>
              <a:path w="1594485" h="490854">
                <a:moveTo>
                  <a:pt x="123634" y="255892"/>
                </a:moveTo>
                <a:lnTo>
                  <a:pt x="63944" y="255892"/>
                </a:lnTo>
                <a:lnTo>
                  <a:pt x="66652" y="268774"/>
                </a:lnTo>
                <a:lnTo>
                  <a:pt x="124828" y="257416"/>
                </a:lnTo>
                <a:lnTo>
                  <a:pt x="123634" y="255892"/>
                </a:lnTo>
                <a:close/>
              </a:path>
              <a:path w="1594485" h="490854">
                <a:moveTo>
                  <a:pt x="1529943" y="0"/>
                </a:moveTo>
                <a:lnTo>
                  <a:pt x="1514728" y="1524"/>
                </a:lnTo>
                <a:lnTo>
                  <a:pt x="1502549" y="7620"/>
                </a:lnTo>
                <a:lnTo>
                  <a:pt x="1491894" y="18275"/>
                </a:lnTo>
                <a:lnTo>
                  <a:pt x="1487322" y="33515"/>
                </a:lnTo>
                <a:lnTo>
                  <a:pt x="1488846" y="47218"/>
                </a:lnTo>
                <a:lnTo>
                  <a:pt x="1494929" y="60921"/>
                </a:lnTo>
                <a:lnTo>
                  <a:pt x="1507108" y="70065"/>
                </a:lnTo>
                <a:lnTo>
                  <a:pt x="1520812" y="74637"/>
                </a:lnTo>
                <a:lnTo>
                  <a:pt x="1530614" y="74637"/>
                </a:lnTo>
                <a:lnTo>
                  <a:pt x="1520812" y="39598"/>
                </a:lnTo>
                <a:lnTo>
                  <a:pt x="1529943" y="36550"/>
                </a:lnTo>
                <a:lnTo>
                  <a:pt x="1562836" y="36550"/>
                </a:lnTo>
                <a:lnTo>
                  <a:pt x="1561922" y="27419"/>
                </a:lnTo>
                <a:lnTo>
                  <a:pt x="1555826" y="13703"/>
                </a:lnTo>
                <a:lnTo>
                  <a:pt x="1543646" y="4572"/>
                </a:lnTo>
                <a:lnTo>
                  <a:pt x="1529943" y="0"/>
                </a:lnTo>
                <a:close/>
              </a:path>
              <a:path w="1594485" h="490854">
                <a:moveTo>
                  <a:pt x="1539659" y="72625"/>
                </a:moveTo>
                <a:lnTo>
                  <a:pt x="1536039" y="74637"/>
                </a:lnTo>
                <a:lnTo>
                  <a:pt x="1540201" y="74637"/>
                </a:lnTo>
                <a:lnTo>
                  <a:pt x="1539659" y="72625"/>
                </a:lnTo>
                <a:close/>
              </a:path>
              <a:path w="1594485" h="490854">
                <a:moveTo>
                  <a:pt x="1562836" y="36550"/>
                </a:moveTo>
                <a:lnTo>
                  <a:pt x="1529943" y="36550"/>
                </a:lnTo>
                <a:lnTo>
                  <a:pt x="1539659" y="72625"/>
                </a:lnTo>
                <a:lnTo>
                  <a:pt x="1549742" y="67017"/>
                </a:lnTo>
                <a:lnTo>
                  <a:pt x="1558874" y="56362"/>
                </a:lnTo>
                <a:lnTo>
                  <a:pt x="1563446" y="42646"/>
                </a:lnTo>
                <a:lnTo>
                  <a:pt x="1562836" y="36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khshim</dc:creator>
  <dcterms:created xsi:type="dcterms:W3CDTF">2026-09-23T01:39:20Z</dcterms:created>
  <dcterms:modified xsi:type="dcterms:W3CDTF">2026-09-23T01:39:20Z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2021-05-25T00:00:00Z</vt:filetime>
  </property>
  <property fmtid="{D5CDD505-2E9C-101B-9397-08002B2CF9AE}" pid="3" name="Creator">
    <vt:lpwstr>Hancom PDF 1.3.0.538</vt:lpwstr>
  </property>
  <property fmtid="{D5CDD505-2E9C-101B-9397-08002B2CF9AE}" pid="4" name="LastSaved">
    <vt:filetime>2026-09-23T00:00:00Z</vt:filetime>
  </property>
  <property fmtid="{D5CDD505-2E9C-101B-9397-08002B2CF9AE}" pid="5" name="PDFVersion">
    <vt:lpwstr>1.4</vt:lpwstr>
  </property>
  <property fmtid="{D5CDD505-2E9C-101B-9397-08002B2CF9AE}" pid="6" name="Producer">
    <vt:lpwstr>Hancom PDF 1.3.0.538</vt:lpwstr>
  </property>
</Properties>
</file>