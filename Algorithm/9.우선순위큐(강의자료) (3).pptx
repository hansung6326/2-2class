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  <p:sldId id="338" r:id="rId88"/>
    <p:sldId id="339" r:id="rId89"/>
    <p:sldId id="340" r:id="rId90"/>
    <p:sldId id="341" r:id="rId91"/>
    <p:sldId id="342" r:id="rId92"/>
    <p:sldId id="343" r:id="rId93"/>
    <p:sldId id="344" r:id="rId94"/>
    <p:sldId id="345" r:id="rId95"/>
    <p:sldId id="346" r:id="rId96"/>
    <p:sldId id="347" r:id="rId97"/>
  </p:sldIdLst>
  <p:sldSz cx="10680700" cy="7556500"/>
  <p:notesSz cx="106807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Relationship Id="rId62" Type="http://schemas.openxmlformats.org/officeDocument/2006/relationships/slide" Target="slides/slide57.xml"/><Relationship Id="rId63" Type="http://schemas.openxmlformats.org/officeDocument/2006/relationships/slide" Target="slides/slide58.xml"/><Relationship Id="rId64" Type="http://schemas.openxmlformats.org/officeDocument/2006/relationships/slide" Target="slides/slide59.xml"/><Relationship Id="rId65" Type="http://schemas.openxmlformats.org/officeDocument/2006/relationships/slide" Target="slides/slide60.xml"/><Relationship Id="rId66" Type="http://schemas.openxmlformats.org/officeDocument/2006/relationships/slide" Target="slides/slide61.xml"/><Relationship Id="rId67" Type="http://schemas.openxmlformats.org/officeDocument/2006/relationships/slide" Target="slides/slide62.xml"/><Relationship Id="rId68" Type="http://schemas.openxmlformats.org/officeDocument/2006/relationships/slide" Target="slides/slide63.xml"/><Relationship Id="rId69" Type="http://schemas.openxmlformats.org/officeDocument/2006/relationships/slide" Target="slides/slide64.xml"/><Relationship Id="rId70" Type="http://schemas.openxmlformats.org/officeDocument/2006/relationships/slide" Target="slides/slide65.xml"/><Relationship Id="rId71" Type="http://schemas.openxmlformats.org/officeDocument/2006/relationships/slide" Target="slides/slide66.xml"/><Relationship Id="rId72" Type="http://schemas.openxmlformats.org/officeDocument/2006/relationships/slide" Target="slides/slide67.xml"/><Relationship Id="rId73" Type="http://schemas.openxmlformats.org/officeDocument/2006/relationships/slide" Target="slides/slide68.xml"/><Relationship Id="rId74" Type="http://schemas.openxmlformats.org/officeDocument/2006/relationships/slide" Target="slides/slide69.xml"/><Relationship Id="rId75" Type="http://schemas.openxmlformats.org/officeDocument/2006/relationships/slide" Target="slides/slide70.xml"/><Relationship Id="rId76" Type="http://schemas.openxmlformats.org/officeDocument/2006/relationships/slide" Target="slides/slide71.xml"/><Relationship Id="rId77" Type="http://schemas.openxmlformats.org/officeDocument/2006/relationships/slide" Target="slides/slide72.xml"/><Relationship Id="rId78" Type="http://schemas.openxmlformats.org/officeDocument/2006/relationships/slide" Target="slides/slide73.xml"/><Relationship Id="rId79" Type="http://schemas.openxmlformats.org/officeDocument/2006/relationships/slide" Target="slides/slide74.xml"/><Relationship Id="rId80" Type="http://schemas.openxmlformats.org/officeDocument/2006/relationships/slide" Target="slides/slide75.xml"/><Relationship Id="rId81" Type="http://schemas.openxmlformats.org/officeDocument/2006/relationships/slide" Target="slides/slide76.xml"/><Relationship Id="rId82" Type="http://schemas.openxmlformats.org/officeDocument/2006/relationships/slide" Target="slides/slide77.xml"/><Relationship Id="rId83" Type="http://schemas.openxmlformats.org/officeDocument/2006/relationships/slide" Target="slides/slide78.xml"/><Relationship Id="rId84" Type="http://schemas.openxmlformats.org/officeDocument/2006/relationships/slide" Target="slides/slide79.xml"/><Relationship Id="rId85" Type="http://schemas.openxmlformats.org/officeDocument/2006/relationships/slide" Target="slides/slide80.xml"/><Relationship Id="rId86" Type="http://schemas.openxmlformats.org/officeDocument/2006/relationships/slide" Target="slides/slide81.xml"/><Relationship Id="rId87" Type="http://schemas.openxmlformats.org/officeDocument/2006/relationships/slide" Target="slides/slide82.xml"/><Relationship Id="rId88" Type="http://schemas.openxmlformats.org/officeDocument/2006/relationships/slide" Target="slides/slide83.xml"/><Relationship Id="rId89" Type="http://schemas.openxmlformats.org/officeDocument/2006/relationships/slide" Target="slides/slide84.xml"/><Relationship Id="rId90" Type="http://schemas.openxmlformats.org/officeDocument/2006/relationships/slide" Target="slides/slide85.xml"/><Relationship Id="rId91" Type="http://schemas.openxmlformats.org/officeDocument/2006/relationships/slide" Target="slides/slide86.xml"/><Relationship Id="rId92" Type="http://schemas.openxmlformats.org/officeDocument/2006/relationships/slide" Target="slides/slide87.xml"/><Relationship Id="rId93" Type="http://schemas.openxmlformats.org/officeDocument/2006/relationships/slide" Target="slides/slide88.xml"/><Relationship Id="rId94" Type="http://schemas.openxmlformats.org/officeDocument/2006/relationships/slide" Target="slides/slide89.xml"/><Relationship Id="rId95" Type="http://schemas.openxmlformats.org/officeDocument/2006/relationships/slide" Target="slides/slide90.xml"/><Relationship Id="rId96" Type="http://schemas.openxmlformats.org/officeDocument/2006/relationships/slide" Target="slides/slide91.xml"/><Relationship Id="rId97" Type="http://schemas.openxmlformats.org/officeDocument/2006/relationships/slide" Target="slides/slide92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62443" y="703197"/>
            <a:ext cx="1496695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2105" y="4231640"/>
            <a:ext cx="747649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035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0560" y="1737995"/>
            <a:ext cx="4646104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775E54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771829" y="1629803"/>
            <a:ext cx="533400" cy="228600"/>
          </a:xfrm>
          <a:custGeom>
            <a:avLst/>
            <a:gdLst/>
            <a:ahLst/>
            <a:cxnLst/>
            <a:rect l="l" t="t" r="r" b="b"/>
            <a:pathLst>
              <a:path w="533400" h="228600">
                <a:moveTo>
                  <a:pt x="532815" y="0"/>
                </a:moveTo>
                <a:lnTo>
                  <a:pt x="0" y="0"/>
                </a:lnTo>
                <a:lnTo>
                  <a:pt x="0" y="228473"/>
                </a:lnTo>
                <a:lnTo>
                  <a:pt x="532815" y="228473"/>
                </a:lnTo>
                <a:lnTo>
                  <a:pt x="532815" y="0"/>
                </a:lnTo>
                <a:close/>
              </a:path>
            </a:pathLst>
          </a:custGeom>
          <a:solidFill>
            <a:srgbClr val="DD804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362494" y="1629803"/>
            <a:ext cx="8543925" cy="228600"/>
          </a:xfrm>
          <a:custGeom>
            <a:avLst/>
            <a:gdLst/>
            <a:ahLst/>
            <a:cxnLst/>
            <a:rect l="l" t="t" r="r" b="b"/>
            <a:pathLst>
              <a:path w="8543925" h="228600">
                <a:moveTo>
                  <a:pt x="8543340" y="0"/>
                </a:moveTo>
                <a:lnTo>
                  <a:pt x="0" y="0"/>
                </a:lnTo>
                <a:lnTo>
                  <a:pt x="0" y="228473"/>
                </a:lnTo>
                <a:lnTo>
                  <a:pt x="8543340" y="228473"/>
                </a:lnTo>
                <a:lnTo>
                  <a:pt x="8543340" y="0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10831" y="537679"/>
            <a:ext cx="513029" cy="90172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459395" y="422930"/>
            <a:ext cx="7946262" cy="12528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775E54"/>
                </a:solidFill>
                <a:latin typeface="Dotum"/>
                <a:cs typeface="Dotum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91620" y="1800673"/>
            <a:ext cx="4731385" cy="15976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6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1460982" y="6944864"/>
            <a:ext cx="180975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437469" y="6941690"/>
            <a:ext cx="1355089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0104" y="7027545"/>
            <a:ext cx="2456561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8.jp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10.jp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1.jp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2.png"/><Relationship Id="rId3" Type="http://schemas.openxmlformats.org/officeDocument/2006/relationships/image" Target="../media/image13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6.jp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7.jp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8.jp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1.jp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2.jp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3.jp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Relationship Id="rId3" Type="http://schemas.openxmlformats.org/officeDocument/2006/relationships/image" Target="../media/image24.jp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5.jpg"/><Relationship Id="rId4" Type="http://schemas.openxmlformats.org/officeDocument/2006/relationships/image" Target="../media/image17.jp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9.jpg"/><Relationship Id="rId4" Type="http://schemas.openxmlformats.org/officeDocument/2006/relationships/image" Target="../media/image26.jpg"/><Relationship Id="rId5" Type="http://schemas.openxmlformats.org/officeDocument/2006/relationships/image" Target="../media/image20.jp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7.jpg"/><Relationship Id="rId4" Type="http://schemas.openxmlformats.org/officeDocument/2006/relationships/image" Target="../media/image28.jpg"/><Relationship Id="rId5" Type="http://schemas.openxmlformats.org/officeDocument/2006/relationships/image" Target="../media/image29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21.jpg"/><Relationship Id="rId4" Type="http://schemas.openxmlformats.org/officeDocument/2006/relationships/image" Target="../media/image30.jp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1.jp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2.jpg"/><Relationship Id="rId3" Type="http://schemas.openxmlformats.org/officeDocument/2006/relationships/image" Target="../media/image33.jp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.jpg"/><Relationship Id="rId3" Type="http://schemas.openxmlformats.org/officeDocument/2006/relationships/image" Target="../media/image35.jp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6.jp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7.jpg"/><Relationship Id="rId4" Type="http://schemas.openxmlformats.org/officeDocument/2006/relationships/image" Target="../media/image32.jp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7.jpg"/><Relationship Id="rId4" Type="http://schemas.openxmlformats.org/officeDocument/2006/relationships/image" Target="../media/image38.jp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4.jpg"/><Relationship Id="rId4" Type="http://schemas.openxmlformats.org/officeDocument/2006/relationships/image" Target="../media/image33.jpg"/><Relationship Id="rId5" Type="http://schemas.openxmlformats.org/officeDocument/2006/relationships/image" Target="../media/image39.jp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5.jpg"/><Relationship Id="rId4" Type="http://schemas.openxmlformats.org/officeDocument/2006/relationships/image" Target="../media/image39.jp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35.jpg"/><Relationship Id="rId4" Type="http://schemas.openxmlformats.org/officeDocument/2006/relationships/image" Target="../media/image40.jp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7.jpg"/><Relationship Id="rId4" Type="http://schemas.openxmlformats.org/officeDocument/2006/relationships/image" Target="../media/image41.jp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1.jpg"/><Relationship Id="rId4" Type="http://schemas.openxmlformats.org/officeDocument/2006/relationships/image" Target="../media/image17.jp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5.jp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6.jp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7.jpg"/><Relationship Id="rId4" Type="http://schemas.openxmlformats.org/officeDocument/2006/relationships/image" Target="../media/image46.jpg"/></Relationships>
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8.jpg"/></Relationships>
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9.png"/><Relationship Id="rId4" Type="http://schemas.openxmlformats.org/officeDocument/2006/relationships/image" Target="../media/image50.jpg"/><Relationship Id="rId5" Type="http://schemas.openxmlformats.org/officeDocument/2006/relationships/image" Target="../media/image51.jpg"/></Relationships>
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9.png"/><Relationship Id="rId4" Type="http://schemas.openxmlformats.org/officeDocument/2006/relationships/image" Target="../media/image50.jpg"/></Relationships>
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49.png"/><Relationship Id="rId4" Type="http://schemas.openxmlformats.org/officeDocument/2006/relationships/image" Target="../media/image52.jpg"/><Relationship Id="rId5" Type="http://schemas.openxmlformats.org/officeDocument/2006/relationships/image" Target="../media/image53.jpg"/></Relationships>
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54.jpg"/><Relationship Id="rId4" Type="http://schemas.openxmlformats.org/officeDocument/2006/relationships/image" Target="../media/image55.jpg"/><Relationship Id="rId5" Type="http://schemas.openxmlformats.org/officeDocument/2006/relationships/image" Target="../media/image49.png"/></Relationships>
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56.jpg"/></Relationships>
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1.jpg"/></Relationships>
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57.jpg"/></Relationships>
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58.jpg"/><Relationship Id="rId4" Type="http://schemas.openxmlformats.org/officeDocument/2006/relationships/image" Target="../media/image59.jpg"/></Relationships>
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50.jpg"/><Relationship Id="rId4" Type="http://schemas.openxmlformats.org/officeDocument/2006/relationships/image" Target="../media/image60.jpg"/></Relationships>
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61.jpg"/><Relationship Id="rId4" Type="http://schemas.openxmlformats.org/officeDocument/2006/relationships/image" Target="../media/image55.jpg"/><Relationship Id="rId5" Type="http://schemas.openxmlformats.org/officeDocument/2006/relationships/image" Target="../media/image57.jpg"/><Relationship Id="rId6" Type="http://schemas.openxmlformats.org/officeDocument/2006/relationships/image" Target="../media/image46.jpg"/></Relationships>
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62.png"/><Relationship Id="rId4" Type="http://schemas.openxmlformats.org/officeDocument/2006/relationships/hyperlink" Target="https://en.wikipedia.org/wiki/Huffman_coding)" TargetMode="External"/><Relationship Id="rId5" Type="http://schemas.openxmlformats.org/officeDocument/2006/relationships/image" Target="../media/image63.jpg"/></Relationships>
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62.png"/></Relationships>
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4.png"/><Relationship Id="rId3" Type="http://schemas.openxmlformats.org/officeDocument/2006/relationships/image" Target="../media/image65.png"/><Relationship Id="rId4" Type="http://schemas.openxmlformats.org/officeDocument/2006/relationships/image" Target="../media/image66.png"/></Relationships>
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7.png"/><Relationship Id="rId3" Type="http://schemas.openxmlformats.org/officeDocument/2006/relationships/image" Target="../media/image68.png"/></Relationships>
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png"/><Relationship Id="rId3" Type="http://schemas.openxmlformats.org/officeDocument/2006/relationships/image" Target="../media/image69.png"/><Relationship Id="rId4" Type="http://schemas.openxmlformats.org/officeDocument/2006/relationships/image" Target="../media/image70.png"/><Relationship Id="rId5" Type="http://schemas.openxmlformats.org/officeDocument/2006/relationships/image" Target="../media/image71.png"/></Relationships>
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/Relationships>
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
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2.png"/></Relationships>
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3.png"/></Relationships>
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
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
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
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
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5.jpg"/></Relationships>
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6.png"/><Relationship Id="rId4" Type="http://schemas.openxmlformats.org/officeDocument/2006/relationships/image" Target="../media/image77.png"/></Relationships>
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78.png"/><Relationship Id="rId4" Type="http://schemas.openxmlformats.org/officeDocument/2006/relationships/image" Target="../media/image79.png"/><Relationship Id="rId5" Type="http://schemas.openxmlformats.org/officeDocument/2006/relationships/image" Target="../media/image80.png"/><Relationship Id="rId6" Type="http://schemas.openxmlformats.org/officeDocument/2006/relationships/image" Target="../media/image81.jpg"/></Relationships>
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2.png"/><Relationship Id="rId3" Type="http://schemas.openxmlformats.org/officeDocument/2006/relationships/image" Target="../media/image83.png"/><Relationship Id="rId4" Type="http://schemas.openxmlformats.org/officeDocument/2006/relationships/image" Target="../media/image84.png"/><Relationship Id="rId5" Type="http://schemas.openxmlformats.org/officeDocument/2006/relationships/image" Target="../media/image85.jpg"/></Relationships>
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Relationship Id="rId3" Type="http://schemas.openxmlformats.org/officeDocument/2006/relationships/image" Target="../media/image86.png"/><Relationship Id="rId4" Type="http://schemas.openxmlformats.org/officeDocument/2006/relationships/image" Target="../media/image87.png"/><Relationship Id="rId5" Type="http://schemas.openxmlformats.org/officeDocument/2006/relationships/image" Target="../media/image88.png"/></Relationships>
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
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9.png"/><Relationship Id="rId3" Type="http://schemas.openxmlformats.org/officeDocument/2006/relationships/image" Target="../media/image90.png"/></Relationships>
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4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71829" y="350329"/>
            <a:ext cx="9134475" cy="6854825"/>
            <a:chOff x="771829" y="350329"/>
            <a:chExt cx="9134475" cy="6854825"/>
          </a:xfrm>
        </p:grpSpPr>
        <p:sp>
          <p:nvSpPr>
            <p:cNvPr id="3" name="object 3"/>
            <p:cNvSpPr/>
            <p:nvPr/>
          </p:nvSpPr>
          <p:spPr>
            <a:xfrm>
              <a:off x="771829" y="350329"/>
              <a:ext cx="9134475" cy="5968365"/>
            </a:xfrm>
            <a:custGeom>
              <a:avLst/>
              <a:gdLst/>
              <a:ahLst/>
              <a:cxnLst/>
              <a:rect l="l" t="t" r="r" b="b"/>
              <a:pathLst>
                <a:path w="9134475" h="5968365">
                  <a:moveTo>
                    <a:pt x="0" y="5967831"/>
                  </a:moveTo>
                  <a:lnTo>
                    <a:pt x="9134005" y="5967831"/>
                  </a:lnTo>
                  <a:lnTo>
                    <a:pt x="9134005" y="0"/>
                  </a:lnTo>
                  <a:lnTo>
                    <a:pt x="0" y="0"/>
                  </a:lnTo>
                  <a:lnTo>
                    <a:pt x="0" y="5967831"/>
                  </a:lnTo>
                  <a:close/>
                </a:path>
              </a:pathLst>
            </a:custGeom>
            <a:solidFill>
              <a:srgbClr val="775E54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771829" y="6318160"/>
              <a:ext cx="9134475" cy="887094"/>
            </a:xfrm>
            <a:custGeom>
              <a:avLst/>
              <a:gdLst/>
              <a:ahLst/>
              <a:cxnLst/>
              <a:rect l="l" t="t" r="r" b="b"/>
              <a:pathLst>
                <a:path w="9134475" h="887095">
                  <a:moveTo>
                    <a:pt x="9134005" y="0"/>
                  </a:moveTo>
                  <a:lnTo>
                    <a:pt x="0" y="0"/>
                  </a:lnTo>
                  <a:lnTo>
                    <a:pt x="0" y="886485"/>
                  </a:lnTo>
                  <a:lnTo>
                    <a:pt x="9134005" y="886485"/>
                  </a:lnTo>
                  <a:lnTo>
                    <a:pt x="913400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771829" y="6400406"/>
              <a:ext cx="2238375" cy="713105"/>
            </a:xfrm>
            <a:custGeom>
              <a:avLst/>
              <a:gdLst/>
              <a:ahLst/>
              <a:cxnLst/>
              <a:rect l="l" t="t" r="r" b="b"/>
              <a:pathLst>
                <a:path w="2238375" h="713104">
                  <a:moveTo>
                    <a:pt x="2237816" y="0"/>
                  </a:moveTo>
                  <a:lnTo>
                    <a:pt x="0" y="0"/>
                  </a:lnTo>
                  <a:lnTo>
                    <a:pt x="0" y="712851"/>
                  </a:lnTo>
                  <a:lnTo>
                    <a:pt x="2237816" y="712851"/>
                  </a:lnTo>
                  <a:lnTo>
                    <a:pt x="2237816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3128403" y="6391262"/>
              <a:ext cx="6777990" cy="713105"/>
            </a:xfrm>
            <a:custGeom>
              <a:avLst/>
              <a:gdLst/>
              <a:ahLst/>
              <a:cxnLst/>
              <a:rect l="l" t="t" r="r" b="b"/>
              <a:pathLst>
                <a:path w="6777990" h="713104">
                  <a:moveTo>
                    <a:pt x="6777431" y="0"/>
                  </a:moveTo>
                  <a:lnTo>
                    <a:pt x="0" y="0"/>
                  </a:lnTo>
                  <a:lnTo>
                    <a:pt x="0" y="712850"/>
                  </a:lnTo>
                  <a:lnTo>
                    <a:pt x="6777431" y="712850"/>
                  </a:lnTo>
                  <a:lnTo>
                    <a:pt x="6777431" y="0"/>
                  </a:lnTo>
                  <a:close/>
                </a:path>
              </a:pathLst>
            </a:custGeom>
            <a:solidFill>
              <a:srgbClr val="94B5D1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3210077" y="5502743"/>
            <a:ext cx="236601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120">
                <a:solidFill>
                  <a:srgbClr val="EBDDC2"/>
                </a:solidFill>
              </a:rPr>
              <a:t>9장</a:t>
            </a:r>
            <a:r>
              <a:rPr dirty="0" spc="-10">
                <a:solidFill>
                  <a:srgbClr val="EBDDC2"/>
                </a:solidFill>
              </a:rPr>
              <a:t> </a:t>
            </a:r>
            <a:r>
              <a:rPr dirty="0" spc="-2185">
                <a:solidFill>
                  <a:srgbClr val="EBDDC2"/>
                </a:solidFill>
              </a:rPr>
              <a:t>우선순위</a:t>
            </a:r>
            <a:r>
              <a:rPr dirty="0" spc="-15">
                <a:solidFill>
                  <a:srgbClr val="EBDDC2"/>
                </a:solidFill>
              </a:rPr>
              <a:t> </a:t>
            </a:r>
            <a:r>
              <a:rPr dirty="0" spc="-2650">
                <a:solidFill>
                  <a:srgbClr val="EBDDC2"/>
                </a:solidFill>
              </a:rPr>
              <a:t>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5698" rIns="0" bIns="0" rtlCol="0" vert="horz">
            <a:spAutoFit/>
          </a:bodyPr>
          <a:lstStyle/>
          <a:p>
            <a:pPr marL="320040">
              <a:lnSpc>
                <a:spcPct val="100000"/>
              </a:lnSpc>
              <a:spcBef>
                <a:spcPts val="95"/>
              </a:spcBef>
            </a:pPr>
            <a:r>
              <a:rPr dirty="0" sz="4800">
                <a:latin typeface="Tw Cen MT"/>
                <a:cs typeface="Tw Cen MT"/>
              </a:rPr>
              <a:t>Q</a:t>
            </a:r>
            <a:r>
              <a:rPr dirty="0" sz="4800" spc="-35">
                <a:latin typeface="Tw Cen MT"/>
                <a:cs typeface="Tw Cen MT"/>
              </a:rPr>
              <a:t> </a:t>
            </a:r>
            <a:r>
              <a:rPr dirty="0" sz="4800">
                <a:latin typeface="Tw Cen MT"/>
                <a:cs typeface="Tw Cen MT"/>
              </a:rPr>
              <a:t>&amp;</a:t>
            </a:r>
            <a:r>
              <a:rPr dirty="0" sz="4800" spc="-40">
                <a:latin typeface="Tw Cen MT"/>
                <a:cs typeface="Tw Cen MT"/>
              </a:rPr>
              <a:t> </a:t>
            </a:r>
            <a:r>
              <a:rPr dirty="0" sz="4800" spc="-50">
                <a:latin typeface="Tw Cen MT"/>
                <a:cs typeface="Tw Cen MT"/>
              </a:rPr>
              <a:t>A</a:t>
            </a:r>
            <a:endParaRPr sz="4800">
              <a:latin typeface="Tw Cen MT"/>
              <a:cs typeface="Tw Cen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78191" y="4866563"/>
            <a:ext cx="1895297" cy="1814106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101708" y="1960588"/>
            <a:ext cx="6025515" cy="23075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ts val="288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언제라도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질문하세요</a:t>
            </a:r>
            <a:endParaRPr sz="2400">
              <a:latin typeface="Gulim"/>
              <a:cs typeface="Gulim"/>
            </a:endParaRPr>
          </a:p>
          <a:p>
            <a:pPr marL="332105">
              <a:lnSpc>
                <a:spcPts val="2880"/>
              </a:lnSpc>
            </a:pPr>
            <a:r>
              <a:rPr dirty="0" sz="2400" spc="-10">
                <a:latin typeface="Gulim"/>
                <a:cs typeface="Gulim"/>
              </a:rPr>
              <a:t>모르면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외우면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되지만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코딩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안되면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꼭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  <a:p>
            <a:pPr lvl="1" marL="668655" indent="-336550">
              <a:lnSpc>
                <a:spcPts val="2880"/>
              </a:lnSpc>
              <a:buFont typeface="Arial"/>
              <a:buAutoNum type="arabicPeriod"/>
              <a:tabLst>
                <a:tab pos="668655" algn="l"/>
              </a:tabLst>
            </a:pPr>
            <a:r>
              <a:rPr dirty="0" sz="2400" spc="-20">
                <a:latin typeface="Gulim"/>
                <a:cs typeface="Gulim"/>
              </a:rPr>
              <a:t>대면수업</a:t>
            </a:r>
            <a:endParaRPr sz="2400">
              <a:latin typeface="Gulim"/>
              <a:cs typeface="Gulim"/>
            </a:endParaRPr>
          </a:p>
          <a:p>
            <a:pPr lvl="1" marL="668655" indent="-336550">
              <a:lnSpc>
                <a:spcPct val="100000"/>
              </a:lnSpc>
              <a:buFont typeface="Arial"/>
              <a:buAutoNum type="arabicPeriod"/>
              <a:tabLst>
                <a:tab pos="668655" algn="l"/>
              </a:tabLst>
            </a:pPr>
            <a:r>
              <a:rPr dirty="0" sz="2400" spc="-25">
                <a:latin typeface="Gulim"/>
                <a:cs typeface="Gulim"/>
              </a:rPr>
              <a:t>한성</a:t>
            </a:r>
            <a:r>
              <a:rPr dirty="0" sz="2400" spc="-25">
                <a:latin typeface="Arial"/>
                <a:cs typeface="Arial"/>
              </a:rPr>
              <a:t>e-</a:t>
            </a:r>
            <a:r>
              <a:rPr dirty="0" sz="2400">
                <a:latin typeface="Arial"/>
                <a:cs typeface="Arial"/>
              </a:rPr>
              <a:t>class</a:t>
            </a:r>
            <a:r>
              <a:rPr dirty="0" sz="2400" spc="-5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질의응답게시판</a:t>
            </a:r>
            <a:endParaRPr sz="2400">
              <a:latin typeface="Gulim"/>
              <a:cs typeface="Gulim"/>
            </a:endParaRPr>
          </a:p>
          <a:p>
            <a:pPr lvl="1">
              <a:lnSpc>
                <a:spcPct val="100000"/>
              </a:lnSpc>
              <a:spcBef>
                <a:spcPts val="455"/>
              </a:spcBef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331470" indent="-318770">
              <a:lnSpc>
                <a:spcPct val="100000"/>
              </a:lnSpc>
              <a:buClr>
                <a:srgbClr val="DD8046"/>
              </a:buClr>
              <a:buFont typeface="Meiryo UI"/>
              <a:buChar char="□"/>
              <a:tabLst>
                <a:tab pos="331470" algn="l"/>
                <a:tab pos="3274695" algn="l"/>
              </a:tabLst>
            </a:pPr>
            <a:r>
              <a:rPr dirty="0" sz="2400" spc="-10">
                <a:latin typeface="Gulim"/>
                <a:cs typeface="Gulim"/>
              </a:rPr>
              <a:t>강사의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1</a:t>
            </a:r>
            <a:r>
              <a:rPr dirty="0" sz="2400">
                <a:latin typeface="Gulim"/>
                <a:cs typeface="Gulim"/>
              </a:rPr>
              <a:t>번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선생님은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여러분들의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질문</a:t>
            </a:r>
            <a:endParaRPr sz="2400">
              <a:latin typeface="Gulim"/>
              <a:cs typeface="Gulim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90"/>
              <a:t>앞으로</a:t>
            </a:r>
            <a:r>
              <a:rPr dirty="0" spc="-265"/>
              <a:t> </a:t>
            </a:r>
            <a:r>
              <a:rPr dirty="0" spc="-1985"/>
              <a:t>나는</a:t>
            </a:r>
            <a:r>
              <a:rPr dirty="0" spc="-245"/>
              <a:t> </a:t>
            </a:r>
            <a:r>
              <a:rPr dirty="0" spc="-1365"/>
              <a:t>할</a:t>
            </a:r>
            <a:r>
              <a:rPr dirty="0" spc="-260"/>
              <a:t> </a:t>
            </a:r>
            <a:r>
              <a:rPr dirty="0" spc="-2600"/>
              <a:t>수</a:t>
            </a:r>
            <a:r>
              <a:rPr dirty="0" spc="-265"/>
              <a:t> </a:t>
            </a:r>
            <a:r>
              <a:rPr dirty="0" spc="-1385"/>
              <a:t>있다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2376937"/>
            <a:ext cx="6926580" cy="184277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우선순위큐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자료구조를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이해한다</a:t>
            </a:r>
            <a:r>
              <a:rPr dirty="0" sz="2400" spc="-1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우선순위큐를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배열로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구현할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1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우선순위큐를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Linked</a:t>
            </a:r>
            <a:r>
              <a:rPr dirty="0" sz="2400" spc="-2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List</a:t>
            </a:r>
            <a:r>
              <a:rPr dirty="0" sz="2400">
                <a:latin typeface="Gulim"/>
                <a:cs typeface="Gulim"/>
              </a:rPr>
              <a:t>로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구현할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나는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우선순위큐를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히프로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구현할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85"/>
              <a:t>우선순위</a:t>
            </a:r>
            <a:r>
              <a:rPr dirty="0" spc="-254"/>
              <a:t> </a:t>
            </a:r>
            <a:r>
              <a:rPr dirty="0" spc="-2660"/>
              <a:t>큐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0" y="1933930"/>
            <a:ext cx="7980045" cy="1466850"/>
          </a:xfrm>
          <a:prstGeom prst="rect">
            <a:avLst/>
          </a:prstGeom>
        </p:spPr>
        <p:txBody>
          <a:bodyPr wrap="square" lIns="0" tIns="53975" rIns="0" bIns="0" rtlCol="0" vert="horz">
            <a:spAutoFit/>
          </a:bodyPr>
          <a:lstStyle/>
          <a:p>
            <a:pPr marL="332105" marR="97790" indent="-320040">
              <a:lnSpc>
                <a:spcPts val="2590"/>
              </a:lnSpc>
              <a:spcBef>
                <a:spcPts val="42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</a:t>
            </a:r>
            <a:r>
              <a:rPr dirty="0" sz="2400">
                <a:latin typeface="Tw Cen MT"/>
                <a:cs typeface="Tw Cen MT"/>
              </a:rPr>
              <a:t>(priority</a:t>
            </a:r>
            <a:r>
              <a:rPr dirty="0" sz="2400" spc="-75">
                <a:latin typeface="Tw Cen MT"/>
                <a:cs typeface="Tw Cen MT"/>
              </a:rPr>
              <a:t> </a:t>
            </a:r>
            <a:r>
              <a:rPr dirty="0" sz="2400">
                <a:latin typeface="Tw Cen MT"/>
                <a:cs typeface="Tw Cen MT"/>
              </a:rPr>
              <a:t>queue):</a:t>
            </a:r>
            <a:r>
              <a:rPr dirty="0" sz="2400" spc="-55">
                <a:latin typeface="Tw Cen MT"/>
                <a:cs typeface="Tw Cen MT"/>
              </a:rPr>
              <a:t> </a:t>
            </a:r>
            <a:r>
              <a:rPr dirty="0" sz="2400" spc="-20">
                <a:latin typeface="Gulim"/>
                <a:cs typeface="Gulim"/>
              </a:rPr>
              <a:t>우선순위를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가진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항목들을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저 </a:t>
            </a:r>
            <a:r>
              <a:rPr dirty="0" sz="2400" spc="-10">
                <a:latin typeface="Gulim"/>
                <a:cs typeface="Gulim"/>
              </a:rPr>
              <a:t>장하는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큐</a:t>
            </a:r>
            <a:endParaRPr sz="2400">
              <a:latin typeface="Gulim"/>
              <a:cs typeface="Gulim"/>
            </a:endParaRPr>
          </a:p>
          <a:p>
            <a:pPr marL="332105" marR="5080" indent="-320040">
              <a:lnSpc>
                <a:spcPts val="259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>
                <a:latin typeface="Tw Cen MT"/>
                <a:cs typeface="Tw Cen MT"/>
              </a:rPr>
              <a:t>FIFO</a:t>
            </a:r>
            <a:r>
              <a:rPr dirty="0" sz="2400" spc="-60">
                <a:latin typeface="Tw Cen MT"/>
                <a:cs typeface="Tw Cen MT"/>
              </a:rPr>
              <a:t> </a:t>
            </a:r>
            <a:r>
              <a:rPr dirty="0" sz="2400" spc="-10">
                <a:latin typeface="Gulim"/>
                <a:cs typeface="Gulim"/>
              </a:rPr>
              <a:t>순서가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아니라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우선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순위가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높은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데이터가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먼저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나가 </a:t>
            </a:r>
            <a:r>
              <a:rPr dirty="0" sz="2400">
                <a:latin typeface="Gulim"/>
                <a:cs typeface="Gulim"/>
              </a:rPr>
              <a:t>게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된다</a:t>
            </a:r>
            <a:r>
              <a:rPr dirty="0" sz="2400" spc="-25">
                <a:latin typeface="Tw Cen MT"/>
                <a:cs typeface="Tw Cen MT"/>
              </a:rPr>
              <a:t>.</a:t>
            </a:r>
            <a:endParaRPr sz="2400">
              <a:latin typeface="Tw Cen MT"/>
              <a:cs typeface="Tw Cen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32109" y="4037968"/>
            <a:ext cx="5328166" cy="251360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85"/>
              <a:t>우선순위</a:t>
            </a:r>
            <a:r>
              <a:rPr dirty="0" spc="-254"/>
              <a:t> </a:t>
            </a:r>
            <a:r>
              <a:rPr dirty="0" spc="-2660"/>
              <a:t>큐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978101"/>
            <a:ext cx="7882255" cy="756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가장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일반적인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</a:t>
            </a:r>
            <a:r>
              <a:rPr dirty="0" sz="2400">
                <a:latin typeface="Arial"/>
                <a:cs typeface="Arial"/>
              </a:rPr>
              <a:t>: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스택이나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FIFO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큐를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구 </a:t>
            </a:r>
            <a:r>
              <a:rPr dirty="0" sz="2400">
                <a:latin typeface="Gulim"/>
                <a:cs typeface="Gulim"/>
              </a:rPr>
              <a:t>현할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있다</a:t>
            </a:r>
            <a:r>
              <a:rPr dirty="0" sz="2400" spc="-25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2443" y="5070157"/>
            <a:ext cx="164782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응용분야</a:t>
            </a:r>
            <a:r>
              <a:rPr dirty="0" sz="2400" spc="-10">
                <a:latin typeface="Arial"/>
                <a:cs typeface="Arial"/>
              </a:rPr>
              <a:t>: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827796" y="5484457"/>
            <a:ext cx="131445" cy="49149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5">
                <a:solidFill>
                  <a:srgbClr val="DD8046"/>
                </a:solidFill>
                <a:latin typeface="Meiryo UI"/>
                <a:cs typeface="Meiryo UI"/>
              </a:rPr>
              <a:t>n</a:t>
            </a:r>
            <a:endParaRPr sz="1100">
              <a:latin typeface="Meiryo UI"/>
              <a:cs typeface="Meiryo UI"/>
            </a:endParaRPr>
          </a:p>
          <a:p>
            <a:pPr marL="12700">
              <a:lnSpc>
                <a:spcPct val="100000"/>
              </a:lnSpc>
              <a:spcBef>
                <a:spcPts val="1005"/>
              </a:spcBef>
            </a:pPr>
            <a:r>
              <a:rPr dirty="0" sz="1100" spc="105">
                <a:solidFill>
                  <a:srgbClr val="DD8046"/>
                </a:solidFill>
                <a:latin typeface="Meiryo UI"/>
                <a:cs typeface="Meiryo UI"/>
              </a:rPr>
              <a:t>n</a:t>
            </a:r>
            <a:endParaRPr sz="1100">
              <a:latin typeface="Meiryo UI"/>
              <a:cs typeface="Meiryo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01824" y="5435108"/>
            <a:ext cx="5835650" cy="8940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7400"/>
              </a:lnSpc>
              <a:spcBef>
                <a:spcPts val="100"/>
              </a:spcBef>
            </a:pPr>
            <a:r>
              <a:rPr dirty="0" baseline="1736" sz="2400" spc="-15">
                <a:latin typeface="Gulim"/>
                <a:cs typeface="Gulim"/>
              </a:rPr>
              <a:t>시뮬레이션</a:t>
            </a:r>
            <a:r>
              <a:rPr dirty="0" baseline="1736" sz="2400" spc="-172">
                <a:latin typeface="Gulim"/>
                <a:cs typeface="Gulim"/>
              </a:rPr>
              <a:t> </a:t>
            </a:r>
            <a:r>
              <a:rPr dirty="0" baseline="1736" sz="2400" spc="-15">
                <a:latin typeface="Gulim"/>
                <a:cs typeface="Gulim"/>
              </a:rPr>
              <a:t>시스템</a:t>
            </a:r>
            <a:r>
              <a:rPr dirty="0" sz="1600" spc="-10">
                <a:latin typeface="Arial"/>
                <a:cs typeface="Arial"/>
              </a:rPr>
              <a:t>(</a:t>
            </a:r>
            <a:r>
              <a:rPr dirty="0" baseline="1736" sz="2400" spc="-15">
                <a:latin typeface="Gulim"/>
                <a:cs typeface="Gulim"/>
              </a:rPr>
              <a:t>여기서의</a:t>
            </a:r>
            <a:r>
              <a:rPr dirty="0" baseline="1736" sz="2400" spc="-127">
                <a:latin typeface="Gulim"/>
                <a:cs typeface="Gulim"/>
              </a:rPr>
              <a:t> </a:t>
            </a:r>
            <a:r>
              <a:rPr dirty="0" baseline="1736" sz="2400">
                <a:latin typeface="Gulim"/>
                <a:cs typeface="Gulim"/>
              </a:rPr>
              <a:t>우선</a:t>
            </a:r>
            <a:r>
              <a:rPr dirty="0" baseline="1736" sz="2400" spc="-179">
                <a:latin typeface="Gulim"/>
                <a:cs typeface="Gulim"/>
              </a:rPr>
              <a:t> </a:t>
            </a:r>
            <a:r>
              <a:rPr dirty="0" baseline="1736" sz="2400">
                <a:latin typeface="Gulim"/>
                <a:cs typeface="Gulim"/>
              </a:rPr>
              <a:t>순위는</a:t>
            </a:r>
            <a:r>
              <a:rPr dirty="0" baseline="1736" sz="2400" spc="-179">
                <a:latin typeface="Gulim"/>
                <a:cs typeface="Gulim"/>
              </a:rPr>
              <a:t> </a:t>
            </a:r>
            <a:r>
              <a:rPr dirty="0" baseline="1736" sz="2400">
                <a:latin typeface="Gulim"/>
                <a:cs typeface="Gulim"/>
              </a:rPr>
              <a:t>대개</a:t>
            </a:r>
            <a:r>
              <a:rPr dirty="0" baseline="1736" sz="2400" spc="-165">
                <a:latin typeface="Gulim"/>
                <a:cs typeface="Gulim"/>
              </a:rPr>
              <a:t> </a:t>
            </a:r>
            <a:r>
              <a:rPr dirty="0" baseline="1736" sz="2400">
                <a:latin typeface="Gulim"/>
                <a:cs typeface="Gulim"/>
              </a:rPr>
              <a:t>사건의</a:t>
            </a:r>
            <a:r>
              <a:rPr dirty="0" baseline="1736" sz="2400" spc="-179">
                <a:latin typeface="Gulim"/>
                <a:cs typeface="Gulim"/>
              </a:rPr>
              <a:t> </a:t>
            </a:r>
            <a:r>
              <a:rPr dirty="0" baseline="1736" sz="2400" spc="-15">
                <a:latin typeface="Gulim"/>
                <a:cs typeface="Gulim"/>
              </a:rPr>
              <a:t>시각이다</a:t>
            </a:r>
            <a:r>
              <a:rPr dirty="0" sz="1600" spc="-10">
                <a:latin typeface="Arial"/>
                <a:cs typeface="Arial"/>
              </a:rPr>
              <a:t>.) </a:t>
            </a:r>
            <a:r>
              <a:rPr dirty="0" sz="1600">
                <a:latin typeface="Gulim"/>
                <a:cs typeface="Gulim"/>
              </a:rPr>
              <a:t>네트워크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트래픽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제어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dirty="0" sz="1600">
                <a:latin typeface="Gulim"/>
                <a:cs typeface="Gulim"/>
              </a:rPr>
              <a:t>운영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체제에서의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작업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스케쥴링</a:t>
            </a:r>
            <a:endParaRPr sz="16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27796" y="6075452"/>
            <a:ext cx="131445" cy="1955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1100" spc="105">
                <a:solidFill>
                  <a:srgbClr val="DD8046"/>
                </a:solidFill>
                <a:latin typeface="Meiryo UI"/>
                <a:cs typeface="Meiryo UI"/>
              </a:rPr>
              <a:t>n</a:t>
            </a:r>
            <a:endParaRPr sz="1100">
              <a:latin typeface="Meiryo UI"/>
              <a:cs typeface="Meiryo UI"/>
            </a:endParaRPr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2995949" y="2962586"/>
          <a:ext cx="3775710" cy="15824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4275"/>
                <a:gridCol w="2502535"/>
              </a:tblGrid>
              <a:tr h="395605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000" spc="-1065">
                          <a:latin typeface="Dotum"/>
                          <a:cs typeface="Dotum"/>
                        </a:rPr>
                        <a:t>자료구조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DFBE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000" spc="-819">
                          <a:latin typeface="Dotum"/>
                          <a:cs typeface="Dotum"/>
                        </a:rPr>
                        <a:t>삭제되는</a:t>
                      </a:r>
                      <a:r>
                        <a:rPr dirty="0" sz="2000" spc="-125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1215">
                          <a:latin typeface="Dotum"/>
                          <a:cs typeface="Dotum"/>
                        </a:rPr>
                        <a:t>요소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FDFBE"/>
                    </a:solidFill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000" spc="-925">
                          <a:latin typeface="Dotum"/>
                          <a:cs typeface="Dotum"/>
                        </a:rPr>
                        <a:t>스택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000" spc="-625">
                          <a:latin typeface="Dotum"/>
                          <a:cs typeface="Dotum"/>
                        </a:rPr>
                        <a:t>가장</a:t>
                      </a:r>
                      <a:r>
                        <a:rPr dirty="0" sz="2000" spc="-130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885">
                          <a:latin typeface="Dotum"/>
                          <a:cs typeface="Dotum"/>
                        </a:rPr>
                        <a:t>최근에</a:t>
                      </a:r>
                      <a:r>
                        <a:rPr dirty="0" sz="2000" spc="-120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1070">
                          <a:latin typeface="Dotum"/>
                          <a:cs typeface="Dotum"/>
                        </a:rPr>
                        <a:t>들어온</a:t>
                      </a:r>
                      <a:r>
                        <a:rPr dirty="0" sz="2000" spc="-120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795">
                          <a:latin typeface="Dotum"/>
                          <a:cs typeface="Dotum"/>
                        </a:rPr>
                        <a:t>데이터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000" spc="-1230">
                          <a:latin typeface="Dotum"/>
                          <a:cs typeface="Dotum"/>
                        </a:rPr>
                        <a:t>큐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000" spc="-625">
                          <a:latin typeface="Dotum"/>
                          <a:cs typeface="Dotum"/>
                        </a:rPr>
                        <a:t>가장</a:t>
                      </a:r>
                      <a:r>
                        <a:rPr dirty="0" sz="2000" spc="-135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800">
                          <a:latin typeface="Dotum"/>
                          <a:cs typeface="Dotum"/>
                        </a:rPr>
                        <a:t>먼저</a:t>
                      </a:r>
                      <a:r>
                        <a:rPr dirty="0" sz="2000" spc="-130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1070">
                          <a:latin typeface="Dotum"/>
                          <a:cs typeface="Dotum"/>
                        </a:rPr>
                        <a:t>들어온</a:t>
                      </a:r>
                      <a:r>
                        <a:rPr dirty="0" sz="2000" spc="-110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795">
                          <a:latin typeface="Dotum"/>
                          <a:cs typeface="Dotum"/>
                        </a:rPr>
                        <a:t>데이터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29845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2000" spc="-1040">
                          <a:latin typeface="Dotum"/>
                          <a:cs typeface="Dotum"/>
                        </a:rPr>
                        <a:t>우선순위큐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BF00"/>
                    </a:solidFill>
                  </a:tcPr>
                </a:tc>
                <a:tc>
                  <a:txBody>
                    <a:bodyPr/>
                    <a:lstStyle/>
                    <a:p>
                      <a:pPr marL="299085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1828800" algn="l"/>
                        </a:tabLst>
                      </a:pPr>
                      <a:r>
                        <a:rPr dirty="0" sz="2000" spc="-625">
                          <a:latin typeface="Dotum"/>
                          <a:cs typeface="Dotum"/>
                        </a:rPr>
                        <a:t>가장</a:t>
                      </a:r>
                      <a:r>
                        <a:rPr dirty="0" sz="2000" spc="-135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919">
                          <a:latin typeface="Dotum"/>
                          <a:cs typeface="Dotum"/>
                        </a:rPr>
                        <a:t>우선순위가</a:t>
                      </a:r>
                      <a:r>
                        <a:rPr dirty="0" sz="2000" spc="-135">
                          <a:latin typeface="Dotum"/>
                          <a:cs typeface="Dotum"/>
                        </a:rPr>
                        <a:t> </a:t>
                      </a:r>
                      <a:r>
                        <a:rPr dirty="0" sz="2000" spc="-1205">
                          <a:latin typeface="Dotum"/>
                          <a:cs typeface="Dotum"/>
                        </a:rPr>
                        <a:t>높은</a:t>
                      </a:r>
                      <a:r>
                        <a:rPr dirty="0" sz="2000">
                          <a:latin typeface="Dotum"/>
                          <a:cs typeface="Dotum"/>
                        </a:rPr>
                        <a:t>	</a:t>
                      </a:r>
                      <a:r>
                        <a:rPr dirty="0" sz="2000" spc="-795">
                          <a:latin typeface="Dotum"/>
                          <a:cs typeface="Dotum"/>
                        </a:rPr>
                        <a:t>데이터</a:t>
                      </a:r>
                      <a:endParaRPr sz="2000">
                        <a:latin typeface="Dotum"/>
                        <a:cs typeface="Dotu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70"/>
              <a:t>우선순위큐</a:t>
            </a:r>
            <a:r>
              <a:rPr dirty="0" spc="-245"/>
              <a:t> </a:t>
            </a:r>
            <a:r>
              <a:rPr dirty="0" spc="-25">
                <a:latin typeface="Tw Cen MT"/>
                <a:cs typeface="Tw Cen MT"/>
              </a:rPr>
              <a:t>ADT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05585" y="2236025"/>
            <a:ext cx="7893684" cy="2971800"/>
            <a:chOff x="1505585" y="2236025"/>
            <a:chExt cx="7893684" cy="2971800"/>
          </a:xfrm>
        </p:grpSpPr>
        <p:sp>
          <p:nvSpPr>
            <p:cNvPr id="5" name="object 5"/>
            <p:cNvSpPr/>
            <p:nvPr/>
          </p:nvSpPr>
          <p:spPr>
            <a:xfrm>
              <a:off x="1517764" y="2248217"/>
              <a:ext cx="7867650" cy="2947670"/>
            </a:xfrm>
            <a:custGeom>
              <a:avLst/>
              <a:gdLst/>
              <a:ahLst/>
              <a:cxnLst/>
              <a:rect l="l" t="t" r="r" b="b"/>
              <a:pathLst>
                <a:path w="7867650" h="2947670">
                  <a:moveTo>
                    <a:pt x="7867421" y="0"/>
                  </a:moveTo>
                  <a:lnTo>
                    <a:pt x="0" y="0"/>
                  </a:lnTo>
                  <a:lnTo>
                    <a:pt x="0" y="2947352"/>
                  </a:lnTo>
                  <a:lnTo>
                    <a:pt x="7867421" y="2947352"/>
                  </a:lnTo>
                  <a:lnTo>
                    <a:pt x="7867421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05585" y="2236025"/>
              <a:ext cx="7893684" cy="2971800"/>
            </a:xfrm>
            <a:custGeom>
              <a:avLst/>
              <a:gdLst/>
              <a:ahLst/>
              <a:cxnLst/>
              <a:rect l="l" t="t" r="r" b="b"/>
              <a:pathLst>
                <a:path w="7893684" h="2971800">
                  <a:moveTo>
                    <a:pt x="7893304" y="0"/>
                  </a:moveTo>
                  <a:lnTo>
                    <a:pt x="0" y="0"/>
                  </a:lnTo>
                  <a:lnTo>
                    <a:pt x="0" y="2971723"/>
                  </a:lnTo>
                  <a:lnTo>
                    <a:pt x="7893304" y="2971723"/>
                  </a:lnTo>
                  <a:lnTo>
                    <a:pt x="7893304" y="2959544"/>
                  </a:lnTo>
                  <a:lnTo>
                    <a:pt x="25882" y="2959544"/>
                  </a:lnTo>
                  <a:lnTo>
                    <a:pt x="12179" y="2947365"/>
                  </a:lnTo>
                  <a:lnTo>
                    <a:pt x="25882" y="2947365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2191"/>
                  </a:lnTo>
                  <a:lnTo>
                    <a:pt x="7893304" y="12191"/>
                  </a:lnTo>
                  <a:lnTo>
                    <a:pt x="7893304" y="0"/>
                  </a:lnTo>
                  <a:close/>
                </a:path>
                <a:path w="7893684" h="2971800">
                  <a:moveTo>
                    <a:pt x="25882" y="2947365"/>
                  </a:moveTo>
                  <a:lnTo>
                    <a:pt x="12179" y="2947365"/>
                  </a:lnTo>
                  <a:lnTo>
                    <a:pt x="25882" y="2959544"/>
                  </a:lnTo>
                  <a:lnTo>
                    <a:pt x="25882" y="2947365"/>
                  </a:lnTo>
                  <a:close/>
                </a:path>
                <a:path w="7893684" h="2971800">
                  <a:moveTo>
                    <a:pt x="7867434" y="2947365"/>
                  </a:moveTo>
                  <a:lnTo>
                    <a:pt x="25882" y="2947365"/>
                  </a:lnTo>
                  <a:lnTo>
                    <a:pt x="25882" y="2959544"/>
                  </a:lnTo>
                  <a:lnTo>
                    <a:pt x="7867434" y="2959544"/>
                  </a:lnTo>
                  <a:lnTo>
                    <a:pt x="7867434" y="2947365"/>
                  </a:lnTo>
                  <a:close/>
                </a:path>
                <a:path w="7893684" h="2971800">
                  <a:moveTo>
                    <a:pt x="7867434" y="12191"/>
                  </a:moveTo>
                  <a:lnTo>
                    <a:pt x="7867434" y="2959544"/>
                  </a:lnTo>
                  <a:lnTo>
                    <a:pt x="7879613" y="2947365"/>
                  </a:lnTo>
                  <a:lnTo>
                    <a:pt x="7893304" y="2947365"/>
                  </a:lnTo>
                  <a:lnTo>
                    <a:pt x="7893304" y="25895"/>
                  </a:lnTo>
                  <a:lnTo>
                    <a:pt x="7879613" y="25895"/>
                  </a:lnTo>
                  <a:lnTo>
                    <a:pt x="7867434" y="12191"/>
                  </a:lnTo>
                  <a:close/>
                </a:path>
                <a:path w="7893684" h="2971800">
                  <a:moveTo>
                    <a:pt x="7893304" y="2947365"/>
                  </a:moveTo>
                  <a:lnTo>
                    <a:pt x="7879613" y="2947365"/>
                  </a:lnTo>
                  <a:lnTo>
                    <a:pt x="7867434" y="2959544"/>
                  </a:lnTo>
                  <a:lnTo>
                    <a:pt x="7893304" y="2959544"/>
                  </a:lnTo>
                  <a:lnTo>
                    <a:pt x="7893304" y="2947365"/>
                  </a:lnTo>
                  <a:close/>
                </a:path>
                <a:path w="7893684" h="2971800">
                  <a:moveTo>
                    <a:pt x="25882" y="12191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2191"/>
                  </a:lnTo>
                  <a:close/>
                </a:path>
                <a:path w="7893684" h="2971800">
                  <a:moveTo>
                    <a:pt x="7867434" y="12191"/>
                  </a:moveTo>
                  <a:lnTo>
                    <a:pt x="25882" y="12191"/>
                  </a:lnTo>
                  <a:lnTo>
                    <a:pt x="25882" y="25895"/>
                  </a:lnTo>
                  <a:lnTo>
                    <a:pt x="7867434" y="25895"/>
                  </a:lnTo>
                  <a:lnTo>
                    <a:pt x="7867434" y="12191"/>
                  </a:lnTo>
                  <a:close/>
                </a:path>
                <a:path w="7893684" h="2971800">
                  <a:moveTo>
                    <a:pt x="7893304" y="12191"/>
                  </a:moveTo>
                  <a:lnTo>
                    <a:pt x="7867434" y="12191"/>
                  </a:lnTo>
                  <a:lnTo>
                    <a:pt x="7879613" y="25895"/>
                  </a:lnTo>
                  <a:lnTo>
                    <a:pt x="7893304" y="25895"/>
                  </a:lnTo>
                  <a:lnTo>
                    <a:pt x="7893304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96224" y="2202857"/>
            <a:ext cx="7673975" cy="2901315"/>
          </a:xfrm>
          <a:prstGeom prst="rect">
            <a:avLst/>
          </a:prstGeom>
        </p:spPr>
        <p:txBody>
          <a:bodyPr wrap="square" lIns="0" tIns="609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dirty="0" sz="1600">
                <a:latin typeface="Tw Cen MT"/>
                <a:cs typeface="Tw Cen MT"/>
              </a:rPr>
              <a:t>·</a:t>
            </a:r>
            <a:r>
              <a:rPr dirty="0" sz="1600">
                <a:latin typeface="Gulim"/>
                <a:cs typeface="Gulim"/>
              </a:rPr>
              <a:t>객체</a:t>
            </a:r>
            <a:r>
              <a:rPr dirty="0" sz="1600">
                <a:latin typeface="Tw Cen MT"/>
                <a:cs typeface="Tw Cen MT"/>
              </a:rPr>
              <a:t>:</a:t>
            </a:r>
            <a:r>
              <a:rPr dirty="0" sz="1600" spc="-2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n</a:t>
            </a:r>
            <a:r>
              <a:rPr dirty="0" sz="1600">
                <a:latin typeface="Gulim"/>
                <a:cs typeface="Gulim"/>
              </a:rPr>
              <a:t>개의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Tw Cen MT"/>
                <a:cs typeface="Tw Cen MT"/>
              </a:rPr>
              <a:t>element</a:t>
            </a:r>
            <a:r>
              <a:rPr dirty="0" sz="1600" spc="-10">
                <a:latin typeface="Gulim"/>
                <a:cs typeface="Gulim"/>
              </a:rPr>
              <a:t>형의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요소들의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모임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85"/>
              </a:spcBef>
            </a:pPr>
            <a:r>
              <a:rPr dirty="0" sz="1600" spc="-20">
                <a:latin typeface="Tw Cen MT"/>
                <a:cs typeface="Tw Cen MT"/>
              </a:rPr>
              <a:t>·</a:t>
            </a:r>
            <a:r>
              <a:rPr dirty="0" sz="1600" spc="-20">
                <a:latin typeface="Gulim"/>
                <a:cs typeface="Gulim"/>
              </a:rPr>
              <a:t>연산</a:t>
            </a:r>
            <a:r>
              <a:rPr dirty="0" sz="1600" spc="-20">
                <a:latin typeface="Tw Cen MT"/>
                <a:cs typeface="Tw Cen MT"/>
              </a:rPr>
              <a:t>:</a:t>
            </a:r>
            <a:endParaRPr sz="1600">
              <a:latin typeface="Tw Cen MT"/>
              <a:cs typeface="Tw Cen MT"/>
            </a:endParaRPr>
          </a:p>
          <a:p>
            <a:pPr marL="200025" indent="-132715">
              <a:lnSpc>
                <a:spcPct val="100000"/>
              </a:lnSpc>
              <a:spcBef>
                <a:spcPts val="384"/>
              </a:spcBef>
              <a:buFont typeface="Gulim"/>
              <a:buChar char="▪"/>
              <a:tabLst>
                <a:tab pos="200025" algn="l"/>
                <a:tab pos="1838960" algn="l"/>
              </a:tabLst>
            </a:pPr>
            <a:r>
              <a:rPr dirty="0" sz="1600">
                <a:latin typeface="Tw Cen MT"/>
                <a:cs typeface="Tw Cen MT"/>
              </a:rPr>
              <a:t>create()</a:t>
            </a:r>
            <a:r>
              <a:rPr dirty="0" sz="1600" spc="-55">
                <a:latin typeface="Tw Cen MT"/>
                <a:cs typeface="Tw Cen MT"/>
              </a:rPr>
              <a:t> </a:t>
            </a:r>
            <a:r>
              <a:rPr dirty="0" sz="1600" spc="-25">
                <a:latin typeface="Tw Cen MT"/>
                <a:cs typeface="Tw Cen MT"/>
              </a:rPr>
              <a:t>::=</a:t>
            </a:r>
            <a:r>
              <a:rPr dirty="0" sz="1600">
                <a:latin typeface="Tw Cen MT"/>
                <a:cs typeface="Tw Cen MT"/>
              </a:rPr>
              <a:t>	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순위큐를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생성한다</a:t>
            </a:r>
            <a:r>
              <a:rPr dirty="0" sz="1600" spc="-1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  <a:p>
            <a:pPr marL="200025" indent="-132715">
              <a:lnSpc>
                <a:spcPct val="100000"/>
              </a:lnSpc>
              <a:spcBef>
                <a:spcPts val="380"/>
              </a:spcBef>
              <a:buFont typeface="Gulim"/>
              <a:buChar char="▪"/>
              <a:tabLst>
                <a:tab pos="200025" algn="l"/>
              </a:tabLst>
            </a:pPr>
            <a:r>
              <a:rPr dirty="0" sz="1600">
                <a:latin typeface="Tw Cen MT"/>
                <a:cs typeface="Tw Cen MT"/>
              </a:rPr>
              <a:t>init(q)</a:t>
            </a:r>
            <a:r>
              <a:rPr dirty="0" sz="1600" spc="-1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::=</a:t>
            </a:r>
            <a:r>
              <a:rPr dirty="0" sz="1600" spc="-30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순위큐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Tw Cen MT"/>
                <a:cs typeface="Tw Cen MT"/>
              </a:rPr>
              <a:t>q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초기화한다</a:t>
            </a:r>
            <a:r>
              <a:rPr dirty="0" sz="1600" spc="-1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  <a:p>
            <a:pPr marL="200025" indent="-132715">
              <a:lnSpc>
                <a:spcPct val="100000"/>
              </a:lnSpc>
              <a:spcBef>
                <a:spcPts val="384"/>
              </a:spcBef>
              <a:buFont typeface="Gulim"/>
              <a:buChar char="▪"/>
              <a:tabLst>
                <a:tab pos="200025" algn="l"/>
              </a:tabLst>
            </a:pPr>
            <a:r>
              <a:rPr dirty="0" sz="1600">
                <a:latin typeface="Tw Cen MT"/>
                <a:cs typeface="Tw Cen MT"/>
              </a:rPr>
              <a:t>is_empty(q)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::=</a:t>
            </a:r>
            <a:r>
              <a:rPr dirty="0" sz="1600" spc="-45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순위큐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Tw Cen MT"/>
                <a:cs typeface="Tw Cen MT"/>
              </a:rPr>
              <a:t>q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비어있는지를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검사한다</a:t>
            </a:r>
            <a:r>
              <a:rPr dirty="0" sz="1600" spc="-1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  <a:p>
            <a:pPr marL="200025" indent="-132715">
              <a:lnSpc>
                <a:spcPct val="100000"/>
              </a:lnSpc>
              <a:spcBef>
                <a:spcPts val="380"/>
              </a:spcBef>
              <a:buFont typeface="Gulim"/>
              <a:buChar char="▪"/>
              <a:tabLst>
                <a:tab pos="200025" algn="l"/>
              </a:tabLst>
            </a:pPr>
            <a:r>
              <a:rPr dirty="0" sz="1600">
                <a:latin typeface="Tw Cen MT"/>
                <a:cs typeface="Tw Cen MT"/>
              </a:rPr>
              <a:t>is_full(q)</a:t>
            </a:r>
            <a:r>
              <a:rPr dirty="0" sz="1600" spc="-1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::=</a:t>
            </a:r>
            <a:r>
              <a:rPr dirty="0" sz="1600" spc="-30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순위큐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Tw Cen MT"/>
                <a:cs typeface="Tw Cen MT"/>
              </a:rPr>
              <a:t>q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가득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찼는가를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검사한다</a:t>
            </a:r>
            <a:r>
              <a:rPr dirty="0" sz="1600" spc="-1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  <a:p>
            <a:pPr marL="200025" indent="-132715">
              <a:lnSpc>
                <a:spcPct val="100000"/>
              </a:lnSpc>
              <a:spcBef>
                <a:spcPts val="385"/>
              </a:spcBef>
              <a:buFont typeface="Gulim"/>
              <a:buChar char="▪"/>
              <a:tabLst>
                <a:tab pos="200025" algn="l"/>
              </a:tabLst>
            </a:pPr>
            <a:r>
              <a:rPr dirty="0" sz="1600">
                <a:latin typeface="Tw Cen MT"/>
                <a:cs typeface="Tw Cen MT"/>
              </a:rPr>
              <a:t>insert(q,</a:t>
            </a:r>
            <a:r>
              <a:rPr dirty="0" sz="1600" spc="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x)</a:t>
            </a:r>
            <a:r>
              <a:rPr dirty="0" sz="1600" spc="-4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::=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순위큐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Tw Cen MT"/>
                <a:cs typeface="Tw Cen MT"/>
              </a:rPr>
              <a:t>q</a:t>
            </a:r>
            <a:r>
              <a:rPr dirty="0" sz="1600">
                <a:latin typeface="Gulim"/>
                <a:cs typeface="Gulim"/>
              </a:rPr>
              <a:t>에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요소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Tw Cen MT"/>
                <a:cs typeface="Tw Cen MT"/>
              </a:rPr>
              <a:t>x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추가한다</a:t>
            </a:r>
            <a:r>
              <a:rPr dirty="0" sz="1600" spc="-1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  <a:p>
            <a:pPr marL="12700" marR="5080" indent="187325">
              <a:lnSpc>
                <a:spcPct val="100000"/>
              </a:lnSpc>
              <a:spcBef>
                <a:spcPts val="380"/>
              </a:spcBef>
              <a:buFont typeface="Gulim"/>
              <a:buChar char="▪"/>
              <a:tabLst>
                <a:tab pos="200025" algn="l"/>
              </a:tabLst>
            </a:pPr>
            <a:r>
              <a:rPr dirty="0" sz="1600">
                <a:latin typeface="Tw Cen MT"/>
                <a:cs typeface="Tw Cen MT"/>
              </a:rPr>
              <a:t>delete(q)</a:t>
            </a:r>
            <a:r>
              <a:rPr dirty="0" sz="1600" spc="-1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::=</a:t>
            </a:r>
            <a:r>
              <a:rPr dirty="0" sz="1600" spc="-45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순위큐로부터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우선순위가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높은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요소를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삭제하고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요소를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반 </a:t>
            </a:r>
            <a:r>
              <a:rPr dirty="0" sz="1600" spc="-20">
                <a:latin typeface="Gulim"/>
                <a:cs typeface="Gulim"/>
              </a:rPr>
              <a:t>환한다</a:t>
            </a:r>
            <a:r>
              <a:rPr dirty="0" sz="1600" spc="-2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  <a:p>
            <a:pPr marL="200025" indent="-132715">
              <a:lnSpc>
                <a:spcPct val="100000"/>
              </a:lnSpc>
              <a:spcBef>
                <a:spcPts val="384"/>
              </a:spcBef>
              <a:buFont typeface="Gulim"/>
              <a:buChar char="▪"/>
              <a:tabLst>
                <a:tab pos="200025" algn="l"/>
              </a:tabLst>
            </a:pPr>
            <a:r>
              <a:rPr dirty="0" sz="1600">
                <a:latin typeface="Tw Cen MT"/>
                <a:cs typeface="Tw Cen MT"/>
              </a:rPr>
              <a:t>find(q)</a:t>
            </a:r>
            <a:r>
              <a:rPr dirty="0" sz="1600" spc="-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::=</a:t>
            </a:r>
            <a:r>
              <a:rPr dirty="0" sz="1600" spc="-25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우선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순위가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높은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요소를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반환한다</a:t>
            </a:r>
            <a:r>
              <a:rPr dirty="0" sz="1600" spc="-1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70"/>
              <a:t>우선순위큐</a:t>
            </a:r>
            <a:r>
              <a:rPr dirty="0" spc="-245"/>
              <a:t> </a:t>
            </a:r>
            <a:r>
              <a:rPr dirty="0" spc="-25">
                <a:latin typeface="Tw Cen MT"/>
                <a:cs typeface="Tw Cen MT"/>
              </a:rPr>
              <a:t>ADT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978101"/>
            <a:ext cx="7667625" cy="19729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ts val="288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가장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중요한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연산은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insert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연산</a:t>
            </a:r>
            <a:r>
              <a:rPr dirty="0" sz="2400" spc="-20">
                <a:latin typeface="Arial"/>
                <a:cs typeface="Arial"/>
              </a:rPr>
              <a:t>(</a:t>
            </a:r>
            <a:r>
              <a:rPr dirty="0" sz="2400" spc="-20">
                <a:latin typeface="Gulim"/>
                <a:cs typeface="Gulim"/>
              </a:rPr>
              <a:t>요소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삽입</a:t>
            </a:r>
            <a:r>
              <a:rPr dirty="0" sz="2400">
                <a:latin typeface="Arial"/>
                <a:cs typeface="Arial"/>
              </a:rPr>
              <a:t>),</a:t>
            </a:r>
            <a:r>
              <a:rPr dirty="0" sz="2400" spc="-65">
                <a:latin typeface="Arial"/>
                <a:cs typeface="Arial"/>
              </a:rPr>
              <a:t> </a:t>
            </a:r>
            <a:r>
              <a:rPr dirty="0" sz="2400">
                <a:latin typeface="Arial"/>
                <a:cs typeface="Arial"/>
              </a:rPr>
              <a:t>delete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25">
                <a:latin typeface="Gulim"/>
                <a:cs typeface="Gulim"/>
              </a:rPr>
              <a:t>연산</a:t>
            </a:r>
            <a:endParaRPr sz="2400">
              <a:latin typeface="Gulim"/>
              <a:cs typeface="Gulim"/>
            </a:endParaRPr>
          </a:p>
          <a:p>
            <a:pPr marL="332105">
              <a:lnSpc>
                <a:spcPct val="100000"/>
              </a:lnSpc>
            </a:pPr>
            <a:r>
              <a:rPr dirty="0" sz="2400">
                <a:latin typeface="Arial"/>
                <a:cs typeface="Arial"/>
              </a:rPr>
              <a:t>(</a:t>
            </a:r>
            <a:r>
              <a:rPr dirty="0" sz="2400">
                <a:latin typeface="Gulim"/>
                <a:cs typeface="Gulim"/>
              </a:rPr>
              <a:t>요소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삭제</a:t>
            </a:r>
            <a:r>
              <a:rPr dirty="0" sz="2400" spc="-10">
                <a:latin typeface="Arial"/>
                <a:cs typeface="Arial"/>
              </a:rPr>
              <a:t>)</a:t>
            </a:r>
            <a:r>
              <a:rPr dirty="0" sz="2400" spc="-10">
                <a:latin typeface="Gulim"/>
                <a:cs typeface="Gulim"/>
              </a:rPr>
              <a:t>이다</a:t>
            </a:r>
            <a:r>
              <a:rPr dirty="0" sz="2400" spc="-10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2</a:t>
            </a:r>
            <a:r>
              <a:rPr dirty="0" sz="2400" spc="-10">
                <a:latin typeface="Gulim"/>
                <a:cs typeface="Gulim"/>
              </a:rPr>
              <a:t>가지로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구분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최소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우선순위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-50">
                <a:latin typeface="Gulim"/>
                <a:cs typeface="Gulim"/>
              </a:rPr>
              <a:t>큐</a:t>
            </a:r>
            <a:endParaRPr sz="20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최대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우선순위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-50">
                <a:latin typeface="Gulim"/>
                <a:cs typeface="Gulim"/>
              </a:rPr>
              <a:t>큐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401422" y="5376824"/>
            <a:ext cx="3108960" cy="1829435"/>
            <a:chOff x="6401422" y="5376824"/>
            <a:chExt cx="3108960" cy="182943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401422" y="5376824"/>
              <a:ext cx="2808706" cy="142722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pc="-2185"/>
              <a:t>우선순위</a:t>
            </a:r>
            <a:r>
              <a:rPr dirty="0" spc="-254"/>
              <a:t> </a:t>
            </a:r>
            <a:r>
              <a:rPr dirty="0" spc="-2600"/>
              <a:t>큐</a:t>
            </a:r>
            <a:r>
              <a:rPr dirty="0" spc="-260"/>
              <a:t> </a:t>
            </a:r>
            <a:r>
              <a:rPr dirty="0" spc="-1855"/>
              <a:t>구현방법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3763" y="1889765"/>
            <a:ext cx="4860925" cy="13874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배열을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이용한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우선순위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큐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연결리스트를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이용한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우선순위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큐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히프</a:t>
            </a:r>
            <a:r>
              <a:rPr dirty="0" sz="2400" spc="-20">
                <a:latin typeface="Arial"/>
                <a:cs typeface="Arial"/>
              </a:rPr>
              <a:t>(heap)</a:t>
            </a:r>
            <a:r>
              <a:rPr dirty="0" sz="2400" spc="-20">
                <a:latin typeface="Gulim"/>
                <a:cs typeface="Gulim"/>
              </a:rPr>
              <a:t>를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이용한</a:t>
            </a:r>
            <a:r>
              <a:rPr dirty="0" sz="2400" spc="-14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5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큐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89814" y="2825495"/>
            <a:ext cx="3023362" cy="1533842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47716" y="4446155"/>
            <a:ext cx="5564406" cy="761593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600"/>
              <a:t>히프</a:t>
            </a:r>
            <a:r>
              <a:rPr dirty="0" spc="-600">
                <a:latin typeface="Tw Cen MT"/>
                <a:cs typeface="Tw Cen MT"/>
              </a:rPr>
              <a:t>(heap)</a:t>
            </a:r>
            <a:r>
              <a:rPr dirty="0" spc="-600"/>
              <a:t>란</a:t>
            </a:r>
            <a:r>
              <a:rPr dirty="0" spc="-600">
                <a:latin typeface="Tw Cen MT"/>
                <a:cs typeface="Tw Cen MT"/>
              </a:rPr>
              <a:t>?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307160" y="1903765"/>
            <a:ext cx="7353934" cy="91694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63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  <a:tab pos="1429385" algn="l"/>
                <a:tab pos="2527300" algn="l"/>
                <a:tab pos="3320415" algn="l"/>
                <a:tab pos="4112260" algn="l"/>
                <a:tab pos="5514340" algn="l"/>
              </a:tabLst>
            </a:pPr>
            <a:r>
              <a:rPr dirty="0" sz="2400" spc="-25">
                <a:latin typeface="Gulim"/>
                <a:cs typeface="Gulim"/>
              </a:rPr>
              <a:t>노드의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키들이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다음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식을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만족하는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10">
                <a:solidFill>
                  <a:srgbClr val="FF3300"/>
                </a:solidFill>
                <a:latin typeface="Gulim"/>
                <a:cs typeface="Gulim"/>
              </a:rPr>
              <a:t>완전이진트리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595"/>
              </a:spcBef>
              <a:buClr>
                <a:srgbClr val="DD8046"/>
              </a:buClr>
              <a:buSzPct val="56000"/>
              <a:buFont typeface="Meiryo UI"/>
              <a:buChar char="□"/>
              <a:tabLst>
                <a:tab pos="332105" algn="l"/>
              </a:tabLst>
            </a:pPr>
            <a:r>
              <a:rPr dirty="0" sz="2500" spc="-80" i="1">
                <a:latin typeface="Lucida Console"/>
                <a:cs typeface="Lucida Console"/>
              </a:rPr>
              <a:t>key(</a:t>
            </a:r>
            <a:r>
              <a:rPr dirty="0" sz="2500" spc="-80" i="1">
                <a:latin typeface="Gulim"/>
                <a:cs typeface="Gulim"/>
              </a:rPr>
              <a:t>부모노드</a:t>
            </a:r>
            <a:r>
              <a:rPr dirty="0" sz="2500" spc="-80" i="1">
                <a:latin typeface="Lucida Console"/>
                <a:cs typeface="Lucida Console"/>
              </a:rPr>
              <a:t>)</a:t>
            </a:r>
            <a:r>
              <a:rPr dirty="0" sz="2500" spc="-225" i="1">
                <a:latin typeface="Lucida Console"/>
                <a:cs typeface="Lucida Console"/>
              </a:rPr>
              <a:t> </a:t>
            </a:r>
            <a:r>
              <a:rPr dirty="0" sz="2500" spc="-10" i="1">
                <a:latin typeface="Lucida Console"/>
                <a:cs typeface="Lucida Console"/>
              </a:rPr>
              <a:t>≥key(</a:t>
            </a:r>
            <a:r>
              <a:rPr dirty="0" sz="2500" spc="-10" i="1">
                <a:latin typeface="Gulim"/>
                <a:cs typeface="Gulim"/>
              </a:rPr>
              <a:t>자식노드</a:t>
            </a:r>
            <a:r>
              <a:rPr dirty="0" sz="2500" spc="-10" i="1">
                <a:latin typeface="Lucida Console"/>
                <a:cs typeface="Lucida Console"/>
              </a:rPr>
              <a:t>)</a:t>
            </a:r>
            <a:endParaRPr sz="2500">
              <a:latin typeface="Lucida Console"/>
              <a:cs typeface="Lucida Console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417470" y="3652370"/>
            <a:ext cx="5053742" cy="231164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86076" y="1949665"/>
            <a:ext cx="6541477" cy="4493387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히프의</a:t>
            </a:r>
            <a:r>
              <a:rPr dirty="0" spc="-270"/>
              <a:t> </a:t>
            </a:r>
            <a:r>
              <a:rPr dirty="0" spc="-2625"/>
              <a:t>종류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히프의</a:t>
            </a:r>
            <a:r>
              <a:rPr dirty="0" spc="-270"/>
              <a:t> </a:t>
            </a:r>
            <a:r>
              <a:rPr dirty="0" spc="-2250"/>
              <a:t>높이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283080" y="1947184"/>
            <a:ext cx="7200900" cy="124460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57505" indent="-319405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57505" algn="l"/>
              </a:tabLst>
            </a:pPr>
            <a:r>
              <a:rPr dirty="0" sz="2400">
                <a:latin typeface="Arial"/>
                <a:cs typeface="Arial"/>
              </a:rPr>
              <a:t>n</a:t>
            </a:r>
            <a:r>
              <a:rPr dirty="0" sz="2400">
                <a:latin typeface="Gulim"/>
                <a:cs typeface="Gulim"/>
              </a:rPr>
              <a:t>개의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노드를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가지고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있는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히프의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높이는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O(logn)</a:t>
            </a:r>
            <a:endParaRPr sz="2400">
              <a:latin typeface="Arial"/>
              <a:cs typeface="Arial"/>
            </a:endParaRPr>
          </a:p>
          <a:p>
            <a:pPr marL="403225">
              <a:lnSpc>
                <a:spcPct val="100000"/>
              </a:lnSpc>
              <a:spcBef>
                <a:spcPts val="60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히프는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완전이진트리</a:t>
            </a:r>
            <a:endParaRPr sz="2000">
              <a:latin typeface="Gulim"/>
              <a:cs typeface="Gulim"/>
            </a:endParaRPr>
          </a:p>
          <a:p>
            <a:pPr marL="403225">
              <a:lnSpc>
                <a:spcPct val="100000"/>
              </a:lnSpc>
              <a:spcBef>
                <a:spcPts val="59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마지막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레벨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h</a:t>
            </a:r>
            <a:r>
              <a:rPr dirty="0" sz="2000">
                <a:latin typeface="Gulim"/>
                <a:cs typeface="Gulim"/>
              </a:rPr>
              <a:t>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제외하고는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각</a:t>
            </a:r>
            <a:r>
              <a:rPr dirty="0" sz="2000" spc="-11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레벨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i</a:t>
            </a:r>
            <a:r>
              <a:rPr dirty="0" sz="2000">
                <a:latin typeface="Gulim"/>
                <a:cs typeface="Gulim"/>
              </a:rPr>
              <a:t>에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2</a:t>
            </a:r>
            <a:r>
              <a:rPr dirty="0" baseline="25641" sz="1950">
                <a:latin typeface="Arial"/>
                <a:cs typeface="Arial"/>
              </a:rPr>
              <a:t>i-1</a:t>
            </a:r>
            <a:r>
              <a:rPr dirty="0" sz="2000">
                <a:latin typeface="Gulim"/>
                <a:cs typeface="Gulim"/>
              </a:rPr>
              <a:t>개의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 spc="-35">
                <a:latin typeface="Gulim"/>
                <a:cs typeface="Gulim"/>
              </a:rPr>
              <a:t>존재</a:t>
            </a:r>
            <a:endParaRPr sz="2000">
              <a:latin typeface="Gulim"/>
              <a:cs typeface="Gulim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3046196" y="3681526"/>
            <a:ext cx="4300855" cy="1630045"/>
            <a:chOff x="3046196" y="3681526"/>
            <a:chExt cx="4300855" cy="1630045"/>
          </a:xfrm>
        </p:grpSpPr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08602" y="3681526"/>
              <a:ext cx="2749409" cy="1629803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046196" y="3957224"/>
              <a:ext cx="4300855" cy="0"/>
            </a:xfrm>
            <a:custGeom>
              <a:avLst/>
              <a:gdLst/>
              <a:ahLst/>
              <a:cxnLst/>
              <a:rect l="l" t="t" r="r" b="b"/>
              <a:pathLst>
                <a:path w="4300855" h="0">
                  <a:moveTo>
                    <a:pt x="0" y="0"/>
                  </a:moveTo>
                  <a:lnTo>
                    <a:pt x="4300588" y="0"/>
                  </a:lnTo>
                </a:path>
              </a:pathLst>
            </a:custGeom>
            <a:ln w="9131">
              <a:solidFill>
                <a:srgbClr val="FF33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3046196" y="4295368"/>
              <a:ext cx="4300855" cy="0"/>
            </a:xfrm>
            <a:custGeom>
              <a:avLst/>
              <a:gdLst/>
              <a:ahLst/>
              <a:cxnLst/>
              <a:rect l="l" t="t" r="r" b="b"/>
              <a:pathLst>
                <a:path w="4300855" h="0">
                  <a:moveTo>
                    <a:pt x="0" y="0"/>
                  </a:moveTo>
                  <a:lnTo>
                    <a:pt x="4300588" y="0"/>
                  </a:lnTo>
                </a:path>
              </a:pathLst>
            </a:custGeom>
            <a:ln w="9143">
              <a:solidFill>
                <a:srgbClr val="FF33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3046196" y="4677689"/>
              <a:ext cx="4300855" cy="0"/>
            </a:xfrm>
            <a:custGeom>
              <a:avLst/>
              <a:gdLst/>
              <a:ahLst/>
              <a:cxnLst/>
              <a:rect l="l" t="t" r="r" b="b"/>
              <a:pathLst>
                <a:path w="4300855" h="0">
                  <a:moveTo>
                    <a:pt x="0" y="0"/>
                  </a:moveTo>
                  <a:lnTo>
                    <a:pt x="4300588" y="0"/>
                  </a:lnTo>
                </a:path>
              </a:pathLst>
            </a:custGeom>
            <a:ln w="9143">
              <a:solidFill>
                <a:srgbClr val="FF33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3046196" y="5037918"/>
              <a:ext cx="4300855" cy="0"/>
            </a:xfrm>
            <a:custGeom>
              <a:avLst/>
              <a:gdLst/>
              <a:ahLst/>
              <a:cxnLst/>
              <a:rect l="l" t="t" r="r" b="b"/>
              <a:pathLst>
                <a:path w="4300855" h="0">
                  <a:moveTo>
                    <a:pt x="0" y="0"/>
                  </a:moveTo>
                  <a:lnTo>
                    <a:pt x="4300588" y="0"/>
                  </a:lnTo>
                </a:path>
              </a:pathLst>
            </a:custGeom>
            <a:ln w="10655">
              <a:solidFill>
                <a:srgbClr val="FF3300"/>
              </a:solidFill>
              <a:prstDash val="sysDash"/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009394" y="3594832"/>
            <a:ext cx="1294130" cy="473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4300" marR="5080" indent="-102235">
              <a:lnSpc>
                <a:spcPct val="122300"/>
              </a:lnSpc>
              <a:spcBef>
                <a:spcPts val="100"/>
              </a:spcBef>
              <a:tabLst>
                <a:tab pos="469265" algn="l"/>
              </a:tabLst>
            </a:pPr>
            <a:r>
              <a:rPr dirty="0" sz="1200" spc="-25">
                <a:latin typeface="Gulim"/>
                <a:cs typeface="Gulim"/>
              </a:rPr>
              <a:t>깊이</a:t>
            </a:r>
            <a:r>
              <a:rPr dirty="0" sz="1200">
                <a:latin typeface="Gulim"/>
                <a:cs typeface="Gulim"/>
              </a:rPr>
              <a:t>	노드의</a:t>
            </a:r>
            <a:r>
              <a:rPr dirty="0" sz="1200" spc="-4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개수 </a:t>
            </a:r>
            <a:r>
              <a:rPr dirty="0" sz="1200" spc="-50">
                <a:latin typeface="Gulim"/>
                <a:cs typeface="Gulim"/>
              </a:rPr>
              <a:t>1</a:t>
            </a:r>
            <a:endParaRPr sz="1200">
              <a:latin typeface="Gulim"/>
              <a:cs typeface="Gulim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629461" y="3859472"/>
            <a:ext cx="404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1=2</a:t>
            </a:r>
            <a:r>
              <a:rPr dirty="0" baseline="24305" sz="1200" spc="-30">
                <a:latin typeface="Gulim"/>
                <a:cs typeface="Gulim"/>
              </a:rPr>
              <a:t>0</a:t>
            </a:r>
            <a:endParaRPr baseline="24305" sz="12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111387" y="4172045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2</a:t>
            </a:r>
            <a:endParaRPr sz="12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29461" y="4172045"/>
            <a:ext cx="404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2=2</a:t>
            </a:r>
            <a:r>
              <a:rPr dirty="0" baseline="24305" sz="1200" spc="-30">
                <a:latin typeface="Gulim"/>
                <a:cs typeface="Gulim"/>
              </a:rPr>
              <a:t>1</a:t>
            </a:r>
            <a:endParaRPr baseline="24305" sz="12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111387" y="4535392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3</a:t>
            </a:r>
            <a:endParaRPr sz="12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79224" y="4535392"/>
            <a:ext cx="40449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4=2</a:t>
            </a:r>
            <a:r>
              <a:rPr dirty="0" baseline="24305" sz="1200" spc="-30">
                <a:latin typeface="Gulim"/>
                <a:cs typeface="Gulim"/>
              </a:rPr>
              <a:t>2</a:t>
            </a:r>
            <a:endParaRPr baseline="24305" sz="12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111387" y="4939988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4</a:t>
            </a:r>
            <a:endParaRPr sz="12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604624" y="4939988"/>
            <a:ext cx="11303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3</a:t>
            </a:r>
            <a:endParaRPr sz="12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히프의</a:t>
            </a:r>
            <a:r>
              <a:rPr dirty="0" spc="-270"/>
              <a:t> </a:t>
            </a:r>
            <a:r>
              <a:rPr dirty="0" spc="-1855"/>
              <a:t>구현방법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886897"/>
            <a:ext cx="7737475" cy="124460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히프는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배열을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이용하여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구현</a:t>
            </a:r>
            <a:endParaRPr sz="2400">
              <a:latin typeface="Gulim"/>
              <a:cs typeface="Gulim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완전이진트리이므로</a:t>
            </a:r>
            <a:r>
              <a:rPr dirty="0" sz="2000" spc="-15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각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노드에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번호를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붙일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있다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(</a:t>
            </a:r>
            <a:r>
              <a:rPr dirty="0" sz="2000">
                <a:latin typeface="Gulim"/>
                <a:cs typeface="Gulim"/>
              </a:rPr>
              <a:t>그림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8-</a:t>
            </a:r>
            <a:r>
              <a:rPr dirty="0" sz="2000" spc="-25">
                <a:latin typeface="Arial"/>
                <a:cs typeface="Arial"/>
              </a:rPr>
              <a:t>15)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이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번호를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배열의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인덱스라고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생각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387934" y="3569661"/>
            <a:ext cx="5192064" cy="2489884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710"/>
              <a:t>트리는</a:t>
            </a:r>
            <a:r>
              <a:rPr dirty="0" sz="3200" spc="-165"/>
              <a:t> </a:t>
            </a:r>
            <a:r>
              <a:rPr dirty="0" sz="3200" spc="-1370"/>
              <a:t>배열로</a:t>
            </a:r>
            <a:r>
              <a:rPr dirty="0" sz="3200" spc="-165"/>
              <a:t> </a:t>
            </a:r>
            <a:r>
              <a:rPr dirty="0" sz="3200" spc="-1170"/>
              <a:t>구현하나요</a:t>
            </a:r>
            <a:r>
              <a:rPr dirty="0" sz="3200" spc="-1170">
                <a:latin typeface="Tw Cen MT"/>
                <a:cs typeface="Tw Cen MT"/>
              </a:rPr>
              <a:t>?</a:t>
            </a:r>
            <a:r>
              <a:rPr dirty="0" sz="3200" spc="25">
                <a:latin typeface="Tw Cen MT"/>
                <a:cs typeface="Tw Cen MT"/>
              </a:rPr>
              <a:t> </a:t>
            </a:r>
            <a:r>
              <a:rPr dirty="0" sz="3200" spc="-1575"/>
              <a:t>연결리스트로</a:t>
            </a:r>
            <a:r>
              <a:rPr dirty="0" sz="3200" spc="-165"/>
              <a:t> </a:t>
            </a:r>
            <a:r>
              <a:rPr dirty="0" sz="3200" spc="-1180"/>
              <a:t>구현하나요</a:t>
            </a:r>
            <a:r>
              <a:rPr dirty="0" sz="3200" spc="-1180">
                <a:latin typeface="Tw Cen MT"/>
                <a:cs typeface="Tw Cen MT"/>
              </a:rPr>
              <a:t>?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2443" y="1886897"/>
            <a:ext cx="6369050" cy="86360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교재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P264</a:t>
            </a:r>
            <a:endParaRPr sz="24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배열로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구현시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(b)</a:t>
            </a:r>
            <a:r>
              <a:rPr dirty="0" sz="2000">
                <a:latin typeface="Gulim"/>
                <a:cs typeface="Gulim"/>
              </a:rPr>
              <a:t>의</a:t>
            </a:r>
            <a:r>
              <a:rPr dirty="0" sz="2000" spc="-15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경우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memory</a:t>
            </a:r>
            <a:r>
              <a:rPr dirty="0" sz="2000" spc="-3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낭비가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심해진다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147751" y="2968675"/>
            <a:ext cx="6422995" cy="285748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히프의</a:t>
            </a:r>
            <a:r>
              <a:rPr dirty="0" spc="-270"/>
              <a:t> </a:t>
            </a:r>
            <a:r>
              <a:rPr dirty="0" spc="-1855"/>
              <a:t>구현방법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886897"/>
            <a:ext cx="5802630" cy="1625600"/>
          </a:xfrm>
          <a:prstGeom prst="rect">
            <a:avLst/>
          </a:prstGeom>
        </p:spPr>
        <p:txBody>
          <a:bodyPr wrap="square" lIns="0" tIns="10350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부모노드와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자식노드를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찾기가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쉽다</a:t>
            </a:r>
            <a:r>
              <a:rPr dirty="0" sz="2400" spc="-25">
                <a:latin typeface="Arial"/>
                <a:cs typeface="Arial"/>
              </a:rPr>
              <a:t>.</a:t>
            </a:r>
            <a:endParaRPr sz="24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왼쪽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자식의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인덱스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</a:t>
            </a:r>
            <a:r>
              <a:rPr dirty="0" sz="2000">
                <a:latin typeface="Gulim"/>
                <a:cs typeface="Gulim"/>
              </a:rPr>
              <a:t>부모의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인덱스</a:t>
            </a:r>
            <a:r>
              <a:rPr dirty="0" sz="2000" spc="-10">
                <a:latin typeface="Arial"/>
                <a:cs typeface="Arial"/>
              </a:rPr>
              <a:t>)*2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595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오른쪽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자식의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인덱스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</a:t>
            </a:r>
            <a:r>
              <a:rPr dirty="0" sz="2000">
                <a:latin typeface="Gulim"/>
                <a:cs typeface="Gulim"/>
              </a:rPr>
              <a:t>부모의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인덱스</a:t>
            </a:r>
            <a:r>
              <a:rPr dirty="0" sz="2000">
                <a:latin typeface="Arial"/>
                <a:cs typeface="Arial"/>
              </a:rPr>
              <a:t>)*2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+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 spc="-50">
                <a:latin typeface="Arial"/>
                <a:cs typeface="Arial"/>
              </a:rPr>
              <a:t>1</a:t>
            </a:r>
            <a:endParaRPr sz="2000">
              <a:latin typeface="Arial"/>
              <a:cs typeface="Arial"/>
            </a:endParaRPr>
          </a:p>
          <a:p>
            <a:pPr marL="377825">
              <a:lnSpc>
                <a:spcPct val="100000"/>
              </a:lnSpc>
              <a:spcBef>
                <a:spcPts val="600"/>
              </a:spcBef>
            </a:pPr>
            <a:r>
              <a:rPr dirty="0" sz="1400" spc="-705">
                <a:solidFill>
                  <a:srgbClr val="94B5D1"/>
                </a:solidFill>
                <a:latin typeface="Wingdings 2"/>
                <a:cs typeface="Wingdings 2"/>
              </a:rPr>
              <a:t>IJ</a:t>
            </a:r>
            <a:r>
              <a:rPr dirty="0" sz="1400" spc="100">
                <a:solidFill>
                  <a:srgbClr val="94B5D1"/>
                </a:solidFill>
                <a:latin typeface="Times New Roman"/>
                <a:cs typeface="Times New Roman"/>
              </a:rPr>
              <a:t>  </a:t>
            </a:r>
            <a:r>
              <a:rPr dirty="0" sz="2000">
                <a:latin typeface="Gulim"/>
                <a:cs typeface="Gulim"/>
              </a:rPr>
              <a:t>부모의</a:t>
            </a:r>
            <a:r>
              <a:rPr dirty="0" sz="2000" spc="-12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인덱스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=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(</a:t>
            </a:r>
            <a:r>
              <a:rPr dirty="0" sz="2000">
                <a:latin typeface="Gulim"/>
                <a:cs typeface="Gulim"/>
              </a:rPr>
              <a:t>자식의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인덱스</a:t>
            </a:r>
            <a:r>
              <a:rPr dirty="0" sz="2000" spc="-10">
                <a:latin typeface="Arial"/>
                <a:cs typeface="Arial"/>
              </a:rPr>
              <a:t>)/2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7349" y="3733317"/>
            <a:ext cx="3744937" cy="3379939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100"/>
              <a:t>히프의</a:t>
            </a:r>
            <a:r>
              <a:rPr dirty="0" spc="-270"/>
              <a:t> </a:t>
            </a:r>
            <a:r>
              <a:rPr dirty="0" spc="-1764"/>
              <a:t>정의</a:t>
            </a:r>
            <a:r>
              <a:rPr dirty="0" spc="-260"/>
              <a:t> </a:t>
            </a:r>
            <a:r>
              <a:rPr dirty="0" spc="-10">
                <a:latin typeface="Tw Cen MT"/>
                <a:cs typeface="Tw Cen MT"/>
              </a:rPr>
              <a:t>(heap1.c)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65529" y="2056295"/>
            <a:ext cx="8174990" cy="3176270"/>
            <a:chOff x="1365529" y="2056295"/>
            <a:chExt cx="8174990" cy="3176270"/>
          </a:xfrm>
        </p:grpSpPr>
        <p:sp>
          <p:nvSpPr>
            <p:cNvPr id="5" name="object 5"/>
            <p:cNvSpPr/>
            <p:nvPr/>
          </p:nvSpPr>
          <p:spPr>
            <a:xfrm>
              <a:off x="1377708" y="2068474"/>
              <a:ext cx="8149590" cy="3150235"/>
            </a:xfrm>
            <a:custGeom>
              <a:avLst/>
              <a:gdLst/>
              <a:ahLst/>
              <a:cxnLst/>
              <a:rect l="l" t="t" r="r" b="b"/>
              <a:pathLst>
                <a:path w="8149590" h="3150235">
                  <a:moveTo>
                    <a:pt x="8149056" y="0"/>
                  </a:moveTo>
                  <a:lnTo>
                    <a:pt x="0" y="0"/>
                  </a:lnTo>
                  <a:lnTo>
                    <a:pt x="0" y="3149942"/>
                  </a:lnTo>
                  <a:lnTo>
                    <a:pt x="8149056" y="3149942"/>
                  </a:lnTo>
                  <a:lnTo>
                    <a:pt x="8149056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65529" y="2056295"/>
              <a:ext cx="8174990" cy="3176270"/>
            </a:xfrm>
            <a:custGeom>
              <a:avLst/>
              <a:gdLst/>
              <a:ahLst/>
              <a:cxnLst/>
              <a:rect l="l" t="t" r="r" b="b"/>
              <a:pathLst>
                <a:path w="8174990" h="3176270">
                  <a:moveTo>
                    <a:pt x="8174939" y="0"/>
                  </a:moveTo>
                  <a:lnTo>
                    <a:pt x="0" y="0"/>
                  </a:lnTo>
                  <a:lnTo>
                    <a:pt x="0" y="3175825"/>
                  </a:lnTo>
                  <a:lnTo>
                    <a:pt x="8174939" y="3175825"/>
                  </a:lnTo>
                  <a:lnTo>
                    <a:pt x="8174939" y="3162122"/>
                  </a:lnTo>
                  <a:lnTo>
                    <a:pt x="24358" y="3162122"/>
                  </a:lnTo>
                  <a:lnTo>
                    <a:pt x="12179" y="3149942"/>
                  </a:lnTo>
                  <a:lnTo>
                    <a:pt x="24358" y="3149942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2179"/>
                  </a:lnTo>
                  <a:lnTo>
                    <a:pt x="8174939" y="12179"/>
                  </a:lnTo>
                  <a:lnTo>
                    <a:pt x="8174939" y="0"/>
                  </a:lnTo>
                  <a:close/>
                </a:path>
                <a:path w="8174990" h="3176270">
                  <a:moveTo>
                    <a:pt x="24358" y="3149942"/>
                  </a:moveTo>
                  <a:lnTo>
                    <a:pt x="12179" y="3149942"/>
                  </a:lnTo>
                  <a:lnTo>
                    <a:pt x="24358" y="3162122"/>
                  </a:lnTo>
                  <a:lnTo>
                    <a:pt x="24358" y="3149942"/>
                  </a:lnTo>
                  <a:close/>
                </a:path>
                <a:path w="8174990" h="3176270">
                  <a:moveTo>
                    <a:pt x="8149056" y="3149942"/>
                  </a:moveTo>
                  <a:lnTo>
                    <a:pt x="24358" y="3149942"/>
                  </a:lnTo>
                  <a:lnTo>
                    <a:pt x="24358" y="3162122"/>
                  </a:lnTo>
                  <a:lnTo>
                    <a:pt x="8149056" y="3162122"/>
                  </a:lnTo>
                  <a:lnTo>
                    <a:pt x="8149056" y="3149942"/>
                  </a:lnTo>
                  <a:close/>
                </a:path>
                <a:path w="8174990" h="3176270">
                  <a:moveTo>
                    <a:pt x="8149056" y="12179"/>
                  </a:moveTo>
                  <a:lnTo>
                    <a:pt x="8149056" y="3162122"/>
                  </a:lnTo>
                  <a:lnTo>
                    <a:pt x="8161235" y="3149942"/>
                  </a:lnTo>
                  <a:lnTo>
                    <a:pt x="8174939" y="3149942"/>
                  </a:lnTo>
                  <a:lnTo>
                    <a:pt x="8174939" y="25895"/>
                  </a:lnTo>
                  <a:lnTo>
                    <a:pt x="8161235" y="25895"/>
                  </a:lnTo>
                  <a:lnTo>
                    <a:pt x="8149056" y="12179"/>
                  </a:lnTo>
                  <a:close/>
                </a:path>
                <a:path w="8174990" h="3176270">
                  <a:moveTo>
                    <a:pt x="8174939" y="3149942"/>
                  </a:moveTo>
                  <a:lnTo>
                    <a:pt x="8161235" y="3149942"/>
                  </a:lnTo>
                  <a:lnTo>
                    <a:pt x="8149056" y="3162122"/>
                  </a:lnTo>
                  <a:lnTo>
                    <a:pt x="8174939" y="3162122"/>
                  </a:lnTo>
                  <a:lnTo>
                    <a:pt x="8174939" y="3149942"/>
                  </a:lnTo>
                  <a:close/>
                </a:path>
                <a:path w="8174990" h="3176270">
                  <a:moveTo>
                    <a:pt x="24358" y="12179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2179"/>
                  </a:lnTo>
                  <a:close/>
                </a:path>
                <a:path w="8174990" h="3176270">
                  <a:moveTo>
                    <a:pt x="8149056" y="12179"/>
                  </a:moveTo>
                  <a:lnTo>
                    <a:pt x="24358" y="12179"/>
                  </a:lnTo>
                  <a:lnTo>
                    <a:pt x="24358" y="25895"/>
                  </a:lnTo>
                  <a:lnTo>
                    <a:pt x="8149056" y="25895"/>
                  </a:lnTo>
                  <a:lnTo>
                    <a:pt x="8149056" y="12179"/>
                  </a:lnTo>
                  <a:close/>
                </a:path>
                <a:path w="8174990" h="3176270">
                  <a:moveTo>
                    <a:pt x="8174939" y="12179"/>
                  </a:moveTo>
                  <a:lnTo>
                    <a:pt x="8149056" y="12179"/>
                  </a:lnTo>
                  <a:lnTo>
                    <a:pt x="8161235" y="25895"/>
                  </a:lnTo>
                  <a:lnTo>
                    <a:pt x="8174939" y="25895"/>
                  </a:lnTo>
                  <a:lnTo>
                    <a:pt x="817493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455419" y="2048516"/>
            <a:ext cx="3373120" cy="23285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32535">
              <a:lnSpc>
                <a:spcPct val="1199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#define </a:t>
            </a:r>
            <a:r>
              <a:rPr dirty="0" sz="1400" spc="-10">
                <a:latin typeface="Trebuchet MS"/>
                <a:cs typeface="Trebuchet MS"/>
              </a:rPr>
              <a:t>MAX_ELEMENT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200 </a:t>
            </a: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key;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element;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2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19900"/>
              </a:lnSpc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heap[MAX_ELEMENT];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heap_size;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HeapType;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55419" y="4607439"/>
            <a:ext cx="2211705" cy="5372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sz="1400" spc="-20">
                <a:latin typeface="Trebuchet MS"/>
                <a:cs typeface="Trebuchet MS"/>
              </a:rPr>
              <a:t>HeapType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heap;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20">
                <a:latin typeface="Trebuchet MS"/>
                <a:cs typeface="Trebuchet MS"/>
              </a:rPr>
              <a:t>HeapType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*heap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create();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195622" y="4592224"/>
            <a:ext cx="2027555" cy="537210"/>
          </a:xfrm>
          <a:prstGeom prst="rect">
            <a:avLst/>
          </a:prstGeom>
        </p:spPr>
        <p:txBody>
          <a:bodyPr wrap="square" lIns="0" tIns="5524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dirty="0" baseline="-3968" sz="2100">
                <a:latin typeface="Trebuchet MS"/>
                <a:cs typeface="Trebuchet MS"/>
              </a:rPr>
              <a:t>//</a:t>
            </a:r>
            <a:r>
              <a:rPr dirty="0" baseline="-3968" sz="2100" spc="-7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정적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메모리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할당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사용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baseline="-3968" sz="2100">
                <a:latin typeface="Trebuchet MS"/>
                <a:cs typeface="Trebuchet MS"/>
              </a:rPr>
              <a:t>//</a:t>
            </a:r>
            <a:r>
              <a:rPr dirty="0" baseline="-3968" sz="2100" spc="-7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동적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메모리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할당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사용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872521" y="3364257"/>
            <a:ext cx="4628450" cy="2661306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05"/>
              <a:t>히프에서의</a:t>
            </a:r>
            <a:r>
              <a:rPr dirty="0" spc="-260"/>
              <a:t> </a:t>
            </a:r>
            <a:r>
              <a:rPr dirty="0" spc="-1550"/>
              <a:t>삽입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1462443" y="1978101"/>
            <a:ext cx="7935595" cy="35299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30835" marR="5080" indent="-31877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10">
                <a:latin typeface="Gulim"/>
                <a:cs typeface="Gulim"/>
              </a:rPr>
              <a:t>히프에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있어서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삽입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연산은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회사에서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신입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사원이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들어오 </a:t>
            </a:r>
            <a:r>
              <a:rPr dirty="0" sz="2400" spc="-25">
                <a:latin typeface="Gulim"/>
                <a:cs typeface="Gulim"/>
              </a:rPr>
              <a:t>	</a:t>
            </a:r>
            <a:r>
              <a:rPr dirty="0" sz="2400">
                <a:latin typeface="Gulim"/>
                <a:cs typeface="Gulim"/>
              </a:rPr>
              <a:t>면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일단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말단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위치에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앉힌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다음에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60">
                <a:latin typeface="Arial"/>
                <a:cs typeface="Arial"/>
              </a:rPr>
              <a:t> </a:t>
            </a:r>
            <a:r>
              <a:rPr dirty="0" sz="2400">
                <a:latin typeface="Gulim"/>
                <a:cs typeface="Gulim"/>
              </a:rPr>
              <a:t>신입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사원의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능력을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봐 </a:t>
            </a:r>
            <a:r>
              <a:rPr dirty="0" sz="2400" spc="-50">
                <a:latin typeface="Gulim"/>
                <a:cs typeface="Gulim"/>
              </a:rPr>
              <a:t>	</a:t>
            </a:r>
            <a:r>
              <a:rPr dirty="0" sz="2400">
                <a:latin typeface="Gulim"/>
                <a:cs typeface="Gulim"/>
              </a:rPr>
              <a:t>서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위로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승진시키는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것과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비슷</a:t>
            </a:r>
            <a:endParaRPr sz="2400">
              <a:latin typeface="Gulim"/>
              <a:cs typeface="Gulim"/>
            </a:endParaRPr>
          </a:p>
          <a:p>
            <a:pPr lvl="1" marL="668020" marR="4784090" indent="-341630">
              <a:lnSpc>
                <a:spcPct val="100000"/>
              </a:lnSpc>
              <a:spcBef>
                <a:spcPts val="1685"/>
              </a:spcBef>
              <a:buFont typeface="Tw Cen MT"/>
              <a:buAutoNum type="arabicParenBoth"/>
              <a:tabLst>
                <a:tab pos="669290" algn="l"/>
              </a:tabLst>
            </a:pPr>
            <a:r>
              <a:rPr dirty="0" sz="1800" spc="-10">
                <a:latin typeface="Gulim"/>
                <a:cs typeface="Gulim"/>
              </a:rPr>
              <a:t>히프에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새로운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요소가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들 </a:t>
            </a:r>
            <a:r>
              <a:rPr dirty="0" sz="1800" spc="-50">
                <a:latin typeface="Gulim"/>
                <a:cs typeface="Gulim"/>
              </a:rPr>
              <a:t>	</a:t>
            </a:r>
            <a:r>
              <a:rPr dirty="0" sz="1800">
                <a:latin typeface="Gulim"/>
                <a:cs typeface="Gulim"/>
              </a:rPr>
              <a:t>어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오면</a:t>
            </a:r>
            <a:r>
              <a:rPr dirty="0" sz="1800">
                <a:latin typeface="Tw Cen MT"/>
                <a:cs typeface="Tw Cen MT"/>
              </a:rPr>
              <a:t>,</a:t>
            </a:r>
            <a:r>
              <a:rPr dirty="0" sz="1800" spc="-25">
                <a:latin typeface="Tw Cen MT"/>
                <a:cs typeface="Tw Cen MT"/>
              </a:rPr>
              <a:t> </a:t>
            </a:r>
            <a:r>
              <a:rPr dirty="0" sz="1800">
                <a:latin typeface="Gulim"/>
                <a:cs typeface="Gulim"/>
              </a:rPr>
              <a:t>일단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새로운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노 </a:t>
            </a:r>
            <a:r>
              <a:rPr dirty="0" sz="1800" spc="-50">
                <a:latin typeface="Gulim"/>
                <a:cs typeface="Gulim"/>
              </a:rPr>
              <a:t>	</a:t>
            </a:r>
            <a:r>
              <a:rPr dirty="0" sz="1800">
                <a:latin typeface="Gulim"/>
                <a:cs typeface="Gulim"/>
              </a:rPr>
              <a:t>드를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히프의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마지막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노드 </a:t>
            </a:r>
            <a:r>
              <a:rPr dirty="0" sz="1800" spc="-25">
                <a:latin typeface="Gulim"/>
                <a:cs typeface="Gulim"/>
              </a:rPr>
              <a:t>	</a:t>
            </a:r>
            <a:r>
              <a:rPr dirty="0" sz="1800">
                <a:latin typeface="Gulim"/>
                <a:cs typeface="Gulim"/>
              </a:rPr>
              <a:t>에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이어서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삽입</a:t>
            </a:r>
            <a:endParaRPr sz="1800">
              <a:latin typeface="Gulim"/>
              <a:cs typeface="Gulim"/>
            </a:endParaRPr>
          </a:p>
          <a:p>
            <a:pPr algn="just" lvl="1" marL="668020" marR="4784090" indent="-341630">
              <a:lnSpc>
                <a:spcPct val="100000"/>
              </a:lnSpc>
              <a:spcBef>
                <a:spcPts val="2155"/>
              </a:spcBef>
              <a:buFont typeface="Tw Cen MT"/>
              <a:buAutoNum type="arabicParenBoth"/>
              <a:tabLst>
                <a:tab pos="669290" algn="l"/>
              </a:tabLst>
            </a:pPr>
            <a:r>
              <a:rPr dirty="0" sz="1800">
                <a:latin typeface="Gulim"/>
                <a:cs typeface="Gulim"/>
              </a:rPr>
              <a:t>삽입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후에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새로운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노드를 </a:t>
            </a:r>
            <a:r>
              <a:rPr dirty="0" sz="1800" spc="-25">
                <a:latin typeface="Gulim"/>
                <a:cs typeface="Gulim"/>
              </a:rPr>
              <a:t>	</a:t>
            </a:r>
            <a:r>
              <a:rPr dirty="0" sz="1800">
                <a:latin typeface="Gulim"/>
                <a:cs typeface="Gulim"/>
              </a:rPr>
              <a:t>부모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노드들과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교환해서 </a:t>
            </a:r>
            <a:r>
              <a:rPr dirty="0" sz="1800" spc="-2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히프의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성질을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만족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3075" y="4182655"/>
            <a:ext cx="6841375" cy="2446223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upheap</a:t>
            </a:r>
            <a:r>
              <a:rPr dirty="0" spc="-35">
                <a:latin typeface="Tw Cen MT"/>
                <a:cs typeface="Tw Cen MT"/>
              </a:rPr>
              <a:t> </a:t>
            </a:r>
            <a:r>
              <a:rPr dirty="0" spc="-1525"/>
              <a:t>연산</a:t>
            </a:r>
            <a:r>
              <a:rPr dirty="0" spc="-254"/>
              <a:t> </a:t>
            </a:r>
            <a:r>
              <a:rPr dirty="0">
                <a:latin typeface="Tw Cen MT"/>
                <a:cs typeface="Tw Cen MT"/>
              </a:rPr>
              <a:t>(insert</a:t>
            </a:r>
            <a:r>
              <a:rPr dirty="0" spc="-20">
                <a:latin typeface="Tw Cen MT"/>
                <a:cs typeface="Tw Cen MT"/>
              </a:rPr>
              <a:t> </a:t>
            </a:r>
            <a:r>
              <a:rPr dirty="0" spc="-1045"/>
              <a:t>연산</a:t>
            </a:r>
            <a:r>
              <a:rPr dirty="0" spc="-1045">
                <a:latin typeface="Tw Cen MT"/>
                <a:cs typeface="Tw Cen MT"/>
              </a:rPr>
              <a:t>)</a:t>
            </a: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4979" y="2073442"/>
            <a:ext cx="2788642" cy="189693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upheap</a:t>
            </a:r>
            <a:r>
              <a:rPr dirty="0" spc="-75">
                <a:latin typeface="Tw Cen MT"/>
                <a:cs typeface="Tw Cen MT"/>
              </a:rPr>
              <a:t> </a:t>
            </a:r>
            <a:r>
              <a:rPr dirty="0" spc="-1550"/>
              <a:t>연산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20761" y="2366853"/>
            <a:ext cx="6693984" cy="214781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삽입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83702" y="2245169"/>
            <a:ext cx="7308850" cy="3594735"/>
            <a:chOff x="1683702" y="2245169"/>
            <a:chExt cx="7308850" cy="3594735"/>
          </a:xfrm>
        </p:grpSpPr>
        <p:sp>
          <p:nvSpPr>
            <p:cNvPr id="5" name="object 5"/>
            <p:cNvSpPr/>
            <p:nvPr/>
          </p:nvSpPr>
          <p:spPr>
            <a:xfrm>
              <a:off x="1697405" y="2258872"/>
              <a:ext cx="7283450" cy="3567429"/>
            </a:xfrm>
            <a:custGeom>
              <a:avLst/>
              <a:gdLst/>
              <a:ahLst/>
              <a:cxnLst/>
              <a:rect l="l" t="t" r="r" b="b"/>
              <a:pathLst>
                <a:path w="7283450" h="3567429">
                  <a:moveTo>
                    <a:pt x="7282853" y="0"/>
                  </a:moveTo>
                  <a:lnTo>
                    <a:pt x="0" y="0"/>
                  </a:lnTo>
                  <a:lnTo>
                    <a:pt x="0" y="3567290"/>
                  </a:lnTo>
                  <a:lnTo>
                    <a:pt x="7282853" y="3567290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83702" y="2245169"/>
              <a:ext cx="7308850" cy="3594735"/>
            </a:xfrm>
            <a:custGeom>
              <a:avLst/>
              <a:gdLst/>
              <a:ahLst/>
              <a:cxnLst/>
              <a:rect l="l" t="t" r="r" b="b"/>
              <a:pathLst>
                <a:path w="7308850" h="3594735">
                  <a:moveTo>
                    <a:pt x="7308723" y="0"/>
                  </a:moveTo>
                  <a:lnTo>
                    <a:pt x="0" y="0"/>
                  </a:lnTo>
                  <a:lnTo>
                    <a:pt x="0" y="3594709"/>
                  </a:lnTo>
                  <a:lnTo>
                    <a:pt x="7308723" y="3594709"/>
                  </a:lnTo>
                  <a:lnTo>
                    <a:pt x="7308723" y="3580993"/>
                  </a:lnTo>
                  <a:lnTo>
                    <a:pt x="25882" y="3580993"/>
                  </a:lnTo>
                  <a:lnTo>
                    <a:pt x="13703" y="3568814"/>
                  </a:lnTo>
                  <a:lnTo>
                    <a:pt x="25882" y="3568814"/>
                  </a:lnTo>
                  <a:lnTo>
                    <a:pt x="25882" y="25895"/>
                  </a:lnTo>
                  <a:lnTo>
                    <a:pt x="13703" y="25895"/>
                  </a:lnTo>
                  <a:lnTo>
                    <a:pt x="25882" y="13703"/>
                  </a:lnTo>
                  <a:lnTo>
                    <a:pt x="7308723" y="13703"/>
                  </a:lnTo>
                  <a:lnTo>
                    <a:pt x="7308723" y="0"/>
                  </a:lnTo>
                  <a:close/>
                </a:path>
                <a:path w="7308850" h="3594735">
                  <a:moveTo>
                    <a:pt x="25882" y="3568814"/>
                  </a:moveTo>
                  <a:lnTo>
                    <a:pt x="13703" y="3568814"/>
                  </a:lnTo>
                  <a:lnTo>
                    <a:pt x="25882" y="3580993"/>
                  </a:lnTo>
                  <a:lnTo>
                    <a:pt x="25882" y="3568814"/>
                  </a:lnTo>
                  <a:close/>
                </a:path>
                <a:path w="7308850" h="3594735">
                  <a:moveTo>
                    <a:pt x="7284377" y="3568814"/>
                  </a:moveTo>
                  <a:lnTo>
                    <a:pt x="25882" y="3568814"/>
                  </a:lnTo>
                  <a:lnTo>
                    <a:pt x="25882" y="3580993"/>
                  </a:lnTo>
                  <a:lnTo>
                    <a:pt x="7284377" y="3580993"/>
                  </a:lnTo>
                  <a:lnTo>
                    <a:pt x="7284377" y="3568814"/>
                  </a:lnTo>
                  <a:close/>
                </a:path>
                <a:path w="7308850" h="3594735">
                  <a:moveTo>
                    <a:pt x="7284377" y="13703"/>
                  </a:moveTo>
                  <a:lnTo>
                    <a:pt x="7284377" y="3580993"/>
                  </a:lnTo>
                  <a:lnTo>
                    <a:pt x="7296543" y="3568814"/>
                  </a:lnTo>
                  <a:lnTo>
                    <a:pt x="7308723" y="3568814"/>
                  </a:lnTo>
                  <a:lnTo>
                    <a:pt x="7308723" y="25895"/>
                  </a:lnTo>
                  <a:lnTo>
                    <a:pt x="7296543" y="25895"/>
                  </a:lnTo>
                  <a:lnTo>
                    <a:pt x="7284377" y="13703"/>
                  </a:lnTo>
                  <a:close/>
                </a:path>
                <a:path w="7308850" h="3594735">
                  <a:moveTo>
                    <a:pt x="7308723" y="3568814"/>
                  </a:moveTo>
                  <a:lnTo>
                    <a:pt x="7296543" y="3568814"/>
                  </a:lnTo>
                  <a:lnTo>
                    <a:pt x="7284377" y="3580993"/>
                  </a:lnTo>
                  <a:lnTo>
                    <a:pt x="7308723" y="3580993"/>
                  </a:lnTo>
                  <a:lnTo>
                    <a:pt x="7308723" y="3568814"/>
                  </a:lnTo>
                  <a:close/>
                </a:path>
                <a:path w="7308850" h="3594735">
                  <a:moveTo>
                    <a:pt x="25882" y="13703"/>
                  </a:moveTo>
                  <a:lnTo>
                    <a:pt x="13703" y="25895"/>
                  </a:lnTo>
                  <a:lnTo>
                    <a:pt x="25882" y="25895"/>
                  </a:lnTo>
                  <a:lnTo>
                    <a:pt x="25882" y="13703"/>
                  </a:lnTo>
                  <a:close/>
                </a:path>
                <a:path w="7308850" h="3594735">
                  <a:moveTo>
                    <a:pt x="7284377" y="13703"/>
                  </a:moveTo>
                  <a:lnTo>
                    <a:pt x="25882" y="13703"/>
                  </a:lnTo>
                  <a:lnTo>
                    <a:pt x="25882" y="25895"/>
                  </a:lnTo>
                  <a:lnTo>
                    <a:pt x="7284377" y="25895"/>
                  </a:lnTo>
                  <a:lnTo>
                    <a:pt x="7284377" y="13703"/>
                  </a:lnTo>
                  <a:close/>
                </a:path>
                <a:path w="7308850" h="3594735">
                  <a:moveTo>
                    <a:pt x="7308723" y="13703"/>
                  </a:moveTo>
                  <a:lnTo>
                    <a:pt x="7284377" y="13703"/>
                  </a:lnTo>
                  <a:lnTo>
                    <a:pt x="7296543" y="25895"/>
                  </a:lnTo>
                  <a:lnTo>
                    <a:pt x="7308723" y="25895"/>
                  </a:lnTo>
                  <a:lnTo>
                    <a:pt x="7308723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774964" y="2282858"/>
            <a:ext cx="5410200" cy="34048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Tw Cen MT"/>
                <a:cs typeface="Tw Cen MT"/>
              </a:rPr>
              <a:t>//</a:t>
            </a:r>
            <a:r>
              <a:rPr dirty="0" sz="1600" spc="-35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현재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요소의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개수가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Tw Cen MT"/>
                <a:cs typeface="Tw Cen MT"/>
              </a:rPr>
              <a:t>heap_size</a:t>
            </a:r>
            <a:r>
              <a:rPr dirty="0" sz="1600" spc="-10">
                <a:latin typeface="Gulim"/>
                <a:cs typeface="Gulim"/>
              </a:rPr>
              <a:t>인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히프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Tw Cen MT"/>
                <a:cs typeface="Tw Cen MT"/>
              </a:rPr>
              <a:t>h</a:t>
            </a:r>
            <a:r>
              <a:rPr dirty="0" sz="1600">
                <a:latin typeface="Gulim"/>
                <a:cs typeface="Gulim"/>
              </a:rPr>
              <a:t>에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Tw Cen MT"/>
                <a:cs typeface="Tw Cen MT"/>
              </a:rPr>
              <a:t>item</a:t>
            </a:r>
            <a:r>
              <a:rPr dirty="0" sz="1600">
                <a:latin typeface="Gulim"/>
                <a:cs typeface="Gulim"/>
              </a:rPr>
              <a:t>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삽입한다</a:t>
            </a:r>
            <a:r>
              <a:rPr dirty="0" sz="1600" spc="-10">
                <a:latin typeface="Tw Cen MT"/>
                <a:cs typeface="Tw Cen MT"/>
              </a:rPr>
              <a:t>.</a:t>
            </a:r>
            <a:endParaRPr sz="1600">
              <a:latin typeface="Tw Cen MT"/>
              <a:cs typeface="Tw Cen MT"/>
            </a:endParaRPr>
          </a:p>
          <a:p>
            <a:pPr marL="12700">
              <a:lnSpc>
                <a:spcPts val="1905"/>
              </a:lnSpc>
            </a:pPr>
            <a:r>
              <a:rPr dirty="0" sz="1600">
                <a:latin typeface="Tw Cen MT"/>
                <a:cs typeface="Tw Cen MT"/>
              </a:rPr>
              <a:t>//</a:t>
            </a:r>
            <a:r>
              <a:rPr dirty="0" sz="1600" spc="-30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삽입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함수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ts val="1905"/>
              </a:lnSpc>
            </a:pPr>
            <a:r>
              <a:rPr dirty="0" sz="1600">
                <a:solidFill>
                  <a:srgbClr val="0000FF"/>
                </a:solidFill>
                <a:latin typeface="Tw Cen MT"/>
                <a:cs typeface="Tw Cen MT"/>
              </a:rPr>
              <a:t>void</a:t>
            </a:r>
            <a:r>
              <a:rPr dirty="0" sz="1600" spc="-30">
                <a:solidFill>
                  <a:srgbClr val="0000FF"/>
                </a:solidFill>
                <a:latin typeface="Tw Cen MT"/>
                <a:cs typeface="Tw Cen MT"/>
              </a:rPr>
              <a:t> </a:t>
            </a:r>
            <a:r>
              <a:rPr dirty="0" sz="1600" spc="-10">
                <a:latin typeface="Tw Cen MT"/>
                <a:cs typeface="Tw Cen MT"/>
              </a:rPr>
              <a:t>insert_max_heap(HeapType</a:t>
            </a:r>
            <a:r>
              <a:rPr dirty="0" sz="1600" spc="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*h,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element</a:t>
            </a:r>
            <a:r>
              <a:rPr dirty="0" sz="1600" spc="-55">
                <a:latin typeface="Tw Cen MT"/>
                <a:cs typeface="Tw Cen MT"/>
              </a:rPr>
              <a:t> </a:t>
            </a:r>
            <a:r>
              <a:rPr dirty="0" sz="1600" spc="-10">
                <a:latin typeface="Tw Cen MT"/>
                <a:cs typeface="Tw Cen MT"/>
              </a:rPr>
              <a:t>item)</a:t>
            </a:r>
            <a:endParaRPr sz="1600">
              <a:latin typeface="Tw Cen MT"/>
              <a:cs typeface="Tw Cen MT"/>
            </a:endParaRPr>
          </a:p>
          <a:p>
            <a:pPr marL="67310">
              <a:lnSpc>
                <a:spcPct val="100000"/>
              </a:lnSpc>
            </a:pPr>
            <a:r>
              <a:rPr dirty="0" sz="1600" spc="-50">
                <a:latin typeface="Tw Cen MT"/>
                <a:cs typeface="Tw Cen MT"/>
              </a:rPr>
              <a:t>{</a:t>
            </a:r>
            <a:endParaRPr sz="1600">
              <a:latin typeface="Tw Cen MT"/>
              <a:cs typeface="Tw Cen MT"/>
            </a:endParaRPr>
          </a:p>
          <a:p>
            <a:pPr marL="234950">
              <a:lnSpc>
                <a:spcPct val="100000"/>
              </a:lnSpc>
            </a:pPr>
            <a:r>
              <a:rPr dirty="0" sz="1600">
                <a:solidFill>
                  <a:srgbClr val="0000FF"/>
                </a:solidFill>
                <a:latin typeface="Tw Cen MT"/>
                <a:cs typeface="Tw Cen MT"/>
              </a:rPr>
              <a:t>int</a:t>
            </a:r>
            <a:r>
              <a:rPr dirty="0" sz="1600" spc="-30">
                <a:solidFill>
                  <a:srgbClr val="0000FF"/>
                </a:solidFill>
                <a:latin typeface="Tw Cen MT"/>
                <a:cs typeface="Tw Cen MT"/>
              </a:rPr>
              <a:t> </a:t>
            </a:r>
            <a:r>
              <a:rPr dirty="0" sz="1600" spc="-25">
                <a:latin typeface="Tw Cen MT"/>
                <a:cs typeface="Tw Cen MT"/>
              </a:rPr>
              <a:t>i;</a:t>
            </a:r>
            <a:endParaRPr sz="1600">
              <a:latin typeface="Tw Cen MT"/>
              <a:cs typeface="Tw Cen MT"/>
            </a:endParaRPr>
          </a:p>
          <a:p>
            <a:pPr marL="234950">
              <a:lnSpc>
                <a:spcPct val="100000"/>
              </a:lnSpc>
            </a:pPr>
            <a:r>
              <a:rPr dirty="0" sz="1600">
                <a:latin typeface="Tw Cen MT"/>
                <a:cs typeface="Tw Cen MT"/>
              </a:rPr>
              <a:t>i</a:t>
            </a:r>
            <a:r>
              <a:rPr dirty="0" sz="1600" spc="-1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=</a:t>
            </a:r>
            <a:r>
              <a:rPr dirty="0" sz="1600" spc="-5">
                <a:latin typeface="Tw Cen MT"/>
                <a:cs typeface="Tw Cen MT"/>
              </a:rPr>
              <a:t> </a:t>
            </a:r>
            <a:r>
              <a:rPr dirty="0" sz="1600" spc="-10">
                <a:latin typeface="Tw Cen MT"/>
                <a:cs typeface="Tw Cen MT"/>
              </a:rPr>
              <a:t>++(h-&gt;heap_size);</a:t>
            </a:r>
            <a:endParaRPr sz="16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195"/>
              </a:spcBef>
            </a:pPr>
            <a:endParaRPr sz="1600">
              <a:latin typeface="Tw Cen MT"/>
              <a:cs typeface="Tw Cen MT"/>
            </a:endParaRPr>
          </a:p>
          <a:p>
            <a:pPr marL="234950">
              <a:lnSpc>
                <a:spcPts val="1905"/>
              </a:lnSpc>
            </a:pPr>
            <a:r>
              <a:rPr dirty="0" sz="1600">
                <a:latin typeface="Tw Cen MT"/>
                <a:cs typeface="Tw Cen MT"/>
              </a:rPr>
              <a:t>//</a:t>
            </a:r>
            <a:r>
              <a:rPr dirty="0" sz="1600" spc="385">
                <a:latin typeface="Tw Cen MT"/>
                <a:cs typeface="Tw Cen MT"/>
              </a:rPr>
              <a:t> </a:t>
            </a:r>
            <a:r>
              <a:rPr dirty="0" sz="1600" spc="-10">
                <a:latin typeface="Gulim"/>
                <a:cs typeface="Gulim"/>
              </a:rPr>
              <a:t>트리를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거슬러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올라가면서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부모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비교하는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과정</a:t>
            </a:r>
            <a:endParaRPr sz="1600">
              <a:latin typeface="Gulim"/>
              <a:cs typeface="Gulim"/>
            </a:endParaRPr>
          </a:p>
          <a:p>
            <a:pPr marL="1091565" marR="1162685" indent="-857250">
              <a:lnSpc>
                <a:spcPts val="1920"/>
              </a:lnSpc>
              <a:spcBef>
                <a:spcPts val="50"/>
              </a:spcBef>
            </a:pPr>
            <a:r>
              <a:rPr dirty="0" sz="1600">
                <a:solidFill>
                  <a:srgbClr val="0000FF"/>
                </a:solidFill>
                <a:latin typeface="Tw Cen MT"/>
                <a:cs typeface="Tw Cen MT"/>
              </a:rPr>
              <a:t>while</a:t>
            </a:r>
            <a:r>
              <a:rPr dirty="0" sz="1600">
                <a:latin typeface="Tw Cen MT"/>
                <a:cs typeface="Tw Cen MT"/>
              </a:rPr>
              <a:t>((i</a:t>
            </a:r>
            <a:r>
              <a:rPr dirty="0" sz="1600" spc="-3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!=</a:t>
            </a:r>
            <a:r>
              <a:rPr dirty="0" sz="1600" spc="-4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1)</a:t>
            </a:r>
            <a:r>
              <a:rPr dirty="0" sz="1600" spc="-20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&amp;&amp;</a:t>
            </a:r>
            <a:r>
              <a:rPr dirty="0" sz="1600" spc="-45">
                <a:latin typeface="Tw Cen MT"/>
                <a:cs typeface="Tw Cen MT"/>
              </a:rPr>
              <a:t> </a:t>
            </a:r>
            <a:r>
              <a:rPr dirty="0" sz="1600" spc="-10">
                <a:latin typeface="Tw Cen MT"/>
                <a:cs typeface="Tw Cen MT"/>
              </a:rPr>
              <a:t>(item.key</a:t>
            </a:r>
            <a:r>
              <a:rPr dirty="0" sz="1600" spc="-3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&gt;</a:t>
            </a:r>
            <a:r>
              <a:rPr dirty="0" sz="1600" spc="-40">
                <a:latin typeface="Tw Cen MT"/>
                <a:cs typeface="Tw Cen MT"/>
              </a:rPr>
              <a:t> </a:t>
            </a:r>
            <a:r>
              <a:rPr dirty="0" sz="1600" spc="-20">
                <a:latin typeface="Tw Cen MT"/>
                <a:cs typeface="Tw Cen MT"/>
              </a:rPr>
              <a:t>h-</a:t>
            </a:r>
            <a:r>
              <a:rPr dirty="0" sz="1600" spc="-10">
                <a:latin typeface="Tw Cen MT"/>
                <a:cs typeface="Tw Cen MT"/>
              </a:rPr>
              <a:t>&gt;heap[i/2].key))</a:t>
            </a:r>
            <a:r>
              <a:rPr dirty="0" sz="1600" spc="10">
                <a:latin typeface="Tw Cen MT"/>
                <a:cs typeface="Tw Cen MT"/>
              </a:rPr>
              <a:t> </a:t>
            </a:r>
            <a:r>
              <a:rPr dirty="0" sz="1600" spc="-50">
                <a:latin typeface="Tw Cen MT"/>
                <a:cs typeface="Tw Cen MT"/>
              </a:rPr>
              <a:t>{ </a:t>
            </a:r>
            <a:r>
              <a:rPr dirty="0" sz="1600" spc="-20">
                <a:latin typeface="Tw Cen MT"/>
                <a:cs typeface="Tw Cen MT"/>
              </a:rPr>
              <a:t>h-</a:t>
            </a:r>
            <a:r>
              <a:rPr dirty="0" sz="1600">
                <a:latin typeface="Tw Cen MT"/>
                <a:cs typeface="Tw Cen MT"/>
              </a:rPr>
              <a:t>&gt;heap[i]</a:t>
            </a:r>
            <a:r>
              <a:rPr dirty="0" sz="1600" spc="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=</a:t>
            </a:r>
            <a:r>
              <a:rPr dirty="0" sz="1600" spc="-30">
                <a:latin typeface="Tw Cen MT"/>
                <a:cs typeface="Tw Cen MT"/>
              </a:rPr>
              <a:t> </a:t>
            </a:r>
            <a:r>
              <a:rPr dirty="0" sz="1600" spc="-20">
                <a:latin typeface="Tw Cen MT"/>
                <a:cs typeface="Tw Cen MT"/>
              </a:rPr>
              <a:t>h-</a:t>
            </a:r>
            <a:r>
              <a:rPr dirty="0" sz="1600" spc="-10">
                <a:latin typeface="Tw Cen MT"/>
                <a:cs typeface="Tw Cen MT"/>
              </a:rPr>
              <a:t>&gt;heap[i/2];</a:t>
            </a:r>
            <a:endParaRPr sz="1600">
              <a:latin typeface="Tw Cen MT"/>
              <a:cs typeface="Tw Cen MT"/>
            </a:endParaRPr>
          </a:p>
          <a:p>
            <a:pPr marL="400685">
              <a:lnSpc>
                <a:spcPts val="1855"/>
              </a:lnSpc>
            </a:pPr>
            <a:r>
              <a:rPr dirty="0" sz="1600">
                <a:latin typeface="Tw Cen MT"/>
                <a:cs typeface="Tw Cen MT"/>
              </a:rPr>
              <a:t>i</a:t>
            </a:r>
            <a:r>
              <a:rPr dirty="0" sz="1600" spc="-5">
                <a:latin typeface="Tw Cen MT"/>
                <a:cs typeface="Tw Cen MT"/>
              </a:rPr>
              <a:t> </a:t>
            </a:r>
            <a:r>
              <a:rPr dirty="0" sz="1600">
                <a:latin typeface="Tw Cen MT"/>
                <a:cs typeface="Tw Cen MT"/>
              </a:rPr>
              <a:t>/=</a:t>
            </a:r>
            <a:r>
              <a:rPr dirty="0" sz="1600" spc="-25">
                <a:latin typeface="Tw Cen MT"/>
                <a:cs typeface="Tw Cen MT"/>
              </a:rPr>
              <a:t> 2;</a:t>
            </a:r>
            <a:endParaRPr sz="1600">
              <a:latin typeface="Tw Cen MT"/>
              <a:cs typeface="Tw Cen MT"/>
            </a:endParaRPr>
          </a:p>
          <a:p>
            <a:pPr marL="289560">
              <a:lnSpc>
                <a:spcPct val="100000"/>
              </a:lnSpc>
            </a:pPr>
            <a:r>
              <a:rPr dirty="0" sz="1600" spc="-50">
                <a:latin typeface="Tw Cen MT"/>
                <a:cs typeface="Tw Cen MT"/>
              </a:rPr>
              <a:t>}</a:t>
            </a:r>
            <a:endParaRPr sz="1600">
              <a:latin typeface="Tw Cen MT"/>
              <a:cs typeface="Tw Cen MT"/>
            </a:endParaRPr>
          </a:p>
          <a:p>
            <a:pPr marL="234950">
              <a:lnSpc>
                <a:spcPts val="1910"/>
              </a:lnSpc>
              <a:spcBef>
                <a:spcPts val="25"/>
              </a:spcBef>
              <a:tabLst>
                <a:tab pos="2012950" algn="l"/>
              </a:tabLst>
            </a:pPr>
            <a:r>
              <a:rPr dirty="0" sz="1600" spc="-20">
                <a:latin typeface="Tw Cen MT"/>
                <a:cs typeface="Tw Cen MT"/>
              </a:rPr>
              <a:t>h-</a:t>
            </a:r>
            <a:r>
              <a:rPr dirty="0" sz="1600">
                <a:latin typeface="Tw Cen MT"/>
                <a:cs typeface="Tw Cen MT"/>
              </a:rPr>
              <a:t>&gt;heap[i] =</a:t>
            </a:r>
            <a:r>
              <a:rPr dirty="0" sz="1600" spc="-40">
                <a:latin typeface="Tw Cen MT"/>
                <a:cs typeface="Tw Cen MT"/>
              </a:rPr>
              <a:t> </a:t>
            </a:r>
            <a:r>
              <a:rPr dirty="0" sz="1600" spc="-20">
                <a:latin typeface="Tw Cen MT"/>
                <a:cs typeface="Tw Cen MT"/>
              </a:rPr>
              <a:t>item;</a:t>
            </a:r>
            <a:r>
              <a:rPr dirty="0" sz="1600">
                <a:latin typeface="Tw Cen MT"/>
                <a:cs typeface="Tw Cen MT"/>
              </a:rPr>
              <a:t>	//</a:t>
            </a:r>
            <a:r>
              <a:rPr dirty="0" sz="1600" spc="-45">
                <a:latin typeface="Tw Cen MT"/>
                <a:cs typeface="Tw Cen MT"/>
              </a:rPr>
              <a:t> </a:t>
            </a:r>
            <a:r>
              <a:rPr dirty="0" sz="1600">
                <a:latin typeface="Gulim"/>
                <a:cs typeface="Gulim"/>
              </a:rPr>
              <a:t>새로운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노드를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삽입</a:t>
            </a:r>
            <a:endParaRPr sz="1600">
              <a:latin typeface="Gulim"/>
              <a:cs typeface="Gulim"/>
            </a:endParaRPr>
          </a:p>
          <a:p>
            <a:pPr marL="60960">
              <a:lnSpc>
                <a:spcPts val="1670"/>
              </a:lnSpc>
            </a:pPr>
            <a:r>
              <a:rPr dirty="0" sz="1400" spc="-50">
                <a:latin typeface="Tw Cen MT"/>
                <a:cs typeface="Tw Cen MT"/>
              </a:rPr>
              <a:t>}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141605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141605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56751" y="1827877"/>
            <a:ext cx="8360409" cy="229679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자료구조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변화는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단계별</a:t>
            </a:r>
            <a:r>
              <a:rPr dirty="0" sz="2400" spc="-16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그림으로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이해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모든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코드는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자료구조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+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알고리즘</a:t>
            </a:r>
            <a:endParaRPr sz="24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자료구조는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>
                <a:latin typeface="Gulim"/>
                <a:cs typeface="Gulim"/>
              </a:rPr>
              <a:t>의</a:t>
            </a:r>
            <a:r>
              <a:rPr dirty="0" sz="2400" spc="-20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변수창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>
                <a:latin typeface="Gulim"/>
                <a:cs typeface="Gulim"/>
              </a:rPr>
              <a:t>자동</a:t>
            </a:r>
            <a:r>
              <a:rPr dirty="0" sz="2400">
                <a:latin typeface="Arial"/>
                <a:cs typeface="Arial"/>
              </a:rPr>
              <a:t>,</a:t>
            </a:r>
            <a:r>
              <a:rPr dirty="0" sz="2400" spc="-120">
                <a:latin typeface="Arial"/>
                <a:cs typeface="Arial"/>
              </a:rPr>
              <a:t> </a:t>
            </a:r>
            <a:r>
              <a:rPr dirty="0" sz="2400" spc="-25">
                <a:latin typeface="Gulim"/>
                <a:cs typeface="Gulim"/>
              </a:rPr>
              <a:t>로컬</a:t>
            </a:r>
            <a:r>
              <a:rPr dirty="0" sz="2400" spc="-25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알고리즘은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40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디버거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(</a:t>
            </a:r>
            <a:r>
              <a:rPr dirty="0" sz="2400" spc="-10">
                <a:latin typeface="Gulim"/>
                <a:cs typeface="Gulim"/>
              </a:rPr>
              <a:t>한줄씩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수행</a:t>
            </a:r>
            <a:r>
              <a:rPr dirty="0" sz="2400" spc="-25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 marL="332105" indent="-31940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 spc="-20">
                <a:latin typeface="Gulim"/>
                <a:cs typeface="Gulim"/>
              </a:rPr>
              <a:t>그림대로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코드가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진행되는지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30">
                <a:latin typeface="Arial"/>
                <a:cs typeface="Arial"/>
              </a:rPr>
              <a:t> </a:t>
            </a:r>
            <a:r>
              <a:rPr dirty="0" sz="2400" spc="-20">
                <a:latin typeface="Gulim"/>
                <a:cs typeface="Gulim"/>
              </a:rPr>
              <a:t>변수창과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20">
                <a:latin typeface="Arial"/>
                <a:cs typeface="Arial"/>
              </a:rPr>
              <a:t>VS</a:t>
            </a:r>
            <a:r>
              <a:rPr dirty="0" sz="2400" spc="-20">
                <a:latin typeface="Gulim"/>
                <a:cs typeface="Gulim"/>
              </a:rPr>
              <a:t>디버거로</a:t>
            </a:r>
            <a:r>
              <a:rPr dirty="0" sz="2400" spc="-155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확인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239395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VS</a:t>
            </a:r>
            <a:r>
              <a:rPr dirty="0" spc="-30">
                <a:latin typeface="Tw Cen MT"/>
                <a:cs typeface="Tw Cen MT"/>
              </a:rPr>
              <a:t> </a:t>
            </a:r>
            <a:r>
              <a:rPr dirty="0" spc="-2295"/>
              <a:t>솔류션</a:t>
            </a:r>
            <a:r>
              <a:rPr dirty="0" spc="-254"/>
              <a:t> </a:t>
            </a:r>
            <a:r>
              <a:rPr dirty="0" spc="-1689"/>
              <a:t>생성(프로젝트명:</a:t>
            </a:r>
            <a:r>
              <a:rPr dirty="0" spc="-10"/>
              <a:t> </a:t>
            </a:r>
            <a:r>
              <a:rPr dirty="0" spc="-875"/>
              <a:t>ch9</a:t>
            </a:r>
            <a:r>
              <a:rPr dirty="0" spc="-20"/>
              <a:t> </a:t>
            </a:r>
            <a:r>
              <a:rPr dirty="0" spc="-1575"/>
              <a:t>파일명</a:t>
            </a:r>
            <a:r>
              <a:rPr dirty="0" spc="-5"/>
              <a:t> </a:t>
            </a:r>
            <a:r>
              <a:rPr dirty="0" spc="-815"/>
              <a:t>ch9.c)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83804" y="2114169"/>
            <a:ext cx="5189639" cy="4138485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768563" y="800675"/>
            <a:ext cx="4601210" cy="51371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20">
                <a:latin typeface="Tw Cen MT"/>
                <a:cs typeface="Tw Cen MT"/>
              </a:rPr>
              <a:t>heap1_change1.c</a:t>
            </a:r>
            <a:r>
              <a:rPr dirty="0" sz="3200" spc="-120"/>
              <a:t>로</a:t>
            </a:r>
            <a:r>
              <a:rPr dirty="0" sz="3200" spc="-170"/>
              <a:t> </a:t>
            </a:r>
            <a:r>
              <a:rPr dirty="0" sz="3200" spc="-975"/>
              <a:t>설명합니다</a:t>
            </a:r>
            <a:r>
              <a:rPr dirty="0" sz="3200" spc="-97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1" y="1826374"/>
            <a:ext cx="8562975" cy="247967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800">
                <a:latin typeface="Gulim"/>
                <a:cs typeface="Gulim"/>
              </a:rPr>
              <a:t>학생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heap1.c</a:t>
            </a:r>
            <a:r>
              <a:rPr dirty="0" sz="1800" spc="-10">
                <a:latin typeface="Gulim"/>
                <a:cs typeface="Gulim"/>
              </a:rPr>
              <a:t>를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변경하시나요</a:t>
            </a:r>
            <a:r>
              <a:rPr dirty="0" sz="1800" spc="-1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교재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>
                <a:latin typeface="Arial"/>
                <a:cs typeface="Arial"/>
              </a:rPr>
              <a:t>10</a:t>
            </a:r>
            <a:r>
              <a:rPr dirty="0" sz="1800">
                <a:latin typeface="Gulim"/>
                <a:cs typeface="Gulim"/>
              </a:rPr>
              <a:t>과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동일하게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하려합니다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709930">
              <a:lnSpc>
                <a:spcPct val="100000"/>
              </a:lnSpc>
              <a:spcBef>
                <a:spcPts val="695"/>
              </a:spcBef>
            </a:pPr>
            <a:r>
              <a:rPr dirty="0" sz="1800" spc="-10">
                <a:latin typeface="Arial"/>
                <a:cs typeface="Arial"/>
              </a:rPr>
              <a:t>heap1.c</a:t>
            </a:r>
            <a:r>
              <a:rPr dirty="0" sz="1800" spc="-10">
                <a:latin typeface="Gulim"/>
                <a:cs typeface="Gulim"/>
              </a:rPr>
              <a:t>는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개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삽입인데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>
                <a:latin typeface="Arial"/>
                <a:cs typeface="Arial"/>
              </a:rPr>
              <a:t>10</a:t>
            </a:r>
            <a:r>
              <a:rPr dirty="0" sz="1800">
                <a:latin typeface="Gulim"/>
                <a:cs typeface="Gulim"/>
              </a:rPr>
              <a:t>은</a:t>
            </a:r>
            <a:r>
              <a:rPr dirty="0" sz="1800" spc="-95">
                <a:latin typeface="Gulim"/>
                <a:cs typeface="Gulim"/>
              </a:rPr>
              <a:t> </a:t>
            </a:r>
            <a:r>
              <a:rPr dirty="0" sz="1800" spc="-45">
                <a:latin typeface="Gulim"/>
                <a:cs typeface="Gulim"/>
              </a:rPr>
              <a:t>요소</a:t>
            </a:r>
            <a:r>
              <a:rPr dirty="0" sz="1800" spc="-45">
                <a:latin typeface="Arial"/>
                <a:cs typeface="Arial"/>
              </a:rPr>
              <a:t>11</a:t>
            </a:r>
            <a:r>
              <a:rPr dirty="0" sz="1800" spc="-45">
                <a:latin typeface="Gulim"/>
                <a:cs typeface="Gulim"/>
              </a:rPr>
              <a:t>개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삽입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 spc="-10">
                <a:latin typeface="Arial"/>
                <a:cs typeface="Arial"/>
              </a:rPr>
              <a:t>10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10</a:t>
            </a:r>
            <a:r>
              <a:rPr dirty="0" sz="1800" spc="-10">
                <a:latin typeface="Gulim"/>
                <a:cs typeface="Gulim"/>
              </a:rPr>
              <a:t>개에서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8</a:t>
            </a:r>
            <a:r>
              <a:rPr dirty="0" sz="1800" spc="-10">
                <a:latin typeface="Gulim"/>
                <a:cs typeface="Gulim"/>
              </a:rPr>
              <a:t>을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삽입하면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삽입연산이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어떻게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동작하는지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보겠습니다</a:t>
            </a:r>
            <a:endParaRPr sz="18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705"/>
              </a:spcBef>
            </a:pPr>
            <a:r>
              <a:rPr dirty="0" sz="1800" spc="-10">
                <a:latin typeface="Gulim"/>
                <a:cs typeface="Gulim"/>
              </a:rPr>
              <a:t>코드에서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심규현교수가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만든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display_full_tree()</a:t>
            </a:r>
            <a:r>
              <a:rPr dirty="0" sz="1800" spc="-10">
                <a:latin typeface="Gulim"/>
                <a:cs typeface="Gulim"/>
              </a:rPr>
              <a:t>는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포화이진트리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표시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함수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입니다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50">
                <a:latin typeface="Gulim"/>
                <a:cs typeface="Gulim"/>
              </a:rPr>
              <a:t>트 </a:t>
            </a:r>
            <a:r>
              <a:rPr dirty="0" sz="1800">
                <a:latin typeface="Gulim"/>
                <a:cs typeface="Gulim"/>
              </a:rPr>
              <a:t>리는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링크로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표시되는데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콘솔창에서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링크를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표시하기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어려워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표시함</a:t>
            </a:r>
            <a:r>
              <a:rPr dirty="0" sz="1800" spc="-2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 spc="-20">
                <a:latin typeface="Gulim"/>
                <a:cs typeface="Gulim"/>
              </a:rPr>
              <a:t>포화이진트리표시로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각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위치를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알수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있음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8679" y="4761471"/>
            <a:ext cx="5319039" cy="126575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/>
          <p:nvPr/>
        </p:nvSpPr>
        <p:spPr>
          <a:xfrm>
            <a:off x="1768563" y="800675"/>
            <a:ext cx="460121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20">
                <a:solidFill>
                  <a:srgbClr val="775E54"/>
                </a:solidFill>
                <a:latin typeface="Tw Cen MT"/>
                <a:cs typeface="Tw Cen MT"/>
              </a:rPr>
              <a:t>heap1_change1.c</a:t>
            </a:r>
            <a:r>
              <a:rPr dirty="0" sz="3200" spc="-120">
                <a:solidFill>
                  <a:srgbClr val="775E54"/>
                </a:solidFill>
                <a:latin typeface="Dotum"/>
                <a:cs typeface="Dotum"/>
              </a:rPr>
              <a:t>로</a:t>
            </a:r>
            <a:r>
              <a:rPr dirty="0" sz="3200" spc="-170">
                <a:solidFill>
                  <a:srgbClr val="775E54"/>
                </a:solidFill>
                <a:latin typeface="Dotum"/>
                <a:cs typeface="Dotum"/>
              </a:rPr>
              <a:t> </a:t>
            </a:r>
            <a:r>
              <a:rPr dirty="0" sz="3200" spc="-975">
                <a:solidFill>
                  <a:srgbClr val="775E54"/>
                </a:solidFill>
                <a:latin typeface="Dotum"/>
                <a:cs typeface="Dotum"/>
              </a:rPr>
              <a:t>설명합니다</a:t>
            </a:r>
            <a:r>
              <a:rPr dirty="0" sz="3200" spc="-975">
                <a:solidFill>
                  <a:srgbClr val="775E54"/>
                </a:solidFill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1" y="1826374"/>
            <a:ext cx="7941309" cy="75374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2700"/>
              </a:lnSpc>
              <a:spcBef>
                <a:spcPts val="100"/>
              </a:spcBef>
            </a:pPr>
            <a:r>
              <a:rPr dirty="0" sz="1800" spc="-20">
                <a:latin typeface="Gulim"/>
                <a:cs typeface="Gulim"/>
              </a:rPr>
              <a:t>심규현교수가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만든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display_tree()</a:t>
            </a:r>
            <a:r>
              <a:rPr dirty="0" sz="1800" spc="-10">
                <a:latin typeface="Gulim"/>
                <a:cs typeface="Gulim"/>
              </a:rPr>
              <a:t>는</a:t>
            </a:r>
            <a:r>
              <a:rPr dirty="0" sz="1800" spc="-8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완전이진트리</a:t>
            </a:r>
            <a:r>
              <a:rPr dirty="0" sz="1800" spc="-10">
                <a:latin typeface="Arial"/>
                <a:cs typeface="Arial"/>
              </a:rPr>
              <a:t>(</a:t>
            </a:r>
            <a:r>
              <a:rPr dirty="0" sz="1800" spc="-10">
                <a:latin typeface="Gulim"/>
                <a:cs typeface="Gulim"/>
              </a:rPr>
              <a:t>히프트리</a:t>
            </a:r>
            <a:r>
              <a:rPr dirty="0" sz="1800" spc="-10">
                <a:latin typeface="Arial"/>
                <a:cs typeface="Arial"/>
              </a:rPr>
              <a:t>)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표시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함수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입니다</a:t>
            </a:r>
            <a:r>
              <a:rPr dirty="0" sz="1800" spc="-20">
                <a:latin typeface="Arial"/>
                <a:cs typeface="Arial"/>
              </a:rPr>
              <a:t>. </a:t>
            </a:r>
            <a:r>
              <a:rPr dirty="0" sz="1800">
                <a:latin typeface="Gulim"/>
                <a:cs typeface="Gulim"/>
              </a:rPr>
              <a:t>교재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 spc="-10">
                <a:latin typeface="Arial"/>
                <a:cs typeface="Arial"/>
              </a:rPr>
              <a:t>10</a:t>
            </a:r>
            <a:r>
              <a:rPr dirty="0" sz="1800" spc="-10">
                <a:latin typeface="Gulim"/>
                <a:cs typeface="Gulim"/>
              </a:rPr>
              <a:t>에서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요소</a:t>
            </a:r>
            <a:r>
              <a:rPr dirty="0" sz="1800">
                <a:latin typeface="Arial"/>
                <a:cs typeface="Arial"/>
              </a:rPr>
              <a:t>8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삽입전과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삽입후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히프트리를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보여줍니다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0939" y="2743250"/>
            <a:ext cx="4111008" cy="18278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1" y="1826374"/>
            <a:ext cx="5506085" cy="247967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266065" algn="l"/>
              </a:tabLst>
            </a:pPr>
            <a:r>
              <a:rPr dirty="0" sz="1800" spc="-10">
                <a:latin typeface="Arial"/>
                <a:cs typeface="Arial"/>
              </a:rPr>
              <a:t>heap1_change1.c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8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134</a:t>
            </a:r>
            <a:r>
              <a:rPr dirty="0" sz="1800" spc="-10">
                <a:latin typeface="Gulim"/>
                <a:cs typeface="Gulim"/>
              </a:rPr>
              <a:t>번줄에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중단점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설정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705"/>
              </a:spcBef>
              <a:buFont typeface="Arial"/>
              <a:buAutoNum type="arabicPeriod"/>
              <a:tabLst>
                <a:tab pos="266065" algn="l"/>
              </a:tabLst>
            </a:pPr>
            <a:r>
              <a:rPr dirty="0" sz="1800" spc="-10">
                <a:latin typeface="Gulim"/>
                <a:cs typeface="Gulim"/>
              </a:rPr>
              <a:t>디버깅시작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66065" algn="l"/>
              </a:tabLst>
            </a:pPr>
            <a:r>
              <a:rPr dirty="0" sz="1800" spc="-10">
                <a:latin typeface="Gulim"/>
                <a:cs typeface="Gulim"/>
              </a:rPr>
              <a:t>중단점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도달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후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로컬창에서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heap</a:t>
            </a:r>
            <a:r>
              <a:rPr dirty="0" sz="1800" spc="-10">
                <a:latin typeface="Gulim"/>
                <a:cs typeface="Gulim"/>
              </a:rPr>
              <a:t>변수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자료구조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확인</a:t>
            </a:r>
            <a:endParaRPr sz="1800">
              <a:latin typeface="Gulim"/>
              <a:cs typeface="Gulim"/>
            </a:endParaRPr>
          </a:p>
          <a:p>
            <a:pPr marL="265430" marR="2402205" indent="-253365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328930" algn="l"/>
              </a:tabLst>
            </a:pP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>
                <a:latin typeface="Arial"/>
                <a:cs typeface="Arial"/>
              </a:rPr>
              <a:t>10</a:t>
            </a:r>
            <a:r>
              <a:rPr dirty="0" sz="1800">
                <a:latin typeface="Gulim"/>
                <a:cs typeface="Gulim"/>
              </a:rPr>
              <a:t>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같이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요소</a:t>
            </a:r>
            <a:r>
              <a:rPr dirty="0" sz="1800">
                <a:latin typeface="Arial"/>
                <a:cs typeface="Arial"/>
              </a:rPr>
              <a:t>8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삽입 </a:t>
            </a:r>
            <a:r>
              <a:rPr dirty="0" sz="1800" spc="-25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8</a:t>
            </a:r>
            <a:r>
              <a:rPr dirty="0" sz="1800" spc="-10">
                <a:latin typeface="Gulim"/>
                <a:cs typeface="Gulim"/>
              </a:rPr>
              <a:t>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e1</a:t>
            </a:r>
            <a:endParaRPr sz="1800">
              <a:latin typeface="Arial"/>
              <a:cs typeface="Arial"/>
            </a:endParaRPr>
          </a:p>
          <a:p>
            <a:pPr marL="328930">
              <a:lnSpc>
                <a:spcPct val="100000"/>
              </a:lnSpc>
              <a:spcBef>
                <a:spcPts val="705"/>
              </a:spcBef>
            </a:pPr>
            <a:r>
              <a:rPr dirty="0" sz="1800" spc="-10">
                <a:latin typeface="Arial"/>
                <a:cs typeface="Arial"/>
              </a:rPr>
              <a:t>insert_max_heap(heap,</a:t>
            </a:r>
            <a:r>
              <a:rPr dirty="0" sz="1800" spc="5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e1) </a:t>
            </a:r>
            <a:r>
              <a:rPr dirty="0" sz="1800" spc="-25">
                <a:latin typeface="Gulim"/>
                <a:cs typeface="Gulim"/>
              </a:rPr>
              <a:t>호출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695"/>
              </a:spcBef>
              <a:buAutoNum type="arabicPeriod" startAt="5"/>
              <a:tabLst>
                <a:tab pos="266065" algn="l"/>
              </a:tabLst>
            </a:pPr>
            <a:r>
              <a:rPr dirty="0" sz="1800">
                <a:latin typeface="Arial"/>
                <a:cs typeface="Arial"/>
              </a:rPr>
              <a:t>Step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12927" y="2060854"/>
            <a:ext cx="2036889" cy="1590205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833579" y="3699802"/>
            <a:ext cx="3746461" cy="3379939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293990" y="3597744"/>
            <a:ext cx="8505825" cy="3608704"/>
            <a:chOff x="1293990" y="3597744"/>
            <a:chExt cx="8505825" cy="3608704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956369" y="4182655"/>
              <a:ext cx="6842899" cy="24462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293990" y="3597744"/>
              <a:ext cx="1959241" cy="1610004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6751" y="1826374"/>
            <a:ext cx="4984115" cy="166433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Step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ts val="2160"/>
              </a:lnSpc>
              <a:spcBef>
                <a:spcPts val="7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85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h-&gt;heap[11]</a:t>
            </a:r>
            <a:r>
              <a:rPr dirty="0" sz="1800" spc="-6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h-&gt;heap[11/2]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수행</a:t>
            </a:r>
            <a:endParaRPr sz="1800">
              <a:latin typeface="Gulim"/>
              <a:cs typeface="Gulim"/>
            </a:endParaRPr>
          </a:p>
          <a:p>
            <a:pPr marL="354965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(5</a:t>
            </a:r>
            <a:r>
              <a:rPr dirty="0" sz="1800" spc="-10">
                <a:latin typeface="Gulim"/>
                <a:cs typeface="Gulim"/>
              </a:rPr>
              <a:t>번노드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값을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60">
                <a:latin typeface="Arial"/>
                <a:cs typeface="Arial"/>
              </a:rPr>
              <a:t>11</a:t>
            </a:r>
            <a:r>
              <a:rPr dirty="0" sz="1800" spc="-60">
                <a:latin typeface="Gulim"/>
                <a:cs typeface="Gulim"/>
              </a:rPr>
              <a:t>번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노드값으로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변경</a:t>
            </a:r>
            <a:r>
              <a:rPr dirty="0" sz="1800" spc="-25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86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변경</a:t>
            </a:r>
            <a:endParaRPr sz="1800">
              <a:latin typeface="Gulim"/>
              <a:cs typeface="Gulim"/>
            </a:endParaRPr>
          </a:p>
          <a:p>
            <a:pPr marL="354965">
              <a:lnSpc>
                <a:spcPct val="100000"/>
              </a:lnSpc>
            </a:pPr>
            <a:r>
              <a:rPr dirty="0" sz="1800" spc="-55">
                <a:latin typeface="Arial"/>
                <a:cs typeface="Arial"/>
              </a:rPr>
              <a:t>11</a:t>
            </a:r>
            <a:r>
              <a:rPr dirty="0" sz="1800" spc="-55">
                <a:latin typeface="Gulim"/>
                <a:cs typeface="Gulim"/>
              </a:rPr>
              <a:t>번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노드값이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변경되고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50">
                <a:latin typeface="Arial"/>
                <a:cs typeface="Arial"/>
              </a:rPr>
              <a:t>5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744361" y="2004969"/>
            <a:ext cx="2788642" cy="189832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3810406" y="4702060"/>
            <a:ext cx="6047105" cy="2504440"/>
            <a:chOff x="3810406" y="4702060"/>
            <a:chExt cx="6047105" cy="25044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10406" y="4702060"/>
              <a:ext cx="6046711" cy="2179675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533506" y="2152720"/>
            <a:ext cx="5274697" cy="1661191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056751" y="1826374"/>
            <a:ext cx="4765040" cy="166433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Step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ts val="2160"/>
              </a:lnSpc>
              <a:spcBef>
                <a:spcPts val="7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85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h-</a:t>
            </a:r>
            <a:r>
              <a:rPr dirty="0" sz="1800">
                <a:latin typeface="Arial"/>
                <a:cs typeface="Arial"/>
              </a:rPr>
              <a:t>&gt;heap[5]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=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h-</a:t>
            </a:r>
            <a:r>
              <a:rPr dirty="0" sz="1800">
                <a:latin typeface="Arial"/>
                <a:cs typeface="Arial"/>
              </a:rPr>
              <a:t>&gt;heap[5/2]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수행</a:t>
            </a:r>
            <a:endParaRPr sz="1800">
              <a:latin typeface="Gulim"/>
              <a:cs typeface="Gulim"/>
            </a:endParaRPr>
          </a:p>
          <a:p>
            <a:pPr marL="354965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(2</a:t>
            </a:r>
            <a:r>
              <a:rPr dirty="0" sz="1800" spc="-10">
                <a:latin typeface="Gulim"/>
                <a:cs typeface="Gulim"/>
              </a:rPr>
              <a:t>번노드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값을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>
                <a:latin typeface="Gulim"/>
                <a:cs typeface="Gulim"/>
              </a:rPr>
              <a:t>번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노드값으로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변경</a:t>
            </a:r>
            <a:r>
              <a:rPr dirty="0" sz="1800" spc="-25">
                <a:latin typeface="Arial"/>
                <a:cs typeface="Arial"/>
              </a:rPr>
              <a:t>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86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2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변경</a:t>
            </a:r>
            <a:endParaRPr sz="1800">
              <a:latin typeface="Gulim"/>
              <a:cs typeface="Gulim"/>
            </a:endParaRPr>
          </a:p>
          <a:p>
            <a:pPr marL="354965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5</a:t>
            </a:r>
            <a:r>
              <a:rPr dirty="0" sz="1800">
                <a:latin typeface="Gulim"/>
                <a:cs typeface="Gulim"/>
              </a:rPr>
              <a:t>번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노드값이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변경되고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5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24901" y="3606901"/>
            <a:ext cx="2026221" cy="1475955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80677" y="3645678"/>
            <a:ext cx="4819605" cy="1546737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751" y="1736903"/>
            <a:ext cx="6894830" cy="139065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Step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354965" algn="l"/>
                <a:tab pos="2543810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i=2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일때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84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>
                <a:latin typeface="Arial"/>
                <a:cs typeface="Arial"/>
              </a:rPr>
              <a:t>item.key</a:t>
            </a:r>
            <a:r>
              <a:rPr dirty="0" sz="1800" spc="-7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h-</a:t>
            </a:r>
            <a:r>
              <a:rPr dirty="0" sz="1800">
                <a:latin typeface="Arial"/>
                <a:cs typeface="Arial"/>
              </a:rPr>
              <a:t>&gt;heap[2/2].key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비교결과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false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88</a:t>
            </a:r>
            <a:r>
              <a:rPr dirty="0" sz="1800" spc="-10">
                <a:latin typeface="Gulim"/>
                <a:cs typeface="Gulim"/>
              </a:rPr>
              <a:t>번줄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35">
                <a:latin typeface="Gulim"/>
                <a:cs typeface="Gulim"/>
              </a:rPr>
              <a:t>수행</a:t>
            </a:r>
            <a:endParaRPr sz="1800">
              <a:latin typeface="Gulim"/>
              <a:cs typeface="Gulim"/>
            </a:endParaRPr>
          </a:p>
          <a:p>
            <a:pPr marL="354965">
              <a:lnSpc>
                <a:spcPct val="100000"/>
              </a:lnSpc>
            </a:pPr>
            <a:r>
              <a:rPr dirty="0" sz="1800">
                <a:latin typeface="Arial"/>
                <a:cs typeface="Arial"/>
              </a:rPr>
              <a:t>2</a:t>
            </a:r>
            <a:r>
              <a:rPr dirty="0" sz="1800">
                <a:latin typeface="Gulim"/>
                <a:cs typeface="Gulim"/>
              </a:rPr>
              <a:t>번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노드값이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변경되고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insert_map_heap()</a:t>
            </a:r>
            <a:r>
              <a:rPr dirty="0" sz="1800" spc="-55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종료</a:t>
            </a:r>
            <a:endParaRPr sz="1800">
              <a:latin typeface="Gulim"/>
              <a:cs typeface="Guli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6751" y="5368159"/>
            <a:ext cx="8550910" cy="1212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Gulim"/>
                <a:cs typeface="Gulim"/>
              </a:rPr>
              <a:t>학생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10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교수님</a:t>
            </a:r>
            <a:r>
              <a:rPr dirty="0" sz="1800">
                <a:latin typeface="Arial"/>
                <a:cs typeface="Arial"/>
              </a:rPr>
              <a:t>~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그림으로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insert_max_heap()</a:t>
            </a:r>
            <a:r>
              <a:rPr dirty="0" sz="1800" spc="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동작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이해하고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코드를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VS</a:t>
            </a:r>
            <a:r>
              <a:rPr dirty="0" sz="1800" spc="-10">
                <a:latin typeface="Gulim"/>
                <a:cs typeface="Gulim"/>
              </a:rPr>
              <a:t>에서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한줄씩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수 </a:t>
            </a:r>
            <a:r>
              <a:rPr dirty="0" sz="1800" spc="-10">
                <a:latin typeface="Gulim"/>
                <a:cs typeface="Gulim"/>
              </a:rPr>
              <a:t>행하면서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자료구조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변화를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보니</a:t>
            </a:r>
            <a:r>
              <a:rPr dirty="0" sz="1800" spc="-1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완전</a:t>
            </a:r>
            <a:r>
              <a:rPr dirty="0" sz="1800" spc="-1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이해했어요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야호</a:t>
            </a:r>
            <a:r>
              <a:rPr dirty="0" sz="1800" spc="-25">
                <a:latin typeface="Arial"/>
                <a:cs typeface="Arial"/>
              </a:rPr>
              <a:t>~</a:t>
            </a:r>
            <a:endParaRPr sz="1800">
              <a:latin typeface="Arial"/>
              <a:cs typeface="Arial"/>
            </a:endParaRPr>
          </a:p>
          <a:p>
            <a:pPr marL="12700" marR="55244">
              <a:lnSpc>
                <a:spcPct val="100000"/>
              </a:lnSpc>
              <a:spcBef>
                <a:spcPts val="705"/>
              </a:spcBef>
            </a:pPr>
            <a:r>
              <a:rPr dirty="0" sz="1800" spc="-10">
                <a:latin typeface="Gulim"/>
                <a:cs typeface="Gulim"/>
              </a:rPr>
              <a:t>앞으로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자료구조는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동작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그림을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그리고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VS</a:t>
            </a:r>
            <a:r>
              <a:rPr dirty="0" sz="1800">
                <a:latin typeface="Gulim"/>
                <a:cs typeface="Gulim"/>
              </a:rPr>
              <a:t>에서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한줄씩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수행하면서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자료구조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변화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보 </a:t>
            </a:r>
            <a:r>
              <a:rPr dirty="0" sz="1800" spc="-10">
                <a:latin typeface="Gulim"/>
                <a:cs typeface="Gulim"/>
              </a:rPr>
              <a:t>겠습니다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11198" y="3328149"/>
            <a:ext cx="1950110" cy="1485099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23026"/>
            <a:ext cx="4472305" cy="430276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추상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데이터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타입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5">
                <a:latin typeface="Gulim"/>
                <a:cs typeface="Gulim"/>
              </a:rPr>
              <a:t>히프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10">
                <a:latin typeface="Gulim"/>
                <a:cs typeface="Gulim"/>
              </a:rPr>
              <a:t>히프의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(</a:t>
            </a:r>
            <a:r>
              <a:rPr dirty="0" sz="2400" spc="-10">
                <a:latin typeface="Gulim"/>
                <a:cs typeface="Gulim"/>
              </a:rPr>
              <a:t>삽입연산</a:t>
            </a:r>
            <a:r>
              <a:rPr dirty="0" sz="2400" spc="-1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20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algn="ctr" marR="414655">
              <a:lnSpc>
                <a:spcPct val="100000"/>
              </a:lnSpc>
            </a:pPr>
            <a:r>
              <a:rPr dirty="0" sz="2400" spc="-10">
                <a:latin typeface="Gulim"/>
                <a:cs typeface="Gulim"/>
              </a:rPr>
              <a:t>히프의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(</a:t>
            </a:r>
            <a:r>
              <a:rPr dirty="0" sz="2400" spc="-10">
                <a:latin typeface="Gulim"/>
                <a:cs typeface="Gulim"/>
              </a:rPr>
              <a:t>삭제연산</a:t>
            </a:r>
            <a:r>
              <a:rPr dirty="0" sz="2400" spc="-1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0"/>
              </a:spcBef>
            </a:pP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 startAt="5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히프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정렬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 startAt="5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머쉰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스케쥴링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Font typeface="Arial"/>
              <a:buAutoNum type="arabicPeriod" startAt="5"/>
              <a:tabLst>
                <a:tab pos="469265" algn="l"/>
              </a:tabLst>
            </a:pPr>
            <a:r>
              <a:rPr dirty="0" sz="2400" spc="-10">
                <a:latin typeface="Gulim"/>
                <a:cs typeface="Gulim"/>
              </a:rPr>
              <a:t>허프만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코드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801438" y="3626700"/>
            <a:ext cx="4737735" cy="3579495"/>
            <a:chOff x="4801438" y="3626700"/>
            <a:chExt cx="4737735" cy="35794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01438" y="3626700"/>
              <a:ext cx="4737506" cy="280569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05"/>
              <a:t>히프에서의</a:t>
            </a:r>
            <a:r>
              <a:rPr dirty="0" spc="-260"/>
              <a:t> </a:t>
            </a:r>
            <a:r>
              <a:rPr dirty="0" spc="-1395"/>
              <a:t>삭제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307160" y="2024682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55">
                <a:solidFill>
                  <a:srgbClr val="F6B515"/>
                </a:solidFill>
                <a:latin typeface="Meiryo UI"/>
                <a:cs typeface="Meiryo UI"/>
              </a:rPr>
              <a:t>n</a:t>
            </a:r>
            <a:endParaRPr sz="1400">
              <a:latin typeface="Meiryo UI"/>
              <a:cs typeface="Meiryo U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49691" y="2010978"/>
            <a:ext cx="74091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latin typeface="Gulim"/>
                <a:cs typeface="Gulim"/>
              </a:rPr>
              <a:t>최대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히프에서의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삭제는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가장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큰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키값을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가진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노드를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삭제하는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것을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의미</a:t>
            </a:r>
            <a:endParaRPr sz="18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07160" y="2339984"/>
            <a:ext cx="343281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0">
                <a:latin typeface="Gulim"/>
                <a:cs typeface="Gulim"/>
              </a:rPr>
              <a:t>-</a:t>
            </a:r>
            <a:r>
              <a:rPr dirty="0" sz="1800">
                <a:latin typeface="Gulim"/>
                <a:cs typeface="Gulim"/>
              </a:rPr>
              <a:t>&gt;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따라서</a:t>
            </a:r>
            <a:r>
              <a:rPr dirty="0" sz="1800" spc="-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루트</a:t>
            </a:r>
            <a:r>
              <a:rPr dirty="0" sz="1800" spc="-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노드가</a:t>
            </a:r>
            <a:r>
              <a:rPr dirty="0" sz="1800" spc="-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삭제된다.</a:t>
            </a:r>
            <a:endParaRPr sz="18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07160" y="2682694"/>
            <a:ext cx="161925" cy="245110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dirty="0" sz="1400" spc="155">
                <a:solidFill>
                  <a:srgbClr val="F6B515"/>
                </a:solidFill>
                <a:latin typeface="Meiryo UI"/>
                <a:cs typeface="Meiryo UI"/>
              </a:rPr>
              <a:t>n</a:t>
            </a:r>
            <a:endParaRPr sz="1400">
              <a:latin typeface="Meiryo UI"/>
              <a:cs typeface="Meiryo U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49691" y="2614155"/>
            <a:ext cx="7180580" cy="6838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19900"/>
              </a:lnSpc>
              <a:spcBef>
                <a:spcPts val="100"/>
              </a:spcBef>
            </a:pPr>
            <a:r>
              <a:rPr dirty="0" sz="1800">
                <a:latin typeface="Gulim"/>
                <a:cs typeface="Gulim"/>
              </a:rPr>
              <a:t>삭제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연산은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회사에서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사장의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자리가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비게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되면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먼저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제일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말단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사원을 </a:t>
            </a:r>
            <a:r>
              <a:rPr dirty="0" sz="1800">
                <a:latin typeface="Gulim"/>
                <a:cs typeface="Gulim"/>
              </a:rPr>
              <a:t>사장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자리로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올린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다음에,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능력에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따라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강등시키는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것과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비슷하다.</a:t>
            </a:r>
            <a:endParaRPr sz="18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595767" y="4178271"/>
            <a:ext cx="3564890" cy="16706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</a:pPr>
            <a:r>
              <a:rPr dirty="0" sz="1800" spc="-20">
                <a:latin typeface="Gulim"/>
                <a:cs typeface="Gulim"/>
              </a:rPr>
              <a:t>(1)</a:t>
            </a:r>
            <a:r>
              <a:rPr dirty="0" sz="1800" spc="-28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루트</a:t>
            </a:r>
            <a:r>
              <a:rPr dirty="0" sz="1800" spc="-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노드를</a:t>
            </a:r>
            <a:r>
              <a:rPr dirty="0" sz="1800" spc="-3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삭제한다</a:t>
            </a:r>
            <a:endParaRPr sz="1800">
              <a:latin typeface="Gulim"/>
              <a:cs typeface="Gulim"/>
            </a:endParaRPr>
          </a:p>
          <a:p>
            <a:pPr marL="354965" marR="461645" indent="-342900">
              <a:lnSpc>
                <a:spcPct val="100000"/>
              </a:lnSpc>
            </a:pPr>
            <a:r>
              <a:rPr dirty="0" sz="1800" spc="-20">
                <a:latin typeface="Gulim"/>
                <a:cs typeface="Gulim"/>
              </a:rPr>
              <a:t>(2)</a:t>
            </a:r>
            <a:r>
              <a:rPr dirty="0" sz="1800" spc="-28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마지막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노드를</a:t>
            </a:r>
            <a:r>
              <a:rPr dirty="0" sz="1800" spc="-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루트</a:t>
            </a:r>
            <a:r>
              <a:rPr dirty="0" sz="1800" spc="-4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노드로 </a:t>
            </a:r>
            <a:r>
              <a:rPr dirty="0" sz="1800" spc="-10">
                <a:latin typeface="Gulim"/>
                <a:cs typeface="Gulim"/>
              </a:rPr>
              <a:t>이동한다.</a:t>
            </a:r>
            <a:endParaRPr sz="1800">
              <a:latin typeface="Gulim"/>
              <a:cs typeface="Gulim"/>
            </a:endParaRPr>
          </a:p>
          <a:p>
            <a:pPr marL="354965" marR="5080" indent="-342900">
              <a:lnSpc>
                <a:spcPts val="2160"/>
              </a:lnSpc>
              <a:spcBef>
                <a:spcPts val="65"/>
              </a:spcBef>
            </a:pPr>
            <a:r>
              <a:rPr dirty="0" sz="1800" spc="-20">
                <a:latin typeface="Gulim"/>
                <a:cs typeface="Gulim"/>
              </a:rPr>
              <a:t>(1)</a:t>
            </a:r>
            <a:r>
              <a:rPr dirty="0" sz="1800" spc="-28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루트에서부터</a:t>
            </a:r>
            <a:r>
              <a:rPr dirty="0" sz="1800" spc="-8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단말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노드까지의 </a:t>
            </a:r>
            <a:r>
              <a:rPr dirty="0" sz="1800">
                <a:latin typeface="Gulim"/>
                <a:cs typeface="Gulim"/>
              </a:rPr>
              <a:t>경로에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있는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노드들을</a:t>
            </a:r>
            <a:r>
              <a:rPr dirty="0" sz="1800" spc="-5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교환하여 </a:t>
            </a:r>
            <a:r>
              <a:rPr dirty="0" sz="1800">
                <a:latin typeface="Gulim"/>
                <a:cs typeface="Gulim"/>
              </a:rPr>
              <a:t>히프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성질을</a:t>
            </a:r>
            <a:r>
              <a:rPr dirty="0" sz="1800" spc="-5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만족시킨다.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downheap</a:t>
            </a:r>
            <a:r>
              <a:rPr dirty="0" spc="-254">
                <a:latin typeface="Tw Cen MT"/>
                <a:cs typeface="Tw Cen MT"/>
              </a:rPr>
              <a:t> </a:t>
            </a:r>
            <a:r>
              <a:rPr dirty="0" spc="-2125"/>
              <a:t>알고리즘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87098" y="2043403"/>
            <a:ext cx="2723506" cy="1930125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8218" y="4463747"/>
            <a:ext cx="5796773" cy="192751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downheap</a:t>
            </a:r>
            <a:r>
              <a:rPr dirty="0" spc="-254">
                <a:latin typeface="Tw Cen MT"/>
                <a:cs typeface="Tw Cen MT"/>
              </a:rPr>
              <a:t> </a:t>
            </a:r>
            <a:r>
              <a:rPr dirty="0" spc="-2125"/>
              <a:t>알고리즘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5181" y="2136145"/>
            <a:ext cx="5922625" cy="190108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678755" y="4392507"/>
            <a:ext cx="6473591" cy="209975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62443" y="703197"/>
            <a:ext cx="2025014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370"/>
              <a:t>삭제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85226" y="1381518"/>
            <a:ext cx="7310755" cy="5285740"/>
            <a:chOff x="1685226" y="1381518"/>
            <a:chExt cx="7310755" cy="5285740"/>
          </a:xfrm>
        </p:grpSpPr>
        <p:sp>
          <p:nvSpPr>
            <p:cNvPr id="5" name="object 5"/>
            <p:cNvSpPr/>
            <p:nvPr/>
          </p:nvSpPr>
          <p:spPr>
            <a:xfrm>
              <a:off x="1698929" y="1393710"/>
              <a:ext cx="7283450" cy="5261610"/>
            </a:xfrm>
            <a:custGeom>
              <a:avLst/>
              <a:gdLst/>
              <a:ahLst/>
              <a:cxnLst/>
              <a:rect l="l" t="t" r="r" b="b"/>
              <a:pathLst>
                <a:path w="7283450" h="5261609">
                  <a:moveTo>
                    <a:pt x="7282853" y="0"/>
                  </a:moveTo>
                  <a:lnTo>
                    <a:pt x="0" y="0"/>
                  </a:lnTo>
                  <a:lnTo>
                    <a:pt x="0" y="5261063"/>
                  </a:lnTo>
                  <a:lnTo>
                    <a:pt x="7282853" y="5261063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85226" y="1381518"/>
              <a:ext cx="7310755" cy="5285740"/>
            </a:xfrm>
            <a:custGeom>
              <a:avLst/>
              <a:gdLst/>
              <a:ahLst/>
              <a:cxnLst/>
              <a:rect l="l" t="t" r="r" b="b"/>
              <a:pathLst>
                <a:path w="7310755" h="5285740">
                  <a:moveTo>
                    <a:pt x="7310246" y="0"/>
                  </a:moveTo>
                  <a:lnTo>
                    <a:pt x="0" y="0"/>
                  </a:lnTo>
                  <a:lnTo>
                    <a:pt x="0" y="5285447"/>
                  </a:lnTo>
                  <a:lnTo>
                    <a:pt x="7310246" y="5285447"/>
                  </a:lnTo>
                  <a:lnTo>
                    <a:pt x="7310246" y="5273255"/>
                  </a:lnTo>
                  <a:lnTo>
                    <a:pt x="25882" y="5273255"/>
                  </a:lnTo>
                  <a:lnTo>
                    <a:pt x="13703" y="5261076"/>
                  </a:lnTo>
                  <a:lnTo>
                    <a:pt x="25882" y="5261076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92"/>
                  </a:lnTo>
                  <a:lnTo>
                    <a:pt x="7310246" y="12192"/>
                  </a:lnTo>
                  <a:lnTo>
                    <a:pt x="7310246" y="0"/>
                  </a:lnTo>
                  <a:close/>
                </a:path>
                <a:path w="7310755" h="5285740">
                  <a:moveTo>
                    <a:pt x="25882" y="5261076"/>
                  </a:moveTo>
                  <a:lnTo>
                    <a:pt x="13703" y="5261076"/>
                  </a:lnTo>
                  <a:lnTo>
                    <a:pt x="25882" y="5273255"/>
                  </a:lnTo>
                  <a:lnTo>
                    <a:pt x="25882" y="5261076"/>
                  </a:lnTo>
                  <a:close/>
                </a:path>
                <a:path w="7310755" h="5285740">
                  <a:moveTo>
                    <a:pt x="7284364" y="5261076"/>
                  </a:moveTo>
                  <a:lnTo>
                    <a:pt x="25882" y="5261076"/>
                  </a:lnTo>
                  <a:lnTo>
                    <a:pt x="25882" y="5273255"/>
                  </a:lnTo>
                  <a:lnTo>
                    <a:pt x="7284364" y="5273255"/>
                  </a:lnTo>
                  <a:lnTo>
                    <a:pt x="7284364" y="5261076"/>
                  </a:lnTo>
                  <a:close/>
                </a:path>
                <a:path w="7310755" h="5285740">
                  <a:moveTo>
                    <a:pt x="7284364" y="12192"/>
                  </a:moveTo>
                  <a:lnTo>
                    <a:pt x="7284364" y="5273255"/>
                  </a:lnTo>
                  <a:lnTo>
                    <a:pt x="7296543" y="5261076"/>
                  </a:lnTo>
                  <a:lnTo>
                    <a:pt x="7310246" y="5261076"/>
                  </a:lnTo>
                  <a:lnTo>
                    <a:pt x="7310246" y="24371"/>
                  </a:lnTo>
                  <a:lnTo>
                    <a:pt x="7296543" y="24371"/>
                  </a:lnTo>
                  <a:lnTo>
                    <a:pt x="7284364" y="12192"/>
                  </a:lnTo>
                  <a:close/>
                </a:path>
                <a:path w="7310755" h="5285740">
                  <a:moveTo>
                    <a:pt x="7310246" y="5261076"/>
                  </a:moveTo>
                  <a:lnTo>
                    <a:pt x="7296543" y="5261076"/>
                  </a:lnTo>
                  <a:lnTo>
                    <a:pt x="7284364" y="5273255"/>
                  </a:lnTo>
                  <a:lnTo>
                    <a:pt x="7310246" y="5273255"/>
                  </a:lnTo>
                  <a:lnTo>
                    <a:pt x="7310246" y="5261076"/>
                  </a:lnTo>
                  <a:close/>
                </a:path>
                <a:path w="7310755" h="5285740">
                  <a:moveTo>
                    <a:pt x="25882" y="12192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92"/>
                  </a:lnTo>
                  <a:close/>
                </a:path>
                <a:path w="7310755" h="5285740">
                  <a:moveTo>
                    <a:pt x="7284364" y="12192"/>
                  </a:moveTo>
                  <a:lnTo>
                    <a:pt x="25882" y="12192"/>
                  </a:lnTo>
                  <a:lnTo>
                    <a:pt x="25882" y="24371"/>
                  </a:lnTo>
                  <a:lnTo>
                    <a:pt x="7284364" y="24371"/>
                  </a:lnTo>
                  <a:lnTo>
                    <a:pt x="7284364" y="12192"/>
                  </a:lnTo>
                  <a:close/>
                </a:path>
                <a:path w="7310755" h="5285740">
                  <a:moveTo>
                    <a:pt x="7310246" y="12192"/>
                  </a:moveTo>
                  <a:lnTo>
                    <a:pt x="7284364" y="12192"/>
                  </a:lnTo>
                  <a:lnTo>
                    <a:pt x="7296543" y="24371"/>
                  </a:lnTo>
                  <a:lnTo>
                    <a:pt x="7310246" y="24371"/>
                  </a:lnTo>
                  <a:lnTo>
                    <a:pt x="7310246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776552" y="1419664"/>
            <a:ext cx="5230495" cy="514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삭제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 spc="-25">
                <a:latin typeface="Dotum"/>
                <a:cs typeface="Dotum"/>
              </a:rPr>
              <a:t>함수</a:t>
            </a:r>
            <a:endParaRPr sz="14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6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delete_max_heap(HeapType</a:t>
            </a:r>
            <a:r>
              <a:rPr dirty="0" sz="1400" spc="5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*h)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228600" marR="3320415">
              <a:lnSpc>
                <a:spcPct val="100000"/>
              </a:lnSpc>
            </a:pPr>
            <a:r>
              <a:rPr dirty="0" sz="1400">
                <a:solidFill>
                  <a:srgbClr val="0000FF"/>
                </a:solidFill>
                <a:latin typeface="Trebuchet MS"/>
                <a:cs typeface="Trebuchet MS"/>
              </a:rPr>
              <a:t>int</a:t>
            </a:r>
            <a:r>
              <a:rPr dirty="0" sz="1400" spc="-35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parent,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child;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item,</a:t>
            </a:r>
            <a:r>
              <a:rPr dirty="0" sz="1400" spc="-10">
                <a:latin typeface="Trebuchet MS"/>
                <a:cs typeface="Trebuchet MS"/>
              </a:rPr>
              <a:t> temp;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2286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item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&gt;heap[1];</a:t>
            </a:r>
            <a:endParaRPr sz="1400">
              <a:latin typeface="Trebuchet MS"/>
              <a:cs typeface="Trebuchet MS"/>
            </a:endParaRPr>
          </a:p>
          <a:p>
            <a:pPr marL="228600" marR="22428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&gt;heap[(h-&gt;heap_size)-</a:t>
            </a:r>
            <a:r>
              <a:rPr dirty="0" sz="1400" spc="-15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]; </a:t>
            </a:r>
            <a:r>
              <a:rPr dirty="0" sz="1400">
                <a:latin typeface="Trebuchet MS"/>
                <a:cs typeface="Trebuchet MS"/>
              </a:rPr>
              <a:t>parent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22860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228600">
              <a:lnSpc>
                <a:spcPct val="100000"/>
              </a:lnSpc>
            </a:pPr>
            <a:r>
              <a:rPr dirty="0" sz="1400">
                <a:solidFill>
                  <a:srgbClr val="0000FF"/>
                </a:solidFill>
                <a:latin typeface="Trebuchet MS"/>
                <a:cs typeface="Trebuchet MS"/>
              </a:rPr>
              <a:t>while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h-&gt;heap_size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033780" marR="50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Dotum"/>
                <a:cs typeface="Dotum"/>
              </a:rPr>
              <a:t>현재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노드의</a:t>
            </a:r>
            <a:r>
              <a:rPr dirty="0" sz="1400" spc="-6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자식노드중</a:t>
            </a:r>
            <a:r>
              <a:rPr dirty="0" sz="1400" spc="-6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더</a:t>
            </a:r>
            <a:r>
              <a:rPr dirty="0" sz="1400" spc="-50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큰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자식노드를</a:t>
            </a:r>
            <a:r>
              <a:rPr dirty="0" sz="1400" spc="-60">
                <a:latin typeface="Dotum"/>
                <a:cs typeface="Dotum"/>
              </a:rPr>
              <a:t> </a:t>
            </a:r>
            <a:r>
              <a:rPr dirty="0" sz="1400" spc="-20">
                <a:latin typeface="Dotum"/>
                <a:cs typeface="Dotum"/>
              </a:rPr>
              <a:t>찾는다</a:t>
            </a:r>
            <a:r>
              <a:rPr dirty="0" sz="1400" spc="-20">
                <a:latin typeface="Trebuchet MS"/>
                <a:cs typeface="Trebuchet MS"/>
              </a:rPr>
              <a:t>. </a:t>
            </a:r>
            <a:r>
              <a:rPr dirty="0" sz="1400">
                <a:solidFill>
                  <a:srgbClr val="0000FF"/>
                </a:solidFill>
                <a:latin typeface="Trebuchet MS"/>
                <a:cs typeface="Trebuchet MS"/>
              </a:rPr>
              <a:t>if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h-&gt;heap_size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&amp;&amp;</a:t>
            </a:r>
            <a:endParaRPr sz="1400">
              <a:latin typeface="Trebuchet MS"/>
              <a:cs typeface="Trebuchet MS"/>
            </a:endParaRPr>
          </a:p>
          <a:p>
            <a:pPr marL="1248410" marR="39624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Trebuchet MS"/>
                <a:cs typeface="Trebuchet MS"/>
              </a:rPr>
              <a:t>(h-&gt;heap[child].key)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&gt;heap[child+1].key) child++;</a:t>
            </a:r>
            <a:endParaRPr sz="1400">
              <a:latin typeface="Trebuchet MS"/>
              <a:cs typeface="Trebuchet MS"/>
            </a:endParaRPr>
          </a:p>
          <a:p>
            <a:pPr marL="1033780">
              <a:lnSpc>
                <a:spcPts val="1620"/>
              </a:lnSpc>
            </a:pPr>
            <a:r>
              <a:rPr dirty="0" sz="1400">
                <a:solidFill>
                  <a:srgbClr val="0000FF"/>
                </a:solidFill>
                <a:latin typeface="Trebuchet MS"/>
                <a:cs typeface="Trebuchet MS"/>
              </a:rPr>
              <a:t>if</a:t>
            </a:r>
            <a:r>
              <a:rPr dirty="0" sz="1400">
                <a:latin typeface="Trebuchet MS"/>
                <a:cs typeface="Trebuchet MS"/>
              </a:rPr>
              <a:t>(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temp.key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h-&gt;heap[child].key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)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solidFill>
                  <a:srgbClr val="0000FF"/>
                </a:solidFill>
                <a:latin typeface="Trebuchet MS"/>
                <a:cs typeface="Trebuchet MS"/>
              </a:rPr>
              <a:t>break</a:t>
            </a:r>
            <a:r>
              <a:rPr dirty="0" sz="1400" spc="-10">
                <a:latin typeface="Trebuchet MS"/>
                <a:cs typeface="Trebuchet MS"/>
              </a:rPr>
              <a:t>;</a:t>
            </a:r>
            <a:endParaRPr sz="1400">
              <a:latin typeface="Trebuchet MS"/>
              <a:cs typeface="Trebuchet MS"/>
            </a:endParaRPr>
          </a:p>
          <a:p>
            <a:pPr marL="10337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한단계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아래로</a:t>
            </a:r>
            <a:r>
              <a:rPr dirty="0" sz="1400" spc="-70">
                <a:latin typeface="Dotum"/>
                <a:cs typeface="Dotum"/>
              </a:rPr>
              <a:t> </a:t>
            </a:r>
            <a:r>
              <a:rPr dirty="0" sz="1400" spc="-35">
                <a:latin typeface="Dotum"/>
                <a:cs typeface="Dotum"/>
              </a:rPr>
              <a:t>이동</a:t>
            </a:r>
            <a:endParaRPr sz="1400">
              <a:latin typeface="Dotum"/>
              <a:cs typeface="Dotum"/>
            </a:endParaRPr>
          </a:p>
          <a:p>
            <a:pPr marL="1033780" marR="146494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h-&gt;heap[parent]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&gt;heap[child]; </a:t>
            </a:r>
            <a:r>
              <a:rPr dirty="0" sz="1400">
                <a:latin typeface="Trebuchet MS"/>
                <a:cs typeface="Trebuchet MS"/>
              </a:rPr>
              <a:t>parent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child;</a:t>
            </a:r>
            <a:endParaRPr sz="1400">
              <a:latin typeface="Trebuchet MS"/>
              <a:cs typeface="Trebuchet MS"/>
            </a:endParaRPr>
          </a:p>
          <a:p>
            <a:pPr marL="103378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2286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228600" marR="30175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h-&gt;heap[parent]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temp; </a:t>
            </a:r>
            <a:r>
              <a:rPr dirty="0" sz="1400">
                <a:solidFill>
                  <a:srgbClr val="0000FF"/>
                </a:solidFill>
                <a:latin typeface="Trebuchet MS"/>
                <a:cs typeface="Trebuchet MS"/>
              </a:rPr>
              <a:t>return</a:t>
            </a:r>
            <a:r>
              <a:rPr dirty="0" sz="1400" spc="-40">
                <a:solidFill>
                  <a:srgbClr val="0000FF"/>
                </a:solidFill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item;</a:t>
            </a:r>
            <a:endParaRPr sz="1400">
              <a:latin typeface="Trebuchet MS"/>
              <a:cs typeface="Trebuchet MS"/>
            </a:endParaRPr>
          </a:p>
          <a:p>
            <a:pPr marL="65405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21885" y="1826374"/>
            <a:ext cx="8660130" cy="24796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 marR="4079240">
              <a:lnSpc>
                <a:spcPct val="132400"/>
              </a:lnSpc>
              <a:spcBef>
                <a:spcPts val="105"/>
              </a:spcBef>
            </a:pP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heap1_change2.c</a:t>
            </a:r>
            <a:r>
              <a:rPr dirty="0" sz="1800" spc="-10">
                <a:latin typeface="Gulim"/>
                <a:cs typeface="Gulim"/>
              </a:rPr>
              <a:t>로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설명합니다</a:t>
            </a:r>
            <a:r>
              <a:rPr dirty="0" sz="1800" spc="-10">
                <a:latin typeface="Arial"/>
                <a:cs typeface="Arial"/>
              </a:rPr>
              <a:t>. </a:t>
            </a:r>
            <a:r>
              <a:rPr dirty="0" sz="1800">
                <a:latin typeface="Gulim"/>
                <a:cs typeface="Gulim"/>
              </a:rPr>
              <a:t>학생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heap1_change1.c</a:t>
            </a:r>
            <a:r>
              <a:rPr dirty="0" sz="1800" spc="-10">
                <a:latin typeface="Gulim"/>
                <a:cs typeface="Gulim"/>
              </a:rPr>
              <a:t>를</a:t>
            </a:r>
            <a:r>
              <a:rPr dirty="0" sz="1800" spc="-6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변경하시나요</a:t>
            </a:r>
            <a:r>
              <a:rPr dirty="0" sz="1800" spc="-10">
                <a:latin typeface="Arial"/>
                <a:cs typeface="Arial"/>
              </a:rPr>
              <a:t>? </a:t>
            </a: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교재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>
                <a:latin typeface="Arial"/>
                <a:cs typeface="Arial"/>
              </a:rPr>
              <a:t>14</a:t>
            </a:r>
            <a:r>
              <a:rPr dirty="0" sz="1800">
                <a:latin typeface="Gulim"/>
                <a:cs typeface="Gulim"/>
              </a:rPr>
              <a:t>과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동일하게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하려합니다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709295" marR="5080">
              <a:lnSpc>
                <a:spcPts val="2870"/>
              </a:lnSpc>
              <a:spcBef>
                <a:spcPts val="200"/>
              </a:spcBef>
            </a:pPr>
            <a:r>
              <a:rPr dirty="0" sz="1800" spc="-10">
                <a:latin typeface="Arial"/>
                <a:cs typeface="Arial"/>
              </a:rPr>
              <a:t>heap1_change1.c</a:t>
            </a:r>
            <a:r>
              <a:rPr dirty="0" sz="1800" spc="-10">
                <a:latin typeface="Gulim"/>
                <a:cs typeface="Gulim"/>
              </a:rPr>
              <a:t>는</a:t>
            </a:r>
            <a:r>
              <a:rPr dirty="0" sz="1800" spc="-6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삽입연산이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되어노드가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45">
                <a:latin typeface="Arial"/>
                <a:cs typeface="Arial"/>
              </a:rPr>
              <a:t>11</a:t>
            </a:r>
            <a:r>
              <a:rPr dirty="0" sz="1800" spc="-45">
                <a:latin typeface="Gulim"/>
                <a:cs typeface="Gulim"/>
              </a:rPr>
              <a:t>개인데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>
                <a:latin typeface="Arial"/>
                <a:cs typeface="Arial"/>
              </a:rPr>
              <a:t>14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-9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노드가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10</a:t>
            </a:r>
            <a:r>
              <a:rPr dirty="0" sz="1800" spc="-25">
                <a:latin typeface="Gulim"/>
                <a:cs typeface="Gulim"/>
              </a:rPr>
              <a:t>개 </a:t>
            </a:r>
            <a:r>
              <a:rPr dirty="0" sz="1800">
                <a:latin typeface="Gulim"/>
                <a:cs typeface="Gulim"/>
              </a:rPr>
              <a:t>에서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heap1_change2.c</a:t>
            </a:r>
            <a:r>
              <a:rPr dirty="0" sz="1800" spc="-10">
                <a:latin typeface="Gulim"/>
                <a:cs typeface="Gulim"/>
              </a:rPr>
              <a:t>에서</a:t>
            </a:r>
            <a:r>
              <a:rPr dirty="0" sz="1800" spc="-8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삭제연산이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어떻게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동작하는지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보겠습니다</a:t>
            </a:r>
            <a:endParaRPr sz="1800">
              <a:latin typeface="Gulim"/>
              <a:cs typeface="Gulim"/>
            </a:endParaRPr>
          </a:p>
          <a:p>
            <a:pPr marL="709295" marR="216535">
              <a:lnSpc>
                <a:spcPct val="100000"/>
              </a:lnSpc>
              <a:spcBef>
                <a:spcPts val="475"/>
              </a:spcBef>
            </a:pPr>
            <a:r>
              <a:rPr dirty="0" sz="1800" spc="-10">
                <a:latin typeface="Arial"/>
                <a:cs typeface="Arial"/>
              </a:rPr>
              <a:t>display_tree()</a:t>
            </a:r>
            <a:r>
              <a:rPr dirty="0" sz="1800" spc="-10">
                <a:latin typeface="Gulim"/>
                <a:cs typeface="Gulim"/>
              </a:rPr>
              <a:t>로</a:t>
            </a:r>
            <a:r>
              <a:rPr dirty="0" sz="1800" spc="-8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루트노드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삭제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전</a:t>
            </a:r>
            <a:r>
              <a:rPr dirty="0" sz="1800" spc="-10">
                <a:latin typeface="Arial"/>
                <a:cs typeface="Arial"/>
              </a:rPr>
              <a:t>[</a:t>
            </a:r>
            <a:r>
              <a:rPr dirty="0" sz="1800" spc="-10">
                <a:latin typeface="Gulim"/>
                <a:cs typeface="Gulim"/>
              </a:rPr>
              <a:t>교재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>
                <a:latin typeface="Arial"/>
                <a:cs typeface="Arial"/>
              </a:rPr>
              <a:t>14]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0">
                <a:latin typeface="Gulim"/>
                <a:cs typeface="Gulim"/>
              </a:rPr>
              <a:t>후</a:t>
            </a:r>
            <a:r>
              <a:rPr dirty="0" sz="1800" spc="-20">
                <a:latin typeface="Arial"/>
                <a:cs typeface="Arial"/>
              </a:rPr>
              <a:t>[</a:t>
            </a:r>
            <a:r>
              <a:rPr dirty="0" sz="1800" spc="-20">
                <a:latin typeface="Gulim"/>
                <a:cs typeface="Gulim"/>
              </a:rPr>
              <a:t>그림</a:t>
            </a:r>
            <a:r>
              <a:rPr dirty="0" sz="1800" spc="-20">
                <a:latin typeface="Arial"/>
                <a:cs typeface="Arial"/>
              </a:rPr>
              <a:t>9-</a:t>
            </a:r>
            <a:r>
              <a:rPr dirty="0" sz="1800">
                <a:latin typeface="Arial"/>
                <a:cs typeface="Arial"/>
              </a:rPr>
              <a:t>17]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히프트리를 보여줍니다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864847" y="4455312"/>
            <a:ext cx="4033468" cy="1902847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6751" y="1826374"/>
            <a:ext cx="5506085" cy="184277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266065" indent="-253365">
              <a:lnSpc>
                <a:spcPct val="100000"/>
              </a:lnSpc>
              <a:spcBef>
                <a:spcPts val="805"/>
              </a:spcBef>
              <a:buAutoNum type="arabicPeriod"/>
              <a:tabLst>
                <a:tab pos="266065" algn="l"/>
              </a:tabLst>
            </a:pPr>
            <a:r>
              <a:rPr dirty="0" sz="1800" spc="-10">
                <a:latin typeface="Arial"/>
                <a:cs typeface="Arial"/>
              </a:rPr>
              <a:t>heap1_change2.c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8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132</a:t>
            </a:r>
            <a:r>
              <a:rPr dirty="0" sz="1800" spc="-10">
                <a:latin typeface="Gulim"/>
                <a:cs typeface="Gulim"/>
              </a:rPr>
              <a:t>번줄에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중단점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설정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705"/>
              </a:spcBef>
              <a:buFont typeface="Arial"/>
              <a:buAutoNum type="arabicPeriod"/>
              <a:tabLst>
                <a:tab pos="266065" algn="l"/>
              </a:tabLst>
            </a:pPr>
            <a:r>
              <a:rPr dirty="0" sz="1800" spc="-10">
                <a:latin typeface="Gulim"/>
                <a:cs typeface="Gulim"/>
              </a:rPr>
              <a:t>디버깅시작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695"/>
              </a:spcBef>
              <a:buFont typeface="Arial"/>
              <a:buAutoNum type="arabicPeriod"/>
              <a:tabLst>
                <a:tab pos="266065" algn="l"/>
              </a:tabLst>
            </a:pPr>
            <a:r>
              <a:rPr dirty="0" sz="1800" spc="-10">
                <a:latin typeface="Gulim"/>
                <a:cs typeface="Gulim"/>
              </a:rPr>
              <a:t>중단점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도달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후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로컬창에서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heap</a:t>
            </a:r>
            <a:r>
              <a:rPr dirty="0" sz="1800" spc="-10">
                <a:latin typeface="Gulim"/>
                <a:cs typeface="Gulim"/>
              </a:rPr>
              <a:t>변수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자료구조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확인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695"/>
              </a:spcBef>
              <a:buAutoNum type="arabicPeriod"/>
              <a:tabLst>
                <a:tab pos="266065" algn="l"/>
              </a:tabLst>
            </a:pPr>
            <a:r>
              <a:rPr dirty="0" sz="1800" spc="-10">
                <a:latin typeface="Arial"/>
                <a:cs typeface="Arial"/>
              </a:rPr>
              <a:t>delete_max_heap(heap)</a:t>
            </a:r>
            <a:r>
              <a:rPr dirty="0" sz="1800" spc="60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호출</a:t>
            </a:r>
            <a:endParaRPr sz="1800">
              <a:latin typeface="Gulim"/>
              <a:cs typeface="Gulim"/>
            </a:endParaRPr>
          </a:p>
          <a:p>
            <a:pPr marL="266065" indent="-253365">
              <a:lnSpc>
                <a:spcPct val="100000"/>
              </a:lnSpc>
              <a:spcBef>
                <a:spcPts val="705"/>
              </a:spcBef>
              <a:buAutoNum type="arabicPeriod"/>
              <a:tabLst>
                <a:tab pos="266065" algn="l"/>
              </a:tabLst>
            </a:pPr>
            <a:r>
              <a:rPr dirty="0" sz="1800">
                <a:latin typeface="Arial"/>
                <a:cs typeface="Arial"/>
              </a:rPr>
              <a:t>Step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77431" y="1989277"/>
            <a:ext cx="1951634" cy="137161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07853" y="3749452"/>
            <a:ext cx="2723506" cy="193154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09703" y="3733317"/>
            <a:ext cx="3745229" cy="3473450"/>
            <a:chOff x="5909703" y="3733317"/>
            <a:chExt cx="3745229" cy="3473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909703" y="3733317"/>
              <a:ext cx="3744937" cy="3379939"/>
            </a:xfrm>
            <a:prstGeom prst="rect">
              <a:avLst/>
            </a:prstGeom>
          </p:spPr>
        </p:pic>
      </p:grp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92278" y="1521663"/>
            <a:ext cx="3308032" cy="2031923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6751" y="1826374"/>
            <a:ext cx="5836285" cy="302768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Step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into</a:t>
            </a:r>
            <a:r>
              <a:rPr dirty="0" sz="1800">
                <a:latin typeface="Gulim"/>
                <a:cs typeface="Gulim"/>
              </a:rPr>
              <a:t>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96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item</a:t>
            </a:r>
            <a:r>
              <a:rPr dirty="0" sz="1800" spc="-10">
                <a:latin typeface="Gulim"/>
                <a:cs typeface="Gulim"/>
              </a:rPr>
              <a:t>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요소</a:t>
            </a:r>
            <a:r>
              <a:rPr dirty="0" sz="1800">
                <a:latin typeface="Arial"/>
                <a:cs typeface="Arial"/>
              </a:rPr>
              <a:t>9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</a:t>
            </a:r>
            <a:r>
              <a:rPr dirty="0" sz="1800" spc="-10">
                <a:latin typeface="Gulim"/>
                <a:cs typeface="Gulim"/>
              </a:rPr>
              <a:t>노드</a:t>
            </a:r>
            <a:r>
              <a:rPr dirty="0" sz="1800" spc="-10">
                <a:latin typeface="Arial"/>
                <a:cs typeface="Arial"/>
              </a:rPr>
              <a:t>1)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97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temp</a:t>
            </a:r>
            <a:r>
              <a:rPr dirty="0" sz="1800" spc="-10">
                <a:latin typeface="Gulim"/>
                <a:cs typeface="Gulim"/>
              </a:rPr>
              <a:t>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요소</a:t>
            </a:r>
            <a:r>
              <a:rPr dirty="0" sz="1800">
                <a:latin typeface="Arial"/>
                <a:cs typeface="Arial"/>
              </a:rPr>
              <a:t>3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(</a:t>
            </a:r>
            <a:r>
              <a:rPr dirty="0" sz="1800" spc="-10">
                <a:latin typeface="Gulim"/>
                <a:cs typeface="Gulim"/>
              </a:rPr>
              <a:t>노드</a:t>
            </a:r>
            <a:r>
              <a:rPr dirty="0" sz="1800" spc="-10">
                <a:latin typeface="Arial"/>
                <a:cs typeface="Arial"/>
              </a:rPr>
              <a:t>10)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4.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98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parent</a:t>
            </a:r>
            <a:r>
              <a:rPr dirty="0" sz="1800" spc="-10">
                <a:latin typeface="Gulim"/>
                <a:cs typeface="Gulim"/>
              </a:rPr>
              <a:t>는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L1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5.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99</a:t>
            </a:r>
            <a:r>
              <a:rPr dirty="0" sz="1800">
                <a:latin typeface="Gulim"/>
                <a:cs typeface="Gulim"/>
              </a:rPr>
              <a:t>번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줄에서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child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L2</a:t>
            </a:r>
            <a:endParaRPr sz="1800">
              <a:latin typeface="Arial"/>
              <a:cs typeface="Arial"/>
            </a:endParaRPr>
          </a:p>
          <a:p>
            <a:pPr marL="354965" marR="5080" indent="-342900">
              <a:lnSpc>
                <a:spcPct val="10000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6.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102</a:t>
            </a:r>
            <a:r>
              <a:rPr dirty="0" sz="1800">
                <a:latin typeface="Gulim"/>
                <a:cs typeface="Gulim"/>
              </a:rPr>
              <a:t>번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줄에서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child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노드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중에서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더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작은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자식노드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찾음 </a:t>
            </a:r>
            <a:r>
              <a:rPr dirty="0" sz="1800" spc="-10">
                <a:latin typeface="Gulim"/>
                <a:cs typeface="Gulim"/>
              </a:rPr>
              <a:t>히프트리를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히프배열로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구현했기에</a:t>
            </a:r>
            <a:endParaRPr sz="1800">
              <a:latin typeface="Gulim"/>
              <a:cs typeface="Gulim"/>
            </a:endParaRPr>
          </a:p>
          <a:p>
            <a:pPr marL="354965" marR="884555">
              <a:lnSpc>
                <a:spcPts val="2160"/>
              </a:lnSpc>
              <a:spcBef>
                <a:spcPts val="70"/>
              </a:spcBef>
            </a:pPr>
            <a:r>
              <a:rPr dirty="0" sz="1800" spc="-10">
                <a:latin typeface="Gulim"/>
                <a:cs typeface="Gulim"/>
              </a:rPr>
              <a:t>히브배열의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L2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자식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번</a:t>
            </a:r>
            <a:r>
              <a:rPr dirty="0" sz="1800" spc="-10">
                <a:latin typeface="Arial"/>
                <a:cs typeface="Arial"/>
              </a:rPr>
              <a:t>index</a:t>
            </a:r>
            <a:r>
              <a:rPr dirty="0" sz="1800" spc="-10">
                <a:latin typeface="Gulim"/>
                <a:cs typeface="Gulim"/>
              </a:rPr>
              <a:t>와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번</a:t>
            </a:r>
            <a:r>
              <a:rPr dirty="0" sz="1800" spc="-10">
                <a:latin typeface="Arial"/>
                <a:cs typeface="Arial"/>
              </a:rPr>
              <a:t>index</a:t>
            </a:r>
            <a:r>
              <a:rPr dirty="0" sz="1800" spc="-10">
                <a:latin typeface="Gulim"/>
                <a:cs typeface="Gulim"/>
              </a:rPr>
              <a:t>비교 </a:t>
            </a:r>
            <a:r>
              <a:rPr dirty="0" sz="1800" spc="-20">
                <a:latin typeface="Gulim"/>
                <a:cs typeface="Gulim"/>
              </a:rPr>
              <a:t>조건확인결과</a:t>
            </a:r>
            <a:r>
              <a:rPr dirty="0" sz="1800" spc="-90">
                <a:latin typeface="Gulim"/>
                <a:cs typeface="Gulim"/>
              </a:rPr>
              <a:t> </a:t>
            </a:r>
            <a:r>
              <a:rPr dirty="0" sz="1800" spc="-20">
                <a:latin typeface="Arial"/>
                <a:cs typeface="Arial"/>
              </a:rPr>
              <a:t>false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602938" y="4224661"/>
            <a:ext cx="5131775" cy="164613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757292" y="2037120"/>
            <a:ext cx="4968246" cy="1650502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56751" y="1916236"/>
            <a:ext cx="4717415" cy="27597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105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temp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child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7</a:t>
            </a:r>
            <a:endParaRPr sz="18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dirty="0" sz="1800">
                <a:latin typeface="Gulim"/>
                <a:cs typeface="Gulim"/>
              </a:rPr>
              <a:t>보다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작으므로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다음줄로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107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9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heap[1]</a:t>
            </a:r>
            <a:r>
              <a:rPr dirty="0" sz="1800" spc="-10">
                <a:latin typeface="Gulim"/>
                <a:cs typeface="Gulim"/>
              </a:rPr>
              <a:t>에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heap[2]</a:t>
            </a:r>
            <a:r>
              <a:rPr dirty="0" sz="1800" spc="-10">
                <a:latin typeface="Gulim"/>
                <a:cs typeface="Gulim"/>
              </a:rPr>
              <a:t>를</a:t>
            </a:r>
            <a:r>
              <a:rPr dirty="0" sz="1800" spc="-9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대입</a:t>
            </a:r>
            <a:endParaRPr sz="1800">
              <a:latin typeface="Gulim"/>
              <a:cs typeface="Gulim"/>
            </a:endParaRPr>
          </a:p>
          <a:p>
            <a:pPr marL="354965" marR="1805305" indent="-342900">
              <a:lnSpc>
                <a:spcPct val="10000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108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parent</a:t>
            </a:r>
            <a:r>
              <a:rPr dirty="0" sz="1800" spc="-10">
                <a:latin typeface="Gulim"/>
                <a:cs typeface="Gulim"/>
              </a:rPr>
              <a:t>가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L2 </a:t>
            </a:r>
            <a:r>
              <a:rPr dirty="0" sz="1800" spc="-10">
                <a:latin typeface="Arial"/>
                <a:cs typeface="Arial"/>
              </a:rPr>
              <a:t>109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child</a:t>
            </a:r>
            <a:r>
              <a:rPr dirty="0" sz="1800">
                <a:latin typeface="Gulim"/>
                <a:cs typeface="Gulim"/>
              </a:rPr>
              <a:t>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L3</a:t>
            </a:r>
            <a:endParaRPr sz="1800">
              <a:latin typeface="Arial"/>
              <a:cs typeface="Arial"/>
            </a:endParaRPr>
          </a:p>
          <a:p>
            <a:pPr marL="354965" marR="1021715">
              <a:lnSpc>
                <a:spcPts val="2160"/>
              </a:lnSpc>
              <a:spcBef>
                <a:spcPts val="70"/>
              </a:spcBef>
            </a:pPr>
            <a:r>
              <a:rPr dirty="0" sz="1800">
                <a:latin typeface="Arial"/>
                <a:cs typeface="Arial"/>
              </a:rPr>
              <a:t>L3</a:t>
            </a:r>
            <a:r>
              <a:rPr dirty="0" sz="1800">
                <a:latin typeface="Gulim"/>
                <a:cs typeface="Gulim"/>
              </a:rPr>
              <a:t>이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될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때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히프배열에서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index</a:t>
            </a:r>
            <a:r>
              <a:rPr dirty="0" sz="1800" spc="-10">
                <a:latin typeface="Gulim"/>
                <a:cs typeface="Gulim"/>
              </a:rPr>
              <a:t>는 </a:t>
            </a:r>
            <a:r>
              <a:rPr dirty="0" sz="1800">
                <a:latin typeface="Arial"/>
                <a:cs typeface="Arial"/>
              </a:rPr>
              <a:t>x2</a:t>
            </a:r>
            <a:r>
              <a:rPr dirty="0" sz="1800">
                <a:latin typeface="Gulim"/>
                <a:cs typeface="Gulim"/>
              </a:rPr>
              <a:t>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됨</a:t>
            </a:r>
            <a:r>
              <a:rPr dirty="0" sz="1800" spc="-25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  <a:p>
            <a:pPr marL="354965">
              <a:lnSpc>
                <a:spcPts val="2085"/>
              </a:lnSpc>
            </a:pPr>
            <a:r>
              <a:rPr dirty="0" sz="1800">
                <a:latin typeface="Gulim"/>
                <a:cs typeface="Gulim"/>
              </a:rPr>
              <a:t>예</a:t>
            </a:r>
            <a:r>
              <a:rPr dirty="0" sz="1800">
                <a:latin typeface="Arial"/>
                <a:cs typeface="Arial"/>
              </a:rPr>
              <a:t>)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2index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자식은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2*2</a:t>
            </a:r>
            <a:r>
              <a:rPr dirty="0" sz="1800">
                <a:latin typeface="Gulim"/>
                <a:cs typeface="Gulim"/>
              </a:rPr>
              <a:t>인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4index</a:t>
            </a:r>
            <a:r>
              <a:rPr dirty="0" sz="1800" spc="-10">
                <a:latin typeface="Gulim"/>
                <a:cs typeface="Gulim"/>
              </a:rPr>
              <a:t>와</a:t>
            </a:r>
            <a:r>
              <a:rPr dirty="0" sz="1800" spc="-8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5index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4.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Gulim"/>
                <a:cs typeface="Gulim"/>
              </a:rPr>
              <a:t>다음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while</a:t>
            </a:r>
            <a:r>
              <a:rPr dirty="0" sz="1800" spc="-10">
                <a:latin typeface="Gulim"/>
                <a:cs typeface="Gulim"/>
              </a:rPr>
              <a:t>로</a:t>
            </a:r>
            <a:r>
              <a:rPr dirty="0" sz="1800" spc="-9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진행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89038" y="5488025"/>
            <a:ext cx="3744937" cy="1625231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005679" y="2114407"/>
            <a:ext cx="4863015" cy="157658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751" y="1890334"/>
            <a:ext cx="5539740" cy="3438525"/>
          </a:xfrm>
          <a:prstGeom prst="rect">
            <a:avLst/>
          </a:prstGeom>
        </p:spPr>
        <p:txBody>
          <a:bodyPr wrap="square" lIns="0" tIns="41910" rIns="0" bIns="0" rtlCol="0" vert="horz">
            <a:spAutoFit/>
          </a:bodyPr>
          <a:lstStyle/>
          <a:p>
            <a:pPr marL="354965" marR="5080" indent="-342900">
              <a:lnSpc>
                <a:spcPts val="1839"/>
              </a:lnSpc>
              <a:spcBef>
                <a:spcPts val="330"/>
              </a:spcBef>
              <a:tabLst>
                <a:tab pos="354965" algn="l"/>
              </a:tabLst>
            </a:pPr>
            <a:r>
              <a:rPr dirty="0" sz="100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100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102</a:t>
            </a:r>
            <a:r>
              <a:rPr dirty="0" sz="1700">
                <a:latin typeface="Gulim"/>
                <a:cs typeface="Gulim"/>
              </a:rPr>
              <a:t>번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줄에서</a:t>
            </a:r>
            <a:r>
              <a:rPr dirty="0" sz="1700" spc="-120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child</a:t>
            </a:r>
            <a:r>
              <a:rPr dirty="0" sz="1700" spc="-10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노드</a:t>
            </a:r>
            <a:r>
              <a:rPr dirty="0" sz="1700" spc="-11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중에서</a:t>
            </a:r>
            <a:r>
              <a:rPr dirty="0" sz="1700" spc="-12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더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작은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자식노드</a:t>
            </a:r>
            <a:r>
              <a:rPr dirty="0" sz="1700" spc="-11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찾음 </a:t>
            </a:r>
            <a:r>
              <a:rPr dirty="0" sz="1700">
                <a:latin typeface="Gulim"/>
                <a:cs typeface="Gulim"/>
              </a:rPr>
              <a:t>히프트리를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히프배열로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20">
                <a:latin typeface="Gulim"/>
                <a:cs typeface="Gulim"/>
              </a:rPr>
              <a:t>구현했기에</a:t>
            </a:r>
            <a:endParaRPr sz="1700">
              <a:latin typeface="Gulim"/>
              <a:cs typeface="Gulim"/>
            </a:endParaRPr>
          </a:p>
          <a:p>
            <a:pPr marL="354965">
              <a:lnSpc>
                <a:spcPts val="1700"/>
              </a:lnSpc>
            </a:pPr>
            <a:r>
              <a:rPr dirty="0" sz="1700">
                <a:latin typeface="Gulim"/>
                <a:cs typeface="Gulim"/>
              </a:rPr>
              <a:t>히브배열의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L3</a:t>
            </a:r>
            <a:r>
              <a:rPr dirty="0" sz="1700" spc="10">
                <a:latin typeface="Arial"/>
                <a:cs typeface="Arial"/>
              </a:rPr>
              <a:t> </a:t>
            </a:r>
            <a:r>
              <a:rPr dirty="0" sz="1700">
                <a:latin typeface="Gulim"/>
                <a:cs typeface="Gulim"/>
              </a:rPr>
              <a:t>자식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4</a:t>
            </a:r>
            <a:r>
              <a:rPr dirty="0" sz="1700" spc="-10">
                <a:latin typeface="Gulim"/>
                <a:cs typeface="Gulim"/>
              </a:rPr>
              <a:t>번</a:t>
            </a:r>
            <a:r>
              <a:rPr dirty="0" sz="1700" spc="-10">
                <a:latin typeface="Arial"/>
                <a:cs typeface="Arial"/>
              </a:rPr>
              <a:t>index</a:t>
            </a:r>
            <a:r>
              <a:rPr dirty="0" sz="1700" spc="-10">
                <a:latin typeface="Gulim"/>
                <a:cs typeface="Gulim"/>
              </a:rPr>
              <a:t>와</a:t>
            </a:r>
            <a:r>
              <a:rPr dirty="0" sz="1700" spc="-95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5</a:t>
            </a:r>
            <a:r>
              <a:rPr dirty="0" sz="1700" spc="-10">
                <a:latin typeface="Gulim"/>
                <a:cs typeface="Gulim"/>
              </a:rPr>
              <a:t>번</a:t>
            </a:r>
            <a:r>
              <a:rPr dirty="0" sz="1700" spc="-10">
                <a:latin typeface="Arial"/>
                <a:cs typeface="Arial"/>
              </a:rPr>
              <a:t>index</a:t>
            </a:r>
            <a:r>
              <a:rPr dirty="0" sz="1700" spc="-10">
                <a:latin typeface="Gulim"/>
                <a:cs typeface="Gulim"/>
              </a:rPr>
              <a:t>비교</a:t>
            </a:r>
            <a:endParaRPr sz="1700">
              <a:latin typeface="Gulim"/>
              <a:cs typeface="Gulim"/>
            </a:endParaRPr>
          </a:p>
          <a:p>
            <a:pPr marL="354965">
              <a:lnSpc>
                <a:spcPts val="1939"/>
              </a:lnSpc>
            </a:pPr>
            <a:r>
              <a:rPr dirty="0" sz="1700">
                <a:latin typeface="Gulim"/>
                <a:cs typeface="Gulim"/>
              </a:rPr>
              <a:t>조건확인결과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20">
                <a:latin typeface="Arial"/>
                <a:cs typeface="Arial"/>
              </a:rPr>
              <a:t>false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ts val="1939"/>
              </a:lnSpc>
              <a:spcBef>
                <a:spcPts val="500"/>
              </a:spcBef>
              <a:tabLst>
                <a:tab pos="354965" algn="l"/>
              </a:tabLst>
            </a:pPr>
            <a:r>
              <a:rPr dirty="0" sz="100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r>
              <a:rPr dirty="0" sz="100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105</a:t>
            </a:r>
            <a:r>
              <a:rPr dirty="0" sz="1700">
                <a:latin typeface="Gulim"/>
                <a:cs typeface="Gulim"/>
              </a:rPr>
              <a:t>번줄에서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temp</a:t>
            </a:r>
            <a:r>
              <a:rPr dirty="0" sz="1700" spc="-10">
                <a:latin typeface="Gulim"/>
                <a:cs typeface="Gulim"/>
              </a:rPr>
              <a:t>요소</a:t>
            </a:r>
            <a:r>
              <a:rPr dirty="0" sz="1700" spc="-10">
                <a:latin typeface="Arial"/>
                <a:cs typeface="Arial"/>
              </a:rPr>
              <a:t>3</a:t>
            </a:r>
            <a:r>
              <a:rPr dirty="0" sz="1700" spc="-10">
                <a:latin typeface="Gulim"/>
                <a:cs typeface="Gulim"/>
              </a:rPr>
              <a:t>이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child</a:t>
            </a:r>
            <a:r>
              <a:rPr dirty="0" sz="1700" spc="-10">
                <a:latin typeface="Gulim"/>
                <a:cs typeface="Gulim"/>
              </a:rPr>
              <a:t>요소</a:t>
            </a:r>
            <a:r>
              <a:rPr dirty="0" sz="1700" spc="-10">
                <a:latin typeface="Arial"/>
                <a:cs typeface="Arial"/>
              </a:rPr>
              <a:t>5</a:t>
            </a:r>
            <a:endParaRPr sz="1700">
              <a:latin typeface="Arial"/>
              <a:cs typeface="Arial"/>
            </a:endParaRPr>
          </a:p>
          <a:p>
            <a:pPr marL="354965">
              <a:lnSpc>
                <a:spcPts val="1939"/>
              </a:lnSpc>
            </a:pPr>
            <a:r>
              <a:rPr dirty="0" sz="1700">
                <a:latin typeface="Gulim"/>
                <a:cs typeface="Gulim"/>
              </a:rPr>
              <a:t>보다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작으므로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다음줄로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진행</a:t>
            </a:r>
            <a:endParaRPr sz="17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95"/>
              </a:spcBef>
              <a:tabLst>
                <a:tab pos="354965" algn="l"/>
              </a:tabLst>
            </a:pPr>
            <a:r>
              <a:rPr dirty="0" sz="100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r>
              <a:rPr dirty="0" sz="100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107</a:t>
            </a:r>
            <a:r>
              <a:rPr dirty="0" sz="1700">
                <a:latin typeface="Gulim"/>
                <a:cs typeface="Gulim"/>
              </a:rPr>
              <a:t>번줄에서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heap[2]</a:t>
            </a:r>
            <a:r>
              <a:rPr dirty="0" sz="1700" spc="-10">
                <a:latin typeface="Gulim"/>
                <a:cs typeface="Gulim"/>
              </a:rPr>
              <a:t>에</a:t>
            </a:r>
            <a:r>
              <a:rPr dirty="0" sz="1700" spc="-80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heap[4]</a:t>
            </a:r>
            <a:r>
              <a:rPr dirty="0" sz="1700" spc="-10">
                <a:latin typeface="Gulim"/>
                <a:cs typeface="Gulim"/>
              </a:rPr>
              <a:t>를</a:t>
            </a:r>
            <a:r>
              <a:rPr dirty="0" sz="1700" spc="-80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대입</a:t>
            </a:r>
            <a:endParaRPr sz="1700">
              <a:latin typeface="Gulim"/>
              <a:cs typeface="Gulim"/>
            </a:endParaRPr>
          </a:p>
          <a:p>
            <a:pPr marL="354965" marR="2761615" indent="-342900">
              <a:lnSpc>
                <a:spcPts val="1830"/>
              </a:lnSpc>
              <a:spcBef>
                <a:spcPts val="725"/>
              </a:spcBef>
              <a:tabLst>
                <a:tab pos="354965" algn="l"/>
              </a:tabLst>
            </a:pPr>
            <a:r>
              <a:rPr dirty="0" sz="1000" spc="-25">
                <a:solidFill>
                  <a:srgbClr val="DD8046"/>
                </a:solidFill>
                <a:latin typeface="Arial"/>
                <a:cs typeface="Arial"/>
              </a:rPr>
              <a:t>4.</a:t>
            </a:r>
            <a:r>
              <a:rPr dirty="0" sz="100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700">
                <a:latin typeface="Arial"/>
                <a:cs typeface="Arial"/>
              </a:rPr>
              <a:t>108</a:t>
            </a:r>
            <a:r>
              <a:rPr dirty="0" sz="1700">
                <a:latin typeface="Gulim"/>
                <a:cs typeface="Gulim"/>
              </a:rPr>
              <a:t>번줄에서</a:t>
            </a:r>
            <a:r>
              <a:rPr dirty="0" sz="1700" spc="-110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parent</a:t>
            </a:r>
            <a:r>
              <a:rPr dirty="0" sz="1700" spc="-10">
                <a:latin typeface="Gulim"/>
                <a:cs typeface="Gulim"/>
              </a:rPr>
              <a:t>가</a:t>
            </a:r>
            <a:r>
              <a:rPr dirty="0" sz="1700" spc="-100">
                <a:latin typeface="Gulim"/>
                <a:cs typeface="Gulim"/>
              </a:rPr>
              <a:t> </a:t>
            </a:r>
            <a:r>
              <a:rPr dirty="0" sz="1700" spc="-25">
                <a:latin typeface="Arial"/>
                <a:cs typeface="Arial"/>
              </a:rPr>
              <a:t>L3 </a:t>
            </a:r>
            <a:r>
              <a:rPr dirty="0" sz="1700">
                <a:latin typeface="Arial"/>
                <a:cs typeface="Arial"/>
              </a:rPr>
              <a:t>109</a:t>
            </a:r>
            <a:r>
              <a:rPr dirty="0" sz="1700">
                <a:latin typeface="Gulim"/>
                <a:cs typeface="Gulim"/>
              </a:rPr>
              <a:t>번줄에서</a:t>
            </a:r>
            <a:r>
              <a:rPr dirty="0" sz="1700" spc="-130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child</a:t>
            </a:r>
            <a:r>
              <a:rPr dirty="0" sz="1700">
                <a:latin typeface="Gulim"/>
                <a:cs typeface="Gulim"/>
              </a:rPr>
              <a:t>가</a:t>
            </a:r>
            <a:r>
              <a:rPr dirty="0" sz="1700" spc="-140">
                <a:latin typeface="Gulim"/>
                <a:cs typeface="Gulim"/>
              </a:rPr>
              <a:t> </a:t>
            </a:r>
            <a:r>
              <a:rPr dirty="0" sz="1700" spc="-25">
                <a:latin typeface="Arial"/>
                <a:cs typeface="Arial"/>
              </a:rPr>
              <a:t>L4</a:t>
            </a:r>
            <a:endParaRPr sz="1700">
              <a:latin typeface="Arial"/>
              <a:cs typeface="Arial"/>
            </a:endParaRPr>
          </a:p>
          <a:p>
            <a:pPr marL="354965" marR="2020570">
              <a:lnSpc>
                <a:spcPts val="1830"/>
              </a:lnSpc>
              <a:spcBef>
                <a:spcPts val="10"/>
              </a:spcBef>
            </a:pPr>
            <a:r>
              <a:rPr dirty="0" sz="1700">
                <a:latin typeface="Arial"/>
                <a:cs typeface="Arial"/>
              </a:rPr>
              <a:t>L4</a:t>
            </a:r>
            <a:r>
              <a:rPr dirty="0" sz="1700">
                <a:latin typeface="Gulim"/>
                <a:cs typeface="Gulim"/>
              </a:rPr>
              <a:t>이</a:t>
            </a:r>
            <a:r>
              <a:rPr dirty="0" sz="1700" spc="-9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될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때</a:t>
            </a:r>
            <a:r>
              <a:rPr dirty="0" sz="1700" spc="-105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히프배열에서</a:t>
            </a:r>
            <a:r>
              <a:rPr dirty="0" sz="1700" spc="-120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index</a:t>
            </a:r>
            <a:r>
              <a:rPr dirty="0" sz="1700" spc="-10">
                <a:latin typeface="Gulim"/>
                <a:cs typeface="Gulim"/>
              </a:rPr>
              <a:t>는 </a:t>
            </a:r>
            <a:r>
              <a:rPr dirty="0" sz="1700">
                <a:latin typeface="Arial"/>
                <a:cs typeface="Arial"/>
              </a:rPr>
              <a:t>x2</a:t>
            </a:r>
            <a:r>
              <a:rPr dirty="0" sz="1700">
                <a:latin typeface="Gulim"/>
                <a:cs typeface="Gulim"/>
              </a:rPr>
              <a:t>가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됨</a:t>
            </a:r>
            <a:r>
              <a:rPr dirty="0" sz="1700" spc="-25">
                <a:latin typeface="Arial"/>
                <a:cs typeface="Arial"/>
              </a:rPr>
              <a:t>.</a:t>
            </a:r>
            <a:endParaRPr sz="1700">
              <a:latin typeface="Arial"/>
              <a:cs typeface="Arial"/>
            </a:endParaRPr>
          </a:p>
          <a:p>
            <a:pPr marL="354965">
              <a:lnSpc>
                <a:spcPts val="1814"/>
              </a:lnSpc>
            </a:pPr>
            <a:r>
              <a:rPr dirty="0" sz="1700">
                <a:latin typeface="Gulim"/>
                <a:cs typeface="Gulim"/>
              </a:rPr>
              <a:t>예</a:t>
            </a:r>
            <a:r>
              <a:rPr dirty="0" sz="1700">
                <a:latin typeface="Arial"/>
                <a:cs typeface="Arial"/>
              </a:rPr>
              <a:t>)</a:t>
            </a:r>
            <a:r>
              <a:rPr dirty="0" sz="1700" spc="-40">
                <a:latin typeface="Arial"/>
                <a:cs typeface="Arial"/>
              </a:rPr>
              <a:t> </a:t>
            </a:r>
            <a:r>
              <a:rPr dirty="0" sz="1700">
                <a:latin typeface="Arial"/>
                <a:cs typeface="Arial"/>
              </a:rPr>
              <a:t>4index</a:t>
            </a:r>
            <a:r>
              <a:rPr dirty="0" sz="1700">
                <a:latin typeface="Gulim"/>
                <a:cs typeface="Gulim"/>
              </a:rPr>
              <a:t>의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Gulim"/>
                <a:cs typeface="Gulim"/>
              </a:rPr>
              <a:t>자식은</a:t>
            </a:r>
            <a:r>
              <a:rPr dirty="0" sz="1700" spc="-125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4*2</a:t>
            </a:r>
            <a:r>
              <a:rPr dirty="0" sz="1700">
                <a:latin typeface="Gulim"/>
                <a:cs typeface="Gulim"/>
              </a:rPr>
              <a:t>인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8index</a:t>
            </a:r>
            <a:r>
              <a:rPr dirty="0" sz="1700">
                <a:latin typeface="Gulim"/>
                <a:cs typeface="Gulim"/>
              </a:rPr>
              <a:t>와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10">
                <a:latin typeface="Arial"/>
                <a:cs typeface="Arial"/>
              </a:rPr>
              <a:t>9index</a:t>
            </a:r>
            <a:endParaRPr sz="1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00"/>
              </a:spcBef>
              <a:tabLst>
                <a:tab pos="354965" algn="l"/>
              </a:tabLst>
            </a:pPr>
            <a:r>
              <a:rPr dirty="0" sz="1000" spc="-25">
                <a:solidFill>
                  <a:srgbClr val="DD8046"/>
                </a:solidFill>
                <a:latin typeface="Arial"/>
                <a:cs typeface="Arial"/>
              </a:rPr>
              <a:t>5.</a:t>
            </a:r>
            <a:r>
              <a:rPr dirty="0" sz="100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700">
                <a:latin typeface="Gulim"/>
                <a:cs typeface="Gulim"/>
              </a:rPr>
              <a:t>다음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>
                <a:latin typeface="Arial"/>
                <a:cs typeface="Arial"/>
              </a:rPr>
              <a:t>while</a:t>
            </a:r>
            <a:r>
              <a:rPr dirty="0" sz="1700">
                <a:latin typeface="Gulim"/>
                <a:cs typeface="Gulim"/>
              </a:rPr>
              <a:t>로</a:t>
            </a:r>
            <a:r>
              <a:rPr dirty="0" sz="1700" spc="-114">
                <a:latin typeface="Gulim"/>
                <a:cs typeface="Gulim"/>
              </a:rPr>
              <a:t> </a:t>
            </a:r>
            <a:r>
              <a:rPr dirty="0" sz="1700" spc="-25">
                <a:latin typeface="Gulim"/>
                <a:cs typeface="Gulim"/>
              </a:rPr>
              <a:t>진행</a:t>
            </a:r>
            <a:endParaRPr sz="17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9038" y="5488025"/>
            <a:ext cx="3744937" cy="162523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979824" y="2224071"/>
            <a:ext cx="4864508" cy="1576588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>
              <a:lnSpc>
                <a:spcPts val="384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30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65"/>
              <a:t> </a:t>
            </a:r>
            <a:r>
              <a:rPr dirty="0" sz="3200" spc="-1445"/>
              <a:t>한줄</a:t>
            </a:r>
            <a:r>
              <a:rPr dirty="0" sz="3200" spc="-175"/>
              <a:t> </a:t>
            </a:r>
            <a:r>
              <a:rPr dirty="0" sz="3200" spc="-675"/>
              <a:t>씩</a:t>
            </a:r>
            <a:r>
              <a:rPr dirty="0" sz="3200" spc="-165"/>
              <a:t> </a:t>
            </a:r>
            <a:r>
              <a:rPr dirty="0" sz="3200" spc="-1185"/>
              <a:t>설명해주세요</a:t>
            </a:r>
            <a:r>
              <a:rPr dirty="0" sz="3200" spc="-1185">
                <a:latin typeface="Tw Cen MT"/>
                <a:cs typeface="Tw Cen MT"/>
              </a:rPr>
              <a:t>.</a:t>
            </a:r>
            <a:endParaRPr sz="3200">
              <a:latin typeface="Tw Cen MT"/>
              <a:cs typeface="Tw Cen MT"/>
            </a:endParaRPr>
          </a:p>
          <a:p>
            <a:pPr marL="321310">
              <a:lnSpc>
                <a:spcPts val="3840"/>
              </a:lnSpc>
            </a:pPr>
            <a:r>
              <a:rPr dirty="0" sz="3200" spc="-1270"/>
              <a:t>교수</a:t>
            </a:r>
            <a:r>
              <a:rPr dirty="0" sz="3200" spc="-1270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714"/>
              <a:t>코드만으로</a:t>
            </a:r>
            <a:r>
              <a:rPr dirty="0" sz="3200" spc="-150"/>
              <a:t> </a:t>
            </a:r>
            <a:r>
              <a:rPr dirty="0" sz="3200" spc="-1445"/>
              <a:t>한줄</a:t>
            </a:r>
            <a:r>
              <a:rPr dirty="0" sz="3200" spc="-170"/>
              <a:t> </a:t>
            </a:r>
            <a:r>
              <a:rPr dirty="0" sz="3200" spc="-675"/>
              <a:t>씩</a:t>
            </a:r>
            <a:r>
              <a:rPr dirty="0" sz="3200" spc="-175"/>
              <a:t> </a:t>
            </a:r>
            <a:r>
              <a:rPr dirty="0" sz="3200" spc="-1260"/>
              <a:t>설명이</a:t>
            </a:r>
            <a:r>
              <a:rPr dirty="0" sz="3200" spc="-180"/>
              <a:t> </a:t>
            </a:r>
            <a:r>
              <a:rPr dirty="0" sz="3200" spc="-1300"/>
              <a:t>어려움</a:t>
            </a:r>
            <a:r>
              <a:rPr dirty="0" sz="3200" spc="-1300">
                <a:latin typeface="Tw Cen MT"/>
                <a:cs typeface="Tw Cen MT"/>
              </a:rPr>
              <a:t>.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5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615">
                <a:latin typeface="Tw Cen MT"/>
                <a:cs typeface="Tw Cen MT"/>
              </a:rPr>
              <a:t>VS</a:t>
            </a:r>
            <a:r>
              <a:rPr dirty="0" sz="3200" spc="-615"/>
              <a:t>같이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056751" y="1916236"/>
            <a:ext cx="5836285" cy="24853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1.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102</a:t>
            </a:r>
            <a:r>
              <a:rPr dirty="0" sz="1800">
                <a:latin typeface="Gulim"/>
                <a:cs typeface="Gulim"/>
              </a:rPr>
              <a:t>번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줄에서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child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노드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중에서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더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작은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자식노드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찾음 </a:t>
            </a:r>
            <a:r>
              <a:rPr dirty="0" sz="1800" spc="-10">
                <a:latin typeface="Gulim"/>
                <a:cs typeface="Gulim"/>
              </a:rPr>
              <a:t>히프트리를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히프배열로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구현했기에</a:t>
            </a:r>
            <a:endParaRPr sz="1800">
              <a:latin typeface="Gulim"/>
              <a:cs typeface="Gulim"/>
            </a:endParaRPr>
          </a:p>
          <a:p>
            <a:pPr marL="354965" marR="884555">
              <a:lnSpc>
                <a:spcPts val="2160"/>
              </a:lnSpc>
              <a:spcBef>
                <a:spcPts val="65"/>
              </a:spcBef>
            </a:pPr>
            <a:r>
              <a:rPr dirty="0" sz="1800" spc="-10">
                <a:latin typeface="Gulim"/>
                <a:cs typeface="Gulim"/>
              </a:rPr>
              <a:t>히브배열의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L4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자식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8</a:t>
            </a:r>
            <a:r>
              <a:rPr dirty="0" sz="1800" spc="-10">
                <a:latin typeface="Gulim"/>
                <a:cs typeface="Gulim"/>
              </a:rPr>
              <a:t>번</a:t>
            </a:r>
            <a:r>
              <a:rPr dirty="0" sz="1800" spc="-10">
                <a:latin typeface="Arial"/>
                <a:cs typeface="Arial"/>
              </a:rPr>
              <a:t>index</a:t>
            </a:r>
            <a:r>
              <a:rPr dirty="0" sz="1800" spc="-10">
                <a:latin typeface="Gulim"/>
                <a:cs typeface="Gulim"/>
              </a:rPr>
              <a:t>와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9</a:t>
            </a:r>
            <a:r>
              <a:rPr dirty="0" sz="1800" spc="-10">
                <a:latin typeface="Gulim"/>
                <a:cs typeface="Gulim"/>
              </a:rPr>
              <a:t>번</a:t>
            </a:r>
            <a:r>
              <a:rPr dirty="0" sz="1800" spc="-10">
                <a:latin typeface="Arial"/>
                <a:cs typeface="Arial"/>
              </a:rPr>
              <a:t>index</a:t>
            </a:r>
            <a:r>
              <a:rPr dirty="0" sz="1800" spc="-10">
                <a:latin typeface="Gulim"/>
                <a:cs typeface="Gulim"/>
              </a:rPr>
              <a:t>비교 </a:t>
            </a:r>
            <a:r>
              <a:rPr dirty="0" sz="1800" spc="-20">
                <a:latin typeface="Gulim"/>
                <a:cs typeface="Gulim"/>
              </a:rPr>
              <a:t>조건확인결과</a:t>
            </a:r>
            <a:r>
              <a:rPr dirty="0" sz="1800" spc="-90">
                <a:latin typeface="Gulim"/>
                <a:cs typeface="Gulim"/>
              </a:rPr>
              <a:t> </a:t>
            </a:r>
            <a:r>
              <a:rPr dirty="0" sz="1800" spc="-20">
                <a:latin typeface="Arial"/>
                <a:cs typeface="Arial"/>
              </a:rPr>
              <a:t>false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  <a:spcBef>
                <a:spcPts val="63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2.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10">
                <a:latin typeface="Arial"/>
                <a:cs typeface="Arial"/>
              </a:rPr>
              <a:t>105</a:t>
            </a:r>
            <a:r>
              <a:rPr dirty="0" sz="1800" spc="-10">
                <a:latin typeface="Gulim"/>
                <a:cs typeface="Gulim"/>
              </a:rPr>
              <a:t>번줄에서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temp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child</a:t>
            </a:r>
            <a:r>
              <a:rPr dirty="0" sz="1800" spc="-10">
                <a:latin typeface="Gulim"/>
                <a:cs typeface="Gulim"/>
              </a:rPr>
              <a:t>요소</a:t>
            </a:r>
            <a:r>
              <a:rPr dirty="0" sz="1800" spc="-10">
                <a:latin typeface="Arial"/>
                <a:cs typeface="Arial"/>
              </a:rPr>
              <a:t>2</a:t>
            </a:r>
            <a:endParaRPr sz="1800">
              <a:latin typeface="Arial"/>
              <a:cs typeface="Arial"/>
            </a:endParaRPr>
          </a:p>
          <a:p>
            <a:pPr marL="354965">
              <a:lnSpc>
                <a:spcPct val="100000"/>
              </a:lnSpc>
            </a:pPr>
            <a:r>
              <a:rPr dirty="0" sz="1800">
                <a:latin typeface="Gulim"/>
                <a:cs typeface="Gulim"/>
              </a:rPr>
              <a:t>보다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크므로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while</a:t>
            </a:r>
            <a:r>
              <a:rPr dirty="0" sz="1800">
                <a:latin typeface="Gulim"/>
                <a:cs typeface="Gulim"/>
              </a:rPr>
              <a:t>문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탈출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3.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 spc="-60">
                <a:latin typeface="Arial"/>
                <a:cs typeface="Arial"/>
              </a:rPr>
              <a:t>111</a:t>
            </a:r>
            <a:r>
              <a:rPr dirty="0" sz="1800" spc="-60">
                <a:latin typeface="Gulim"/>
                <a:cs typeface="Gulim"/>
              </a:rPr>
              <a:t>번줄에서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heap[4]</a:t>
            </a:r>
            <a:r>
              <a:rPr dirty="0" sz="1800" spc="-10">
                <a:latin typeface="Gulim"/>
                <a:cs typeface="Gulim"/>
              </a:rPr>
              <a:t>에</a:t>
            </a:r>
            <a:r>
              <a:rPr dirty="0" sz="1800" spc="-9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temp</a:t>
            </a:r>
            <a:r>
              <a:rPr dirty="0" sz="1800">
                <a:latin typeface="Gulim"/>
                <a:cs typeface="Gulim"/>
              </a:rPr>
              <a:t>요소</a:t>
            </a:r>
            <a:r>
              <a:rPr dirty="0" sz="1800">
                <a:latin typeface="Arial"/>
                <a:cs typeface="Arial"/>
              </a:rPr>
              <a:t>3</a:t>
            </a:r>
            <a:r>
              <a:rPr dirty="0" sz="1800" spc="-10">
                <a:latin typeface="Arial"/>
                <a:cs typeface="Arial"/>
              </a:rPr>
              <a:t> </a:t>
            </a:r>
            <a:r>
              <a:rPr dirty="0" sz="1800" spc="-25">
                <a:latin typeface="Gulim"/>
                <a:cs typeface="Gulim"/>
              </a:rPr>
              <a:t>대입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354965" algn="l"/>
              </a:tabLst>
            </a:pPr>
            <a:r>
              <a:rPr dirty="0" sz="1050" spc="-25">
                <a:solidFill>
                  <a:srgbClr val="DD8046"/>
                </a:solidFill>
                <a:latin typeface="Arial"/>
                <a:cs typeface="Arial"/>
              </a:rPr>
              <a:t>4.</a:t>
            </a:r>
            <a:r>
              <a:rPr dirty="0" sz="1050">
                <a:solidFill>
                  <a:srgbClr val="DD8046"/>
                </a:solidFill>
                <a:latin typeface="Arial"/>
                <a:cs typeface="Arial"/>
              </a:rPr>
              <a:t>	</a:t>
            </a:r>
            <a:r>
              <a:rPr dirty="0" sz="1800">
                <a:latin typeface="Arial"/>
                <a:cs typeface="Arial"/>
              </a:rPr>
              <a:t>delete_max_heap()</a:t>
            </a:r>
            <a:r>
              <a:rPr dirty="0" sz="1800" spc="-114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수행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완료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1750" y="4702992"/>
            <a:ext cx="3622742" cy="149719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820534" y="3733317"/>
            <a:ext cx="9015730" cy="3473450"/>
            <a:chOff x="820534" y="3733317"/>
            <a:chExt cx="9015730" cy="34734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089332" y="3733317"/>
              <a:ext cx="3746461" cy="3379939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20534" y="4936629"/>
              <a:ext cx="5373839" cy="1811058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46745" rIns="0" bIns="0" rtlCol="0" vert="horz">
            <a:spAutoFit/>
          </a:bodyPr>
          <a:lstStyle/>
          <a:p>
            <a:pPr marL="321310" marR="508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10">
                <a:latin typeface="Tw Cen MT"/>
                <a:cs typeface="Tw Cen MT"/>
              </a:rPr>
              <a:t> </a:t>
            </a:r>
            <a:r>
              <a:rPr dirty="0" sz="3200" spc="-1670"/>
              <a:t>자료구조</a:t>
            </a:r>
            <a:r>
              <a:rPr dirty="0" sz="3200" spc="-150"/>
              <a:t> </a:t>
            </a:r>
            <a:r>
              <a:rPr dirty="0" sz="3200" spc="-1370"/>
              <a:t>그림과</a:t>
            </a:r>
            <a:r>
              <a:rPr dirty="0" sz="3200" spc="-180"/>
              <a:t> </a:t>
            </a:r>
            <a:r>
              <a:rPr dirty="0" sz="3200" spc="-595">
                <a:latin typeface="Tw Cen MT"/>
                <a:cs typeface="Tw Cen MT"/>
              </a:rPr>
              <a:t>VS</a:t>
            </a:r>
            <a:r>
              <a:rPr dirty="0" sz="3200" spc="-595"/>
              <a:t>같이</a:t>
            </a:r>
            <a:r>
              <a:rPr dirty="0" sz="3200" spc="-160"/>
              <a:t> </a:t>
            </a:r>
            <a:r>
              <a:rPr dirty="0" sz="3200" spc="-1620"/>
              <a:t>보니</a:t>
            </a:r>
            <a:r>
              <a:rPr dirty="0" sz="3200" spc="-175"/>
              <a:t> </a:t>
            </a:r>
            <a:r>
              <a:rPr dirty="0" sz="3200" spc="-1395"/>
              <a:t>이해되는</a:t>
            </a:r>
            <a:r>
              <a:rPr dirty="0" sz="3200" spc="-150"/>
              <a:t> </a:t>
            </a:r>
            <a:r>
              <a:rPr dirty="0" sz="3200" spc="-1220"/>
              <a:t>것</a:t>
            </a:r>
            <a:r>
              <a:rPr dirty="0" sz="3200" spc="-180"/>
              <a:t> </a:t>
            </a:r>
            <a:r>
              <a:rPr dirty="0" sz="3200" spc="-1140"/>
              <a:t>같지만</a:t>
            </a:r>
            <a:r>
              <a:rPr dirty="0" sz="3200" spc="800"/>
              <a:t> </a:t>
            </a:r>
            <a:r>
              <a:rPr dirty="0" sz="3200" spc="-1220"/>
              <a:t>삭제함수</a:t>
            </a:r>
            <a:r>
              <a:rPr dirty="0" sz="3200" spc="-165"/>
              <a:t> </a:t>
            </a:r>
            <a:r>
              <a:rPr dirty="0" sz="3200" spc="-1445"/>
              <a:t>만들</a:t>
            </a:r>
            <a:r>
              <a:rPr dirty="0" sz="3200" spc="-165"/>
              <a:t> </a:t>
            </a:r>
            <a:r>
              <a:rPr dirty="0" sz="3200" spc="-1190"/>
              <a:t>자신이</a:t>
            </a:r>
            <a:r>
              <a:rPr dirty="0" sz="3200" spc="-165"/>
              <a:t> </a:t>
            </a:r>
            <a:r>
              <a:rPr dirty="0" sz="3200" spc="-1425"/>
              <a:t>없어요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056751" y="1828803"/>
            <a:ext cx="8161020" cy="301879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저도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삭제함수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자신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없어요</a:t>
            </a:r>
            <a:r>
              <a:rPr dirty="0" sz="1600" spc="-2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ts val="2630"/>
              </a:lnSpc>
              <a:spcBef>
                <a:spcPts val="190"/>
              </a:spcBef>
            </a:pPr>
            <a:r>
              <a:rPr dirty="0" sz="1600">
                <a:latin typeface="Gulim"/>
                <a:cs typeface="Gulim"/>
              </a:rPr>
              <a:t>삭제함수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잘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활용하면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됩니다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시험도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오픈북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시험이고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회사에서도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오픈북으로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개발합니다</a:t>
            </a:r>
            <a:r>
              <a:rPr dirty="0" sz="1600" spc="-10">
                <a:latin typeface="Arial"/>
                <a:cs typeface="Arial"/>
              </a:rPr>
              <a:t>. </a:t>
            </a:r>
            <a:r>
              <a:rPr dirty="0" sz="1600">
                <a:latin typeface="Gulim"/>
                <a:cs typeface="Gulim"/>
              </a:rPr>
              <a:t>여러분이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꼭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알아야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하는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것은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디버깅을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할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능력입니다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>
                <a:latin typeface="Gulim"/>
                <a:cs typeface="Gulim"/>
              </a:rPr>
              <a:t>즉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디버깅은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예측값과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실행값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비교인데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실행값은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VS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변수창에서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만들어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줍니다</a:t>
            </a:r>
            <a:r>
              <a:rPr dirty="0" sz="1600" spc="-2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1278890">
              <a:lnSpc>
                <a:spcPts val="2630"/>
              </a:lnSpc>
              <a:spcBef>
                <a:spcPts val="190"/>
              </a:spcBef>
            </a:pPr>
            <a:r>
              <a:rPr dirty="0" sz="1600">
                <a:latin typeface="Gulim"/>
                <a:cs typeface="Gulim"/>
              </a:rPr>
              <a:t>예측값은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여러분이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히프트리로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단계별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노드값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변화를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있어야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합니다</a:t>
            </a:r>
            <a:r>
              <a:rPr dirty="0" sz="1600" spc="-20">
                <a:latin typeface="Arial"/>
                <a:cs typeface="Arial"/>
              </a:rPr>
              <a:t>. </a:t>
            </a:r>
            <a:r>
              <a:rPr dirty="0" sz="1600">
                <a:latin typeface="Gulim"/>
                <a:cs typeface="Gulim"/>
              </a:rPr>
              <a:t>즉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L1</a:t>
            </a:r>
            <a:r>
              <a:rPr dirty="0" sz="1600">
                <a:latin typeface="Gulim"/>
                <a:cs typeface="Gulim"/>
              </a:rPr>
              <a:t>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L2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비교하여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L1</a:t>
            </a:r>
            <a:r>
              <a:rPr dirty="0" sz="1600">
                <a:latin typeface="Gulim"/>
                <a:cs typeface="Gulim"/>
              </a:rPr>
              <a:t>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L2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노드값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변화를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그릴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있어야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합니다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dirty="0" sz="1600">
                <a:latin typeface="Gulim"/>
                <a:cs typeface="Gulim"/>
              </a:rPr>
              <a:t>학생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그래도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남의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코드만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사용해서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개발할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수는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없는데요</a:t>
            </a:r>
            <a:endParaRPr sz="1600">
              <a:latin typeface="Gulim"/>
              <a:cs typeface="Gulim"/>
            </a:endParaRPr>
          </a:p>
          <a:p>
            <a:pPr marL="12700" marR="3441700">
              <a:lnSpc>
                <a:spcPts val="2630"/>
              </a:lnSpc>
              <a:spcBef>
                <a:spcPts val="80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저도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기존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코드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이해하여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display_full_tree() </a:t>
            </a:r>
            <a:r>
              <a:rPr dirty="0" sz="1600">
                <a:latin typeface="Arial"/>
                <a:cs typeface="Arial"/>
              </a:rPr>
              <a:t>display_tree()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코드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만들어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냈습니다</a:t>
            </a:r>
            <a:r>
              <a:rPr dirty="0" sz="1600" spc="-2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98929" y="1922259"/>
            <a:ext cx="7811134" cy="5284470"/>
            <a:chOff x="1698929" y="1922259"/>
            <a:chExt cx="7811134" cy="528447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711109" y="1934451"/>
              <a:ext cx="7284720" cy="4830445"/>
            </a:xfrm>
            <a:custGeom>
              <a:avLst/>
              <a:gdLst/>
              <a:ahLst/>
              <a:cxnLst/>
              <a:rect l="l" t="t" r="r" b="b"/>
              <a:pathLst>
                <a:path w="7284720" h="4830445">
                  <a:moveTo>
                    <a:pt x="7284377" y="0"/>
                  </a:moveTo>
                  <a:lnTo>
                    <a:pt x="0" y="0"/>
                  </a:lnTo>
                  <a:lnTo>
                    <a:pt x="0" y="4830000"/>
                  </a:lnTo>
                  <a:lnTo>
                    <a:pt x="7284377" y="4830000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98929" y="1922259"/>
              <a:ext cx="7308850" cy="4854575"/>
            </a:xfrm>
            <a:custGeom>
              <a:avLst/>
              <a:gdLst/>
              <a:ahLst/>
              <a:cxnLst/>
              <a:rect l="l" t="t" r="r" b="b"/>
              <a:pathLst>
                <a:path w="7308850" h="4854575">
                  <a:moveTo>
                    <a:pt x="7308723" y="0"/>
                  </a:moveTo>
                  <a:lnTo>
                    <a:pt x="0" y="0"/>
                  </a:lnTo>
                  <a:lnTo>
                    <a:pt x="0" y="4854371"/>
                  </a:lnTo>
                  <a:lnTo>
                    <a:pt x="7308723" y="4854371"/>
                  </a:lnTo>
                  <a:lnTo>
                    <a:pt x="7308723" y="4842192"/>
                  </a:lnTo>
                  <a:lnTo>
                    <a:pt x="24358" y="4842192"/>
                  </a:lnTo>
                  <a:lnTo>
                    <a:pt x="12179" y="4828476"/>
                  </a:lnTo>
                  <a:lnTo>
                    <a:pt x="24358" y="4828476"/>
                  </a:lnTo>
                  <a:lnTo>
                    <a:pt x="24358" y="24371"/>
                  </a:lnTo>
                  <a:lnTo>
                    <a:pt x="12179" y="24371"/>
                  </a:lnTo>
                  <a:lnTo>
                    <a:pt x="24358" y="12179"/>
                  </a:lnTo>
                  <a:lnTo>
                    <a:pt x="7308723" y="12179"/>
                  </a:lnTo>
                  <a:lnTo>
                    <a:pt x="7308723" y="0"/>
                  </a:lnTo>
                  <a:close/>
                </a:path>
                <a:path w="7308850" h="4854575">
                  <a:moveTo>
                    <a:pt x="24358" y="4828476"/>
                  </a:moveTo>
                  <a:lnTo>
                    <a:pt x="12179" y="4828476"/>
                  </a:lnTo>
                  <a:lnTo>
                    <a:pt x="24358" y="4842192"/>
                  </a:lnTo>
                  <a:lnTo>
                    <a:pt x="24358" y="4828476"/>
                  </a:lnTo>
                  <a:close/>
                </a:path>
                <a:path w="7308850" h="4854575">
                  <a:moveTo>
                    <a:pt x="7282840" y="4828476"/>
                  </a:moveTo>
                  <a:lnTo>
                    <a:pt x="24358" y="4828476"/>
                  </a:lnTo>
                  <a:lnTo>
                    <a:pt x="24358" y="4842192"/>
                  </a:lnTo>
                  <a:lnTo>
                    <a:pt x="7282840" y="4842192"/>
                  </a:lnTo>
                  <a:lnTo>
                    <a:pt x="7282840" y="4828476"/>
                  </a:lnTo>
                  <a:close/>
                </a:path>
                <a:path w="7308850" h="4854575">
                  <a:moveTo>
                    <a:pt x="7282840" y="12179"/>
                  </a:moveTo>
                  <a:lnTo>
                    <a:pt x="7282840" y="4842192"/>
                  </a:lnTo>
                  <a:lnTo>
                    <a:pt x="7296543" y="4828476"/>
                  </a:lnTo>
                  <a:lnTo>
                    <a:pt x="7308723" y="4828476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2840" y="12179"/>
                  </a:lnTo>
                  <a:close/>
                </a:path>
                <a:path w="7308850" h="4854575">
                  <a:moveTo>
                    <a:pt x="7308723" y="4828476"/>
                  </a:moveTo>
                  <a:lnTo>
                    <a:pt x="7296543" y="4828476"/>
                  </a:lnTo>
                  <a:lnTo>
                    <a:pt x="7282840" y="4842192"/>
                  </a:lnTo>
                  <a:lnTo>
                    <a:pt x="7308723" y="4842192"/>
                  </a:lnTo>
                  <a:lnTo>
                    <a:pt x="7308723" y="4828476"/>
                  </a:lnTo>
                  <a:close/>
                </a:path>
                <a:path w="7308850" h="4854575">
                  <a:moveTo>
                    <a:pt x="24358" y="12179"/>
                  </a:moveTo>
                  <a:lnTo>
                    <a:pt x="12179" y="24371"/>
                  </a:lnTo>
                  <a:lnTo>
                    <a:pt x="24358" y="24371"/>
                  </a:lnTo>
                  <a:lnTo>
                    <a:pt x="24358" y="12179"/>
                  </a:lnTo>
                  <a:close/>
                </a:path>
                <a:path w="7308850" h="4854575">
                  <a:moveTo>
                    <a:pt x="7282840" y="12179"/>
                  </a:moveTo>
                  <a:lnTo>
                    <a:pt x="24358" y="12179"/>
                  </a:lnTo>
                  <a:lnTo>
                    <a:pt x="24358" y="24371"/>
                  </a:lnTo>
                  <a:lnTo>
                    <a:pt x="7282840" y="24371"/>
                  </a:lnTo>
                  <a:lnTo>
                    <a:pt x="7282840" y="12179"/>
                  </a:lnTo>
                  <a:close/>
                </a:path>
                <a:path w="7308850" h="4854575">
                  <a:moveTo>
                    <a:pt x="7308723" y="12179"/>
                  </a:moveTo>
                  <a:lnTo>
                    <a:pt x="7282840" y="12179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전체</a:t>
            </a:r>
            <a:r>
              <a:rPr dirty="0" spc="-260"/>
              <a:t> </a:t>
            </a:r>
            <a:r>
              <a:rPr dirty="0" spc="-2295"/>
              <a:t>프로그램</a:t>
            </a:r>
            <a:r>
              <a:rPr dirty="0" spc="-245"/>
              <a:t> </a:t>
            </a:r>
            <a:r>
              <a:rPr dirty="0" spc="-10">
                <a:latin typeface="Tw Cen MT"/>
                <a:cs typeface="Tw Cen MT"/>
              </a:rPr>
              <a:t>(heap1.c)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89239" y="1960709"/>
            <a:ext cx="4547235" cy="47174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240665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&lt;stdio.h&gt; </a:t>
            </a: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&lt;stdlib.h&gt; </a:t>
            </a:r>
            <a:r>
              <a:rPr dirty="0" sz="1400">
                <a:latin typeface="Trebuchet MS"/>
                <a:cs typeface="Trebuchet MS"/>
              </a:rPr>
              <a:t>#define </a:t>
            </a:r>
            <a:r>
              <a:rPr dirty="0" sz="1400" spc="-10">
                <a:latin typeface="Trebuchet MS"/>
                <a:cs typeface="Trebuchet MS"/>
              </a:rPr>
              <a:t>MAX_ELEMENT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200 </a:t>
            </a: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5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key;</a:t>
            </a:r>
            <a:endParaRPr sz="1400">
              <a:latin typeface="Trebuchet MS"/>
              <a:cs typeface="Trebuchet MS"/>
            </a:endParaRPr>
          </a:p>
          <a:p>
            <a:pPr marL="12700" marR="32759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element; </a:t>
            </a: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1178560">
              <a:lnSpc>
                <a:spcPts val="1680"/>
              </a:lnSpc>
              <a:spcBef>
                <a:spcPts val="55"/>
              </a:spcBef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heap[MAX_ELEMENT];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heap_size;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HeapType;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</a:pP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0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생성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 spc="-25">
                <a:latin typeface="Dotum"/>
                <a:cs typeface="Dotum"/>
              </a:rPr>
              <a:t>함수</a:t>
            </a:r>
            <a:endParaRPr sz="14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dirty="0" sz="1400" spc="-20">
                <a:latin typeface="Trebuchet MS"/>
                <a:cs typeface="Trebuchet MS"/>
              </a:rPr>
              <a:t>HeapType*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create()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(HeapType*)malloc(sizeof(HeapType));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초기화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 spc="-25">
                <a:latin typeface="Dotum"/>
                <a:cs typeface="Dotum"/>
              </a:rPr>
              <a:t>함수</a:t>
            </a:r>
            <a:endParaRPr sz="14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init(HeapType*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h)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h-&gt;heap_size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전체</a:t>
            </a:r>
            <a:r>
              <a:rPr dirty="0" spc="-265"/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698929" y="1922259"/>
            <a:ext cx="7308850" cy="3131820"/>
            <a:chOff x="1698929" y="1922259"/>
            <a:chExt cx="7308850" cy="3131820"/>
          </a:xfrm>
        </p:grpSpPr>
        <p:sp>
          <p:nvSpPr>
            <p:cNvPr id="5" name="object 5"/>
            <p:cNvSpPr/>
            <p:nvPr/>
          </p:nvSpPr>
          <p:spPr>
            <a:xfrm>
              <a:off x="1711109" y="1934438"/>
              <a:ext cx="7284720" cy="3107690"/>
            </a:xfrm>
            <a:custGeom>
              <a:avLst/>
              <a:gdLst/>
              <a:ahLst/>
              <a:cxnLst/>
              <a:rect l="l" t="t" r="r" b="b"/>
              <a:pathLst>
                <a:path w="7284720" h="3107690">
                  <a:moveTo>
                    <a:pt x="7284377" y="0"/>
                  </a:moveTo>
                  <a:lnTo>
                    <a:pt x="0" y="0"/>
                  </a:lnTo>
                  <a:lnTo>
                    <a:pt x="0" y="3107283"/>
                  </a:lnTo>
                  <a:lnTo>
                    <a:pt x="7284377" y="3107283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698929" y="1922259"/>
              <a:ext cx="7308850" cy="3131820"/>
            </a:xfrm>
            <a:custGeom>
              <a:avLst/>
              <a:gdLst/>
              <a:ahLst/>
              <a:cxnLst/>
              <a:rect l="l" t="t" r="r" b="b"/>
              <a:pathLst>
                <a:path w="7308850" h="3131820">
                  <a:moveTo>
                    <a:pt x="7308723" y="0"/>
                  </a:moveTo>
                  <a:lnTo>
                    <a:pt x="0" y="0"/>
                  </a:lnTo>
                  <a:lnTo>
                    <a:pt x="0" y="3131654"/>
                  </a:lnTo>
                  <a:lnTo>
                    <a:pt x="7308723" y="3131654"/>
                  </a:lnTo>
                  <a:lnTo>
                    <a:pt x="7308723" y="3119462"/>
                  </a:lnTo>
                  <a:lnTo>
                    <a:pt x="24358" y="3119462"/>
                  </a:lnTo>
                  <a:lnTo>
                    <a:pt x="12179" y="3105759"/>
                  </a:lnTo>
                  <a:lnTo>
                    <a:pt x="24358" y="3105759"/>
                  </a:lnTo>
                  <a:lnTo>
                    <a:pt x="24358" y="24371"/>
                  </a:lnTo>
                  <a:lnTo>
                    <a:pt x="12179" y="24371"/>
                  </a:lnTo>
                  <a:lnTo>
                    <a:pt x="24358" y="12179"/>
                  </a:lnTo>
                  <a:lnTo>
                    <a:pt x="7308723" y="12179"/>
                  </a:lnTo>
                  <a:lnTo>
                    <a:pt x="7308723" y="0"/>
                  </a:lnTo>
                  <a:close/>
                </a:path>
                <a:path w="7308850" h="3131820">
                  <a:moveTo>
                    <a:pt x="24358" y="3105759"/>
                  </a:moveTo>
                  <a:lnTo>
                    <a:pt x="12179" y="3105759"/>
                  </a:lnTo>
                  <a:lnTo>
                    <a:pt x="24358" y="3119462"/>
                  </a:lnTo>
                  <a:lnTo>
                    <a:pt x="24358" y="3105759"/>
                  </a:lnTo>
                  <a:close/>
                </a:path>
                <a:path w="7308850" h="3131820">
                  <a:moveTo>
                    <a:pt x="7282840" y="3105759"/>
                  </a:moveTo>
                  <a:lnTo>
                    <a:pt x="24358" y="3105759"/>
                  </a:lnTo>
                  <a:lnTo>
                    <a:pt x="24358" y="3119462"/>
                  </a:lnTo>
                  <a:lnTo>
                    <a:pt x="7282840" y="3119462"/>
                  </a:lnTo>
                  <a:lnTo>
                    <a:pt x="7282840" y="3105759"/>
                  </a:lnTo>
                  <a:close/>
                </a:path>
                <a:path w="7308850" h="3131820">
                  <a:moveTo>
                    <a:pt x="7282840" y="12179"/>
                  </a:moveTo>
                  <a:lnTo>
                    <a:pt x="7282840" y="3119462"/>
                  </a:lnTo>
                  <a:lnTo>
                    <a:pt x="7296543" y="3105759"/>
                  </a:lnTo>
                  <a:lnTo>
                    <a:pt x="7308723" y="3105759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2840" y="12179"/>
                  </a:lnTo>
                  <a:close/>
                </a:path>
                <a:path w="7308850" h="3131820">
                  <a:moveTo>
                    <a:pt x="7308723" y="3105759"/>
                  </a:moveTo>
                  <a:lnTo>
                    <a:pt x="7296543" y="3105759"/>
                  </a:lnTo>
                  <a:lnTo>
                    <a:pt x="7282840" y="3119462"/>
                  </a:lnTo>
                  <a:lnTo>
                    <a:pt x="7308723" y="3119462"/>
                  </a:lnTo>
                  <a:lnTo>
                    <a:pt x="7308723" y="3105759"/>
                  </a:lnTo>
                  <a:close/>
                </a:path>
                <a:path w="7308850" h="3131820">
                  <a:moveTo>
                    <a:pt x="24358" y="12179"/>
                  </a:moveTo>
                  <a:lnTo>
                    <a:pt x="12179" y="24371"/>
                  </a:lnTo>
                  <a:lnTo>
                    <a:pt x="24358" y="24371"/>
                  </a:lnTo>
                  <a:lnTo>
                    <a:pt x="24358" y="12179"/>
                  </a:lnTo>
                  <a:close/>
                </a:path>
                <a:path w="7308850" h="3131820">
                  <a:moveTo>
                    <a:pt x="7282840" y="12179"/>
                  </a:moveTo>
                  <a:lnTo>
                    <a:pt x="24358" y="12179"/>
                  </a:lnTo>
                  <a:lnTo>
                    <a:pt x="24358" y="24371"/>
                  </a:lnTo>
                  <a:lnTo>
                    <a:pt x="7282840" y="24371"/>
                  </a:lnTo>
                  <a:lnTo>
                    <a:pt x="7282840" y="12179"/>
                  </a:lnTo>
                  <a:close/>
                </a:path>
                <a:path w="7308850" h="3131820">
                  <a:moveTo>
                    <a:pt x="7308723" y="12179"/>
                  </a:moveTo>
                  <a:lnTo>
                    <a:pt x="7282840" y="12179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789239" y="1960709"/>
            <a:ext cx="5466715" cy="301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현재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요소의</a:t>
            </a:r>
            <a:r>
              <a:rPr dirty="0" sz="1400" spc="-7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개수가</a:t>
            </a:r>
            <a:r>
              <a:rPr dirty="0" sz="1400" spc="-60">
                <a:latin typeface="Dotum"/>
                <a:cs typeface="Dotum"/>
              </a:rPr>
              <a:t> </a:t>
            </a:r>
            <a:r>
              <a:rPr dirty="0" sz="1400">
                <a:latin typeface="Trebuchet MS"/>
                <a:cs typeface="Trebuchet MS"/>
              </a:rPr>
              <a:t>heap_size</a:t>
            </a:r>
            <a:r>
              <a:rPr dirty="0" sz="1400">
                <a:latin typeface="Dotum"/>
                <a:cs typeface="Dotum"/>
              </a:rPr>
              <a:t>인</a:t>
            </a:r>
            <a:r>
              <a:rPr dirty="0" sz="1400" spc="-70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히프</a:t>
            </a:r>
            <a:r>
              <a:rPr dirty="0" sz="1400" spc="-70">
                <a:latin typeface="Dotum"/>
                <a:cs typeface="Dotum"/>
              </a:rPr>
              <a:t> </a:t>
            </a:r>
            <a:r>
              <a:rPr dirty="0" sz="1400">
                <a:latin typeface="Trebuchet MS"/>
                <a:cs typeface="Trebuchet MS"/>
              </a:rPr>
              <a:t>h</a:t>
            </a:r>
            <a:r>
              <a:rPr dirty="0" sz="1400">
                <a:latin typeface="Dotum"/>
                <a:cs typeface="Dotum"/>
              </a:rPr>
              <a:t>에</a:t>
            </a:r>
            <a:r>
              <a:rPr dirty="0" sz="1400" spc="-60">
                <a:latin typeface="Dotum"/>
                <a:cs typeface="Dotum"/>
              </a:rPr>
              <a:t> </a:t>
            </a:r>
            <a:r>
              <a:rPr dirty="0" sz="1400">
                <a:latin typeface="Trebuchet MS"/>
                <a:cs typeface="Trebuchet MS"/>
              </a:rPr>
              <a:t>item</a:t>
            </a:r>
            <a:r>
              <a:rPr dirty="0" sz="1400">
                <a:latin typeface="Dotum"/>
                <a:cs typeface="Dotum"/>
              </a:rPr>
              <a:t>을</a:t>
            </a:r>
            <a:r>
              <a:rPr dirty="0" sz="1400" spc="-60">
                <a:latin typeface="Dotum"/>
                <a:cs typeface="Dotum"/>
              </a:rPr>
              <a:t> </a:t>
            </a:r>
            <a:r>
              <a:rPr dirty="0" sz="1400" spc="-10">
                <a:latin typeface="Dotum"/>
                <a:cs typeface="Dotum"/>
              </a:rPr>
              <a:t>삽입한다</a:t>
            </a:r>
            <a:r>
              <a:rPr dirty="0" sz="1400" spc="-1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삽입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 spc="-25">
                <a:latin typeface="Dotum"/>
                <a:cs typeface="Dotum"/>
              </a:rPr>
              <a:t>함수</a:t>
            </a:r>
            <a:endParaRPr sz="14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insert_max_heap(HeapType*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item)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i;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++(h-&gt;heap_size);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430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트리를</a:t>
            </a:r>
            <a:r>
              <a:rPr dirty="0" sz="1400" spc="-6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거슬러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올라가면서</a:t>
            </a:r>
            <a:r>
              <a:rPr dirty="0" sz="1400" spc="-7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부모</a:t>
            </a:r>
            <a:r>
              <a:rPr dirty="0" sz="1400" spc="-50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노드와</a:t>
            </a:r>
            <a:r>
              <a:rPr dirty="0" sz="1400" spc="-55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비교하는</a:t>
            </a:r>
            <a:r>
              <a:rPr dirty="0" sz="1400" spc="-60">
                <a:latin typeface="Dotum"/>
                <a:cs typeface="Dotum"/>
              </a:rPr>
              <a:t> </a:t>
            </a:r>
            <a:r>
              <a:rPr dirty="0" sz="1400" spc="-25">
                <a:latin typeface="Dotum"/>
                <a:cs typeface="Dotum"/>
              </a:rPr>
              <a:t>과정</a:t>
            </a:r>
            <a:endParaRPr sz="1400">
              <a:latin typeface="Dotum"/>
              <a:cs typeface="Dotum"/>
            </a:endParaRPr>
          </a:p>
          <a:p>
            <a:pPr marL="1838960" marR="412750" indent="-9137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((i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1) &amp;&amp;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(item.key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h-&gt;heap[i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2].key))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 </a:t>
            </a:r>
            <a:r>
              <a:rPr dirty="0" sz="1400">
                <a:latin typeface="Trebuchet MS"/>
                <a:cs typeface="Trebuchet MS"/>
              </a:rPr>
              <a:t>h-&gt;heap[i]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h-&gt;heap[i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2];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647315" algn="l"/>
              </a:tabLst>
            </a:pPr>
            <a:r>
              <a:rPr dirty="0" sz="1400">
                <a:latin typeface="Trebuchet MS"/>
                <a:cs typeface="Trebuchet MS"/>
              </a:rPr>
              <a:t>h-&gt;heap[i]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item;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Dotum"/>
                <a:cs typeface="Dotum"/>
              </a:rPr>
              <a:t>새로운</a:t>
            </a:r>
            <a:r>
              <a:rPr dirty="0" sz="1400" spc="-70">
                <a:latin typeface="Dotum"/>
                <a:cs typeface="Dotum"/>
              </a:rPr>
              <a:t> </a:t>
            </a:r>
            <a:r>
              <a:rPr dirty="0" sz="1400">
                <a:latin typeface="Dotum"/>
                <a:cs typeface="Dotum"/>
              </a:rPr>
              <a:t>노드를</a:t>
            </a:r>
            <a:r>
              <a:rPr dirty="0" sz="1400" spc="-65">
                <a:latin typeface="Dotum"/>
                <a:cs typeface="Dotum"/>
              </a:rPr>
              <a:t> </a:t>
            </a:r>
            <a:r>
              <a:rPr dirty="0" sz="1400" spc="-25">
                <a:latin typeface="Dotum"/>
                <a:cs typeface="Dotum"/>
              </a:rPr>
              <a:t>삽입</a:t>
            </a:r>
            <a:endParaRPr sz="1400">
              <a:latin typeface="Dotum"/>
              <a:cs typeface="Dotum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5412" y="1696821"/>
            <a:ext cx="7914640" cy="5509895"/>
            <a:chOff x="1595412" y="1696821"/>
            <a:chExt cx="7914640" cy="550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07591" y="1709013"/>
              <a:ext cx="7284720" cy="5259705"/>
            </a:xfrm>
            <a:custGeom>
              <a:avLst/>
              <a:gdLst/>
              <a:ahLst/>
              <a:cxnLst/>
              <a:rect l="l" t="t" r="r" b="b"/>
              <a:pathLst>
                <a:path w="7284720" h="5259705">
                  <a:moveTo>
                    <a:pt x="7284377" y="0"/>
                  </a:moveTo>
                  <a:lnTo>
                    <a:pt x="0" y="0"/>
                  </a:lnTo>
                  <a:lnTo>
                    <a:pt x="0" y="5259539"/>
                  </a:lnTo>
                  <a:lnTo>
                    <a:pt x="7284377" y="5259539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95412" y="1696821"/>
              <a:ext cx="7308850" cy="5285740"/>
            </a:xfrm>
            <a:custGeom>
              <a:avLst/>
              <a:gdLst/>
              <a:ahLst/>
              <a:cxnLst/>
              <a:rect l="l" t="t" r="r" b="b"/>
              <a:pathLst>
                <a:path w="7308850" h="5285740">
                  <a:moveTo>
                    <a:pt x="7308723" y="0"/>
                  </a:moveTo>
                  <a:lnTo>
                    <a:pt x="0" y="0"/>
                  </a:lnTo>
                  <a:lnTo>
                    <a:pt x="0" y="5285435"/>
                  </a:lnTo>
                  <a:lnTo>
                    <a:pt x="7308723" y="5285435"/>
                  </a:lnTo>
                  <a:lnTo>
                    <a:pt x="7308723" y="5271731"/>
                  </a:lnTo>
                  <a:lnTo>
                    <a:pt x="25869" y="5271731"/>
                  </a:lnTo>
                  <a:lnTo>
                    <a:pt x="12179" y="5259539"/>
                  </a:lnTo>
                  <a:lnTo>
                    <a:pt x="25869" y="5259539"/>
                  </a:lnTo>
                  <a:lnTo>
                    <a:pt x="25869" y="24371"/>
                  </a:lnTo>
                  <a:lnTo>
                    <a:pt x="12179" y="24371"/>
                  </a:lnTo>
                  <a:lnTo>
                    <a:pt x="25869" y="12191"/>
                  </a:lnTo>
                  <a:lnTo>
                    <a:pt x="7308723" y="12191"/>
                  </a:lnTo>
                  <a:lnTo>
                    <a:pt x="7308723" y="0"/>
                  </a:lnTo>
                  <a:close/>
                </a:path>
                <a:path w="7308850" h="5285740">
                  <a:moveTo>
                    <a:pt x="25869" y="5259539"/>
                  </a:moveTo>
                  <a:lnTo>
                    <a:pt x="12179" y="5259539"/>
                  </a:lnTo>
                  <a:lnTo>
                    <a:pt x="25869" y="5271731"/>
                  </a:lnTo>
                  <a:lnTo>
                    <a:pt x="25869" y="5259539"/>
                  </a:lnTo>
                  <a:close/>
                </a:path>
                <a:path w="7308850" h="5285740">
                  <a:moveTo>
                    <a:pt x="7282840" y="5259539"/>
                  </a:moveTo>
                  <a:lnTo>
                    <a:pt x="25869" y="5259539"/>
                  </a:lnTo>
                  <a:lnTo>
                    <a:pt x="25869" y="5271731"/>
                  </a:lnTo>
                  <a:lnTo>
                    <a:pt x="7282840" y="5271731"/>
                  </a:lnTo>
                  <a:lnTo>
                    <a:pt x="7282840" y="5259539"/>
                  </a:lnTo>
                  <a:close/>
                </a:path>
                <a:path w="7308850" h="5285740">
                  <a:moveTo>
                    <a:pt x="7282840" y="12191"/>
                  </a:moveTo>
                  <a:lnTo>
                    <a:pt x="7282840" y="5271731"/>
                  </a:lnTo>
                  <a:lnTo>
                    <a:pt x="7296543" y="5259539"/>
                  </a:lnTo>
                  <a:lnTo>
                    <a:pt x="7308723" y="5259539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2840" y="12191"/>
                  </a:lnTo>
                  <a:close/>
                </a:path>
                <a:path w="7308850" h="5285740">
                  <a:moveTo>
                    <a:pt x="7308723" y="5259539"/>
                  </a:moveTo>
                  <a:lnTo>
                    <a:pt x="7296543" y="5259539"/>
                  </a:lnTo>
                  <a:lnTo>
                    <a:pt x="7282840" y="5271731"/>
                  </a:lnTo>
                  <a:lnTo>
                    <a:pt x="7308723" y="5271731"/>
                  </a:lnTo>
                  <a:lnTo>
                    <a:pt x="7308723" y="5259539"/>
                  </a:lnTo>
                  <a:close/>
                </a:path>
                <a:path w="7308850" h="5285740">
                  <a:moveTo>
                    <a:pt x="25869" y="12191"/>
                  </a:moveTo>
                  <a:lnTo>
                    <a:pt x="12179" y="24371"/>
                  </a:lnTo>
                  <a:lnTo>
                    <a:pt x="25869" y="24371"/>
                  </a:lnTo>
                  <a:lnTo>
                    <a:pt x="25869" y="12191"/>
                  </a:lnTo>
                  <a:close/>
                </a:path>
                <a:path w="7308850" h="5285740">
                  <a:moveTo>
                    <a:pt x="7282840" y="12191"/>
                  </a:moveTo>
                  <a:lnTo>
                    <a:pt x="25869" y="12191"/>
                  </a:lnTo>
                  <a:lnTo>
                    <a:pt x="25869" y="24371"/>
                  </a:lnTo>
                  <a:lnTo>
                    <a:pt x="7282840" y="24371"/>
                  </a:lnTo>
                  <a:lnTo>
                    <a:pt x="7282840" y="12191"/>
                  </a:lnTo>
                  <a:close/>
                </a:path>
                <a:path w="7308850" h="5285740">
                  <a:moveTo>
                    <a:pt x="7308723" y="12191"/>
                  </a:moveTo>
                  <a:lnTo>
                    <a:pt x="7282840" y="12191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전체</a:t>
            </a:r>
            <a:r>
              <a:rPr dirty="0" spc="-265"/>
              <a:t> </a:t>
            </a:r>
            <a:r>
              <a:rPr dirty="0" spc="-2315"/>
              <a:t>프로그램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686128" y="1738320"/>
            <a:ext cx="6448425" cy="514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삭제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delete_max_heap(HeapType*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h)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384111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parent,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child;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item,</a:t>
            </a:r>
            <a:r>
              <a:rPr dirty="0" sz="1400" spc="-20">
                <a:latin typeface="Trebuchet MS"/>
                <a:cs typeface="Trebuchet MS"/>
              </a:rPr>
              <a:t> temp;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item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&gt;heap[1];</a:t>
            </a:r>
            <a:endParaRPr sz="1400">
              <a:latin typeface="Trebuchet MS"/>
              <a:cs typeface="Trebuchet MS"/>
            </a:endParaRPr>
          </a:p>
          <a:p>
            <a:pPr marL="925830" marR="27635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&gt;heap[(h-&gt;heap_size)-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]; </a:t>
            </a:r>
            <a:r>
              <a:rPr dirty="0" sz="1400">
                <a:latin typeface="Trebuchet MS"/>
                <a:cs typeface="Trebuchet MS"/>
              </a:rPr>
              <a:t>parent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(child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h-&gt;heap_size)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186055">
              <a:lnSpc>
                <a:spcPts val="1660"/>
              </a:lnSpc>
              <a:spcBef>
                <a:spcPts val="9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현재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자식노드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중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작은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자식노드를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찾는다</a:t>
            </a:r>
            <a:r>
              <a:rPr dirty="0" sz="1400" spc="-2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((child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h-&gt;heap_size)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&amp;&amp;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(h-&gt;heap[child].key)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h-&gt;heap[child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1].key)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child++;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(temp.key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h-&gt;heap[child].key)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break;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아래로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이동</a:t>
            </a:r>
            <a:endParaRPr sz="1400">
              <a:latin typeface="Gulim"/>
              <a:cs typeface="Gulim"/>
            </a:endParaRPr>
          </a:p>
          <a:p>
            <a:pPr marL="1838960" marR="1877060">
              <a:lnSpc>
                <a:spcPts val="1680"/>
              </a:lnSpc>
              <a:spcBef>
                <a:spcPts val="40"/>
              </a:spcBef>
            </a:pPr>
            <a:r>
              <a:rPr dirty="0" sz="1400">
                <a:latin typeface="Trebuchet MS"/>
                <a:cs typeface="Trebuchet MS"/>
              </a:rPr>
              <a:t>h-&gt;heap[parent]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&gt;heap[child]; </a:t>
            </a:r>
            <a:r>
              <a:rPr dirty="0" sz="1400">
                <a:latin typeface="Trebuchet MS"/>
                <a:cs typeface="Trebuchet MS"/>
              </a:rPr>
              <a:t>parent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child;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 marR="35382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h-&gt;heap[parent]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temp;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item;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0982" y="6923296"/>
            <a:ext cx="1352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C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3296" y="6954390"/>
            <a:ext cx="419671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866390" algn="l"/>
              </a:tabLst>
            </a:pPr>
            <a:r>
              <a:rPr dirty="0" sz="1200">
                <a:latin typeface="Gulim"/>
                <a:cs typeface="Gulim"/>
              </a:rPr>
              <a:t>로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595412" y="1696821"/>
            <a:ext cx="7914640" cy="5509895"/>
            <a:chOff x="1595412" y="1696821"/>
            <a:chExt cx="7914640" cy="550989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07591" y="1709013"/>
              <a:ext cx="7284720" cy="5476240"/>
            </a:xfrm>
            <a:custGeom>
              <a:avLst/>
              <a:gdLst/>
              <a:ahLst/>
              <a:cxnLst/>
              <a:rect l="l" t="t" r="r" b="b"/>
              <a:pathLst>
                <a:path w="7284720" h="5476240">
                  <a:moveTo>
                    <a:pt x="7284377" y="0"/>
                  </a:moveTo>
                  <a:lnTo>
                    <a:pt x="0" y="0"/>
                  </a:lnTo>
                  <a:lnTo>
                    <a:pt x="0" y="5475833"/>
                  </a:lnTo>
                  <a:lnTo>
                    <a:pt x="7284377" y="5475833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595412" y="1696821"/>
              <a:ext cx="7308850" cy="5500370"/>
            </a:xfrm>
            <a:custGeom>
              <a:avLst/>
              <a:gdLst/>
              <a:ahLst/>
              <a:cxnLst/>
              <a:rect l="l" t="t" r="r" b="b"/>
              <a:pathLst>
                <a:path w="7308850" h="5500370">
                  <a:moveTo>
                    <a:pt x="7308723" y="0"/>
                  </a:moveTo>
                  <a:lnTo>
                    <a:pt x="0" y="0"/>
                  </a:lnTo>
                  <a:lnTo>
                    <a:pt x="0" y="5500204"/>
                  </a:lnTo>
                  <a:lnTo>
                    <a:pt x="7308723" y="5500204"/>
                  </a:lnTo>
                  <a:lnTo>
                    <a:pt x="7308723" y="5488025"/>
                  </a:lnTo>
                  <a:lnTo>
                    <a:pt x="25869" y="5488025"/>
                  </a:lnTo>
                  <a:lnTo>
                    <a:pt x="12179" y="5474309"/>
                  </a:lnTo>
                  <a:lnTo>
                    <a:pt x="25869" y="5474309"/>
                  </a:lnTo>
                  <a:lnTo>
                    <a:pt x="25869" y="24371"/>
                  </a:lnTo>
                  <a:lnTo>
                    <a:pt x="12179" y="24371"/>
                  </a:lnTo>
                  <a:lnTo>
                    <a:pt x="25869" y="12191"/>
                  </a:lnTo>
                  <a:lnTo>
                    <a:pt x="7308723" y="12191"/>
                  </a:lnTo>
                  <a:lnTo>
                    <a:pt x="7308723" y="0"/>
                  </a:lnTo>
                  <a:close/>
                </a:path>
                <a:path w="7308850" h="5500370">
                  <a:moveTo>
                    <a:pt x="25869" y="5474309"/>
                  </a:moveTo>
                  <a:lnTo>
                    <a:pt x="12179" y="5474309"/>
                  </a:lnTo>
                  <a:lnTo>
                    <a:pt x="25869" y="5488025"/>
                  </a:lnTo>
                  <a:lnTo>
                    <a:pt x="25869" y="5474309"/>
                  </a:lnTo>
                  <a:close/>
                </a:path>
                <a:path w="7308850" h="5500370">
                  <a:moveTo>
                    <a:pt x="7282840" y="5474309"/>
                  </a:moveTo>
                  <a:lnTo>
                    <a:pt x="25869" y="5474309"/>
                  </a:lnTo>
                  <a:lnTo>
                    <a:pt x="25869" y="5488025"/>
                  </a:lnTo>
                  <a:lnTo>
                    <a:pt x="7282840" y="5488025"/>
                  </a:lnTo>
                  <a:lnTo>
                    <a:pt x="7282840" y="5474309"/>
                  </a:lnTo>
                  <a:close/>
                </a:path>
                <a:path w="7308850" h="5500370">
                  <a:moveTo>
                    <a:pt x="7282840" y="12191"/>
                  </a:moveTo>
                  <a:lnTo>
                    <a:pt x="7282840" y="5488025"/>
                  </a:lnTo>
                  <a:lnTo>
                    <a:pt x="7296543" y="5474309"/>
                  </a:lnTo>
                  <a:lnTo>
                    <a:pt x="7308723" y="5474309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2840" y="12191"/>
                  </a:lnTo>
                  <a:close/>
                </a:path>
                <a:path w="7308850" h="5500370">
                  <a:moveTo>
                    <a:pt x="7308723" y="5474309"/>
                  </a:moveTo>
                  <a:lnTo>
                    <a:pt x="7296543" y="5474309"/>
                  </a:lnTo>
                  <a:lnTo>
                    <a:pt x="7282840" y="5488025"/>
                  </a:lnTo>
                  <a:lnTo>
                    <a:pt x="7308723" y="5488025"/>
                  </a:lnTo>
                  <a:lnTo>
                    <a:pt x="7308723" y="5474309"/>
                  </a:lnTo>
                  <a:close/>
                </a:path>
                <a:path w="7308850" h="5500370">
                  <a:moveTo>
                    <a:pt x="25869" y="12191"/>
                  </a:moveTo>
                  <a:lnTo>
                    <a:pt x="12179" y="24371"/>
                  </a:lnTo>
                  <a:lnTo>
                    <a:pt x="25869" y="24371"/>
                  </a:lnTo>
                  <a:lnTo>
                    <a:pt x="25869" y="12191"/>
                  </a:lnTo>
                  <a:close/>
                </a:path>
                <a:path w="7308850" h="5500370">
                  <a:moveTo>
                    <a:pt x="7282840" y="12191"/>
                  </a:moveTo>
                  <a:lnTo>
                    <a:pt x="25869" y="12191"/>
                  </a:lnTo>
                  <a:lnTo>
                    <a:pt x="25869" y="24371"/>
                  </a:lnTo>
                  <a:lnTo>
                    <a:pt x="7282840" y="24371"/>
                  </a:lnTo>
                  <a:lnTo>
                    <a:pt x="7282840" y="12191"/>
                  </a:lnTo>
                  <a:close/>
                </a:path>
                <a:path w="7308850" h="5500370">
                  <a:moveTo>
                    <a:pt x="7308723" y="12191"/>
                  </a:moveTo>
                  <a:lnTo>
                    <a:pt x="7282840" y="12191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525"/>
              <a:t>전체</a:t>
            </a:r>
            <a:r>
              <a:rPr dirty="0" spc="-265"/>
              <a:t> </a:t>
            </a:r>
            <a:r>
              <a:rPr dirty="0" spc="-2315"/>
              <a:t>프로그램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86128" y="1735272"/>
            <a:ext cx="4309745" cy="51441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main(void)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e1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{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10 },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e2 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{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5 },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e3 = {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30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};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e4,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e5,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e6;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 spc="-20">
                <a:latin typeface="Trebuchet MS"/>
                <a:cs typeface="Trebuchet MS"/>
              </a:rPr>
              <a:t>HeapType*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heap;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5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  <a:tabLst>
                <a:tab pos="2752725" algn="l"/>
              </a:tabLst>
            </a:pPr>
            <a:r>
              <a:rPr dirty="0" sz="1400">
                <a:latin typeface="Trebuchet MS"/>
                <a:cs typeface="Trebuchet MS"/>
              </a:rPr>
              <a:t>heap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create();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히프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생성</a:t>
            </a:r>
            <a:endParaRPr sz="1400">
              <a:latin typeface="Gulim"/>
              <a:cs typeface="Gulim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init(heap);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Gulim"/>
                <a:cs typeface="Gulim"/>
              </a:rPr>
              <a:t>초기화</a:t>
            </a:r>
            <a:endParaRPr sz="1400">
              <a:latin typeface="Gulim"/>
              <a:cs typeface="Gulim"/>
            </a:endParaRPr>
          </a:p>
          <a:p>
            <a:pPr marL="925830" marR="38100" indent="2740025">
              <a:lnSpc>
                <a:spcPct val="99500"/>
              </a:lnSpc>
              <a:spcBef>
                <a:spcPts val="168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Gulim"/>
                <a:cs typeface="Gulim"/>
              </a:rPr>
              <a:t>삽입 </a:t>
            </a:r>
            <a:r>
              <a:rPr dirty="0" sz="1400" spc="-10">
                <a:latin typeface="Trebuchet MS"/>
                <a:cs typeface="Trebuchet MS"/>
              </a:rPr>
              <a:t>insert_max_heap(heap,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e1); </a:t>
            </a:r>
            <a:r>
              <a:rPr dirty="0" sz="1400" spc="-10">
                <a:latin typeface="Trebuchet MS"/>
                <a:cs typeface="Trebuchet MS"/>
              </a:rPr>
              <a:t>insert_max_heap(heap,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e2); </a:t>
            </a:r>
            <a:r>
              <a:rPr dirty="0" sz="1400" spc="-10">
                <a:latin typeface="Trebuchet MS"/>
                <a:cs typeface="Trebuchet MS"/>
              </a:rPr>
              <a:t>insert_max_heap(heap,</a:t>
            </a:r>
            <a:r>
              <a:rPr dirty="0" sz="1400" spc="7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e3);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Gulim"/>
                <a:cs typeface="Gulim"/>
              </a:rPr>
              <a:t>삭제</a:t>
            </a:r>
            <a:endParaRPr sz="1400">
              <a:latin typeface="Gulim"/>
              <a:cs typeface="Gulim"/>
            </a:endParaRPr>
          </a:p>
          <a:p>
            <a:pPr marL="925830" marR="984885">
              <a:lnSpc>
                <a:spcPts val="1680"/>
              </a:lnSpc>
              <a:spcBef>
                <a:spcPts val="40"/>
              </a:spcBef>
            </a:pPr>
            <a:r>
              <a:rPr dirty="0" sz="1400">
                <a:latin typeface="Trebuchet MS"/>
                <a:cs typeface="Trebuchet MS"/>
              </a:rPr>
              <a:t>e4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delete_max_heap(heap); </a:t>
            </a:r>
            <a:r>
              <a:rPr dirty="0" sz="1400">
                <a:latin typeface="Trebuchet MS"/>
                <a:cs typeface="Trebuchet MS"/>
              </a:rPr>
              <a:t>printf("&lt;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e4.key);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e5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delete_max_heap(heap);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printf("&lt;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",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e5.key);</a:t>
            </a:r>
            <a:endParaRPr sz="1400">
              <a:latin typeface="Trebuchet MS"/>
              <a:cs typeface="Trebuchet MS"/>
            </a:endParaRPr>
          </a:p>
          <a:p>
            <a:pPr marL="925830" marR="98488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e6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delete_max_heap(heap); </a:t>
            </a:r>
            <a:r>
              <a:rPr dirty="0" sz="1400">
                <a:latin typeface="Trebuchet MS"/>
                <a:cs typeface="Trebuchet MS"/>
              </a:rPr>
              <a:t>printf("&lt;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%d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\n",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e6.key);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2463165">
              <a:lnSpc>
                <a:spcPct val="100000"/>
              </a:lnSpc>
              <a:spcBef>
                <a:spcPts val="5"/>
              </a:spcBef>
            </a:pPr>
            <a:r>
              <a:rPr dirty="0" sz="1400" spc="-10">
                <a:latin typeface="Trebuchet MS"/>
                <a:cs typeface="Trebuchet MS"/>
              </a:rPr>
              <a:t>free(heap);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86128" y="6853162"/>
            <a:ext cx="9080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7469" y="6920121"/>
            <a:ext cx="1355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0982" y="6923296"/>
            <a:ext cx="180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545"/>
              <a:t>실행결과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371625" y="1937486"/>
            <a:ext cx="8170545" cy="1840230"/>
            <a:chOff x="1371625" y="1937486"/>
            <a:chExt cx="8170545" cy="1840230"/>
          </a:xfrm>
        </p:grpSpPr>
        <p:sp>
          <p:nvSpPr>
            <p:cNvPr id="7" name="object 7"/>
            <p:cNvSpPr/>
            <p:nvPr/>
          </p:nvSpPr>
          <p:spPr>
            <a:xfrm>
              <a:off x="1383804" y="1949678"/>
              <a:ext cx="8144509" cy="1816100"/>
            </a:xfrm>
            <a:custGeom>
              <a:avLst/>
              <a:gdLst/>
              <a:ahLst/>
              <a:cxnLst/>
              <a:rect l="l" t="t" r="r" b="b"/>
              <a:pathLst>
                <a:path w="8144509" h="1816100">
                  <a:moveTo>
                    <a:pt x="8144484" y="0"/>
                  </a:moveTo>
                  <a:lnTo>
                    <a:pt x="0" y="0"/>
                  </a:lnTo>
                  <a:lnTo>
                    <a:pt x="0" y="1815630"/>
                  </a:lnTo>
                  <a:lnTo>
                    <a:pt x="8144484" y="1815630"/>
                  </a:lnTo>
                  <a:lnTo>
                    <a:pt x="814448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371625" y="1937486"/>
              <a:ext cx="8170545" cy="1840230"/>
            </a:xfrm>
            <a:custGeom>
              <a:avLst/>
              <a:gdLst/>
              <a:ahLst/>
              <a:cxnLst/>
              <a:rect l="l" t="t" r="r" b="b"/>
              <a:pathLst>
                <a:path w="8170545" h="1840229">
                  <a:moveTo>
                    <a:pt x="8170367" y="0"/>
                  </a:moveTo>
                  <a:lnTo>
                    <a:pt x="0" y="0"/>
                  </a:lnTo>
                  <a:lnTo>
                    <a:pt x="0" y="1840001"/>
                  </a:lnTo>
                  <a:lnTo>
                    <a:pt x="8170367" y="1840001"/>
                  </a:lnTo>
                  <a:lnTo>
                    <a:pt x="8170367" y="1827822"/>
                  </a:lnTo>
                  <a:lnTo>
                    <a:pt x="25882" y="1827822"/>
                  </a:lnTo>
                  <a:lnTo>
                    <a:pt x="12179" y="1815630"/>
                  </a:lnTo>
                  <a:lnTo>
                    <a:pt x="25882" y="1815630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2179"/>
                  </a:lnTo>
                  <a:lnTo>
                    <a:pt x="8170367" y="12179"/>
                  </a:lnTo>
                  <a:lnTo>
                    <a:pt x="8170367" y="0"/>
                  </a:lnTo>
                  <a:close/>
                </a:path>
                <a:path w="8170545" h="1840229">
                  <a:moveTo>
                    <a:pt x="25882" y="1815630"/>
                  </a:moveTo>
                  <a:lnTo>
                    <a:pt x="12179" y="1815630"/>
                  </a:lnTo>
                  <a:lnTo>
                    <a:pt x="25882" y="1827822"/>
                  </a:lnTo>
                  <a:lnTo>
                    <a:pt x="25882" y="1815630"/>
                  </a:lnTo>
                  <a:close/>
                </a:path>
                <a:path w="8170545" h="1840229">
                  <a:moveTo>
                    <a:pt x="8144484" y="1815630"/>
                  </a:moveTo>
                  <a:lnTo>
                    <a:pt x="25882" y="1815630"/>
                  </a:lnTo>
                  <a:lnTo>
                    <a:pt x="25882" y="1827822"/>
                  </a:lnTo>
                  <a:lnTo>
                    <a:pt x="8144484" y="1827822"/>
                  </a:lnTo>
                  <a:lnTo>
                    <a:pt x="8144484" y="1815630"/>
                  </a:lnTo>
                  <a:close/>
                </a:path>
                <a:path w="8170545" h="1840229">
                  <a:moveTo>
                    <a:pt x="8144484" y="12179"/>
                  </a:moveTo>
                  <a:lnTo>
                    <a:pt x="8144484" y="1827822"/>
                  </a:lnTo>
                  <a:lnTo>
                    <a:pt x="8156663" y="1815630"/>
                  </a:lnTo>
                  <a:lnTo>
                    <a:pt x="8170367" y="1815630"/>
                  </a:lnTo>
                  <a:lnTo>
                    <a:pt x="8170367" y="25895"/>
                  </a:lnTo>
                  <a:lnTo>
                    <a:pt x="8156663" y="25895"/>
                  </a:lnTo>
                  <a:lnTo>
                    <a:pt x="8144484" y="12179"/>
                  </a:lnTo>
                  <a:close/>
                </a:path>
                <a:path w="8170545" h="1840229">
                  <a:moveTo>
                    <a:pt x="8170367" y="1815630"/>
                  </a:moveTo>
                  <a:lnTo>
                    <a:pt x="8156663" y="1815630"/>
                  </a:lnTo>
                  <a:lnTo>
                    <a:pt x="8144484" y="1827822"/>
                  </a:lnTo>
                  <a:lnTo>
                    <a:pt x="8170367" y="1827822"/>
                  </a:lnTo>
                  <a:lnTo>
                    <a:pt x="8170367" y="1815630"/>
                  </a:lnTo>
                  <a:close/>
                </a:path>
                <a:path w="8170545" h="1840229">
                  <a:moveTo>
                    <a:pt x="25882" y="12179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2179"/>
                  </a:lnTo>
                  <a:close/>
                </a:path>
                <a:path w="8170545" h="1840229">
                  <a:moveTo>
                    <a:pt x="8144484" y="12179"/>
                  </a:moveTo>
                  <a:lnTo>
                    <a:pt x="25882" y="12179"/>
                  </a:lnTo>
                  <a:lnTo>
                    <a:pt x="25882" y="25895"/>
                  </a:lnTo>
                  <a:lnTo>
                    <a:pt x="8144484" y="25895"/>
                  </a:lnTo>
                  <a:lnTo>
                    <a:pt x="8144484" y="12179"/>
                  </a:lnTo>
                  <a:close/>
                </a:path>
                <a:path w="8170545" h="1840229">
                  <a:moveTo>
                    <a:pt x="8170367" y="12179"/>
                  </a:moveTo>
                  <a:lnTo>
                    <a:pt x="8144484" y="12179"/>
                  </a:lnTo>
                  <a:lnTo>
                    <a:pt x="8156663" y="25895"/>
                  </a:lnTo>
                  <a:lnTo>
                    <a:pt x="8170367" y="25895"/>
                  </a:lnTo>
                  <a:lnTo>
                    <a:pt x="8170367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462443" y="1976572"/>
            <a:ext cx="148590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dirty="0" sz="1400" spc="-1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30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10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&lt;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>
                <a:solidFill>
                  <a:srgbClr val="FFFFFF"/>
                </a:solidFill>
                <a:latin typeface="Trebuchet MS"/>
                <a:cs typeface="Trebuchet MS"/>
              </a:rPr>
              <a:t>5</a:t>
            </a:r>
            <a:r>
              <a:rPr dirty="0" sz="1400" spc="-5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rebuchet MS"/>
                <a:cs typeface="Trebuchet MS"/>
              </a:rPr>
              <a:t>&gt;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0169" y="6954390"/>
            <a:ext cx="132969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0982" y="6923296"/>
            <a:ext cx="180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933196" y="3194113"/>
            <a:ext cx="8902700" cy="4012565"/>
            <a:chOff x="933196" y="3194113"/>
            <a:chExt cx="8902700" cy="401256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7" y="6312065"/>
              <a:ext cx="934707" cy="894105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461967" y="5341797"/>
              <a:ext cx="5373839" cy="180953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33196" y="3194113"/>
              <a:ext cx="3746461" cy="3379939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32131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20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heap1.c</a:t>
            </a:r>
            <a:r>
              <a:rPr dirty="0" sz="3200" spc="-15">
                <a:latin typeface="Tw Cen MT"/>
                <a:cs typeface="Tw Cen MT"/>
              </a:rPr>
              <a:t> </a:t>
            </a:r>
            <a:r>
              <a:rPr dirty="0" sz="3200" spc="-1310"/>
              <a:t>수행하니</a:t>
            </a:r>
            <a:r>
              <a:rPr dirty="0" sz="3200" spc="-155"/>
              <a:t> </a:t>
            </a:r>
            <a:r>
              <a:rPr dirty="0" sz="3200" spc="-1370"/>
              <a:t>결과는</a:t>
            </a:r>
            <a:r>
              <a:rPr dirty="0" sz="3200" spc="-180"/>
              <a:t> </a:t>
            </a:r>
            <a:r>
              <a:rPr dirty="0" sz="3200" spc="-1445"/>
              <a:t>나오는데</a:t>
            </a:r>
            <a:r>
              <a:rPr dirty="0" sz="3200" spc="-160"/>
              <a:t> </a:t>
            </a:r>
            <a:r>
              <a:rPr dirty="0" sz="3200" spc="-1190"/>
              <a:t>허전합니다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56751" y="1917758"/>
            <a:ext cx="8475980" cy="108839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16002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heap1_change1.c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</a:t>
            </a:r>
            <a:r>
              <a:rPr dirty="0" sz="1600">
                <a:latin typeface="Gulim"/>
                <a:cs typeface="Gulim"/>
              </a:rPr>
              <a:t>삽입연산</a:t>
            </a:r>
            <a:r>
              <a:rPr dirty="0" sz="1600">
                <a:latin typeface="Arial"/>
                <a:cs typeface="Arial"/>
              </a:rPr>
              <a:t>),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heap1_change2.c(</a:t>
            </a:r>
            <a:r>
              <a:rPr dirty="0" sz="1600" spc="-10">
                <a:latin typeface="Gulim"/>
                <a:cs typeface="Gulim"/>
              </a:rPr>
              <a:t>삭제연산</a:t>
            </a:r>
            <a:r>
              <a:rPr dirty="0" sz="1600" spc="-10">
                <a:latin typeface="Arial"/>
                <a:cs typeface="Arial"/>
              </a:rPr>
              <a:t>)</a:t>
            </a:r>
            <a:r>
              <a:rPr dirty="0" sz="1600" spc="-10">
                <a:latin typeface="Gulim"/>
                <a:cs typeface="Gulim"/>
              </a:rPr>
              <a:t>은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10</a:t>
            </a:r>
            <a:r>
              <a:rPr dirty="0" sz="1600">
                <a:latin typeface="Gulim"/>
                <a:cs typeface="Gulim"/>
              </a:rPr>
              <a:t>개인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히프트리로 </a:t>
            </a:r>
            <a:r>
              <a:rPr dirty="0" sz="1600">
                <a:latin typeface="Gulim"/>
                <a:cs typeface="Gulim"/>
              </a:rPr>
              <a:t>한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줄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설명했습니다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5080">
              <a:lnSpc>
                <a:spcPct val="100000"/>
              </a:lnSpc>
              <a:spcBef>
                <a:spcPts val="690"/>
              </a:spcBef>
            </a:pPr>
            <a:r>
              <a:rPr dirty="0" sz="1600" spc="-10">
                <a:latin typeface="Arial"/>
                <a:cs typeface="Arial"/>
              </a:rPr>
              <a:t>heap1.c</a:t>
            </a:r>
            <a:r>
              <a:rPr dirty="0" sz="1600" spc="-10">
                <a:latin typeface="Gulim"/>
                <a:cs typeface="Gulim"/>
              </a:rPr>
              <a:t>는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노드</a:t>
            </a:r>
            <a:r>
              <a:rPr dirty="0" sz="1600" spc="-10">
                <a:latin typeface="Arial"/>
                <a:cs typeface="Arial"/>
              </a:rPr>
              <a:t>3</a:t>
            </a:r>
            <a:r>
              <a:rPr dirty="0" sz="1600" spc="-10">
                <a:latin typeface="Gulim"/>
                <a:cs typeface="Gulim"/>
              </a:rPr>
              <a:t>개인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히프트리입니다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여러분도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히프트리와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히프배열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그리고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단계별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히프트리 </a:t>
            </a:r>
            <a:r>
              <a:rPr dirty="0" sz="1600">
                <a:latin typeface="Gulim"/>
                <a:cs typeface="Gulim"/>
              </a:rPr>
              <a:t>변화를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그리면서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VS</a:t>
            </a:r>
            <a:r>
              <a:rPr dirty="0" sz="1600" spc="-10">
                <a:latin typeface="Gulim"/>
                <a:cs typeface="Gulim"/>
              </a:rPr>
              <a:t>변수창의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히프배열값과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비교해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보기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바랍니다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597802" y="4976228"/>
            <a:ext cx="3069590" cy="2230120"/>
            <a:chOff x="6597802" y="4976228"/>
            <a:chExt cx="3069590" cy="22301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597802" y="4976228"/>
              <a:ext cx="3069031" cy="2085238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10"/>
              <a:t>히프자료구조의</a:t>
            </a:r>
            <a:r>
              <a:rPr dirty="0" spc="-260"/>
              <a:t> </a:t>
            </a:r>
            <a:r>
              <a:rPr dirty="0" spc="-2190"/>
              <a:t>복잡도</a:t>
            </a:r>
            <a:r>
              <a:rPr dirty="0" spc="-260"/>
              <a:t> </a:t>
            </a:r>
            <a:r>
              <a:rPr dirty="0" spc="-2165"/>
              <a:t>분석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191620" y="1978098"/>
            <a:ext cx="8220709" cy="28498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103505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1800">
                <a:latin typeface="Gulim"/>
                <a:cs typeface="Gulim"/>
              </a:rPr>
              <a:t>삽입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연산에서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최악의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경우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루트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노드까지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올라가야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하므로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트리의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높이에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해 </a:t>
            </a:r>
            <a:r>
              <a:rPr dirty="0" sz="1800" spc="-10">
                <a:latin typeface="Gulim"/>
                <a:cs typeface="Gulim"/>
              </a:rPr>
              <a:t>당하는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비교</a:t>
            </a:r>
            <a:r>
              <a:rPr dirty="0" sz="1800" spc="-14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연산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및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이동</a:t>
            </a:r>
            <a:r>
              <a:rPr dirty="0" sz="1800" spc="-14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연산이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필요하다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-&gt;O(logn)</a:t>
            </a:r>
            <a:endParaRPr sz="1800">
              <a:latin typeface="Arial"/>
              <a:cs typeface="Arial"/>
            </a:endParaRPr>
          </a:p>
          <a:p>
            <a:pPr marL="332105">
              <a:lnSpc>
                <a:spcPts val="2160"/>
              </a:lnSpc>
              <a:tabLst>
                <a:tab pos="2051050" algn="l"/>
              </a:tabLst>
            </a:pPr>
            <a:r>
              <a:rPr dirty="0" sz="1800">
                <a:latin typeface="Gulim"/>
                <a:cs typeface="Gulim"/>
              </a:rPr>
              <a:t>예</a:t>
            </a:r>
            <a:r>
              <a:rPr dirty="0" sz="1800">
                <a:latin typeface="Arial"/>
                <a:cs typeface="Arial"/>
              </a:rPr>
              <a:t>)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n=1024</a:t>
            </a:r>
            <a:r>
              <a:rPr dirty="0" sz="1800" spc="-10">
                <a:latin typeface="Gulim"/>
                <a:cs typeface="Gulim"/>
              </a:rPr>
              <a:t>일때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Arial"/>
                <a:cs typeface="Arial"/>
              </a:rPr>
              <a:t>O(n)</a:t>
            </a:r>
            <a:r>
              <a:rPr dirty="0" sz="1800" spc="-10">
                <a:latin typeface="Gulim"/>
                <a:cs typeface="Gulim"/>
              </a:rPr>
              <a:t>의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경우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1,000</a:t>
            </a:r>
            <a:r>
              <a:rPr dirty="0" sz="1800" spc="-10">
                <a:latin typeface="Gulim"/>
                <a:cs typeface="Gulim"/>
              </a:rPr>
              <a:t>복잡도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O(log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100">
                <a:latin typeface="Arial"/>
                <a:cs typeface="Arial"/>
              </a:rPr>
              <a:t>2</a:t>
            </a:r>
            <a:r>
              <a:rPr dirty="0" sz="1100" spc="-2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1024)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경우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0">
                <a:latin typeface="Arial"/>
                <a:cs typeface="Arial"/>
              </a:rPr>
              <a:t>10</a:t>
            </a:r>
            <a:r>
              <a:rPr dirty="0" sz="1800" spc="-20">
                <a:latin typeface="Gulim"/>
                <a:cs typeface="Gulim"/>
              </a:rPr>
              <a:t>복잡도</a:t>
            </a:r>
            <a:endParaRPr sz="1800">
              <a:latin typeface="Gulim"/>
              <a:cs typeface="Gulim"/>
            </a:endParaRPr>
          </a:p>
          <a:p>
            <a:pPr marL="332105" marR="103505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1800" spc="-10">
                <a:latin typeface="Gulim"/>
                <a:cs typeface="Gulim"/>
              </a:rPr>
              <a:t>삭제연산도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최악의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경우</a:t>
            </a:r>
            <a:r>
              <a:rPr dirty="0" sz="1800">
                <a:latin typeface="Arial"/>
                <a:cs typeface="Arial"/>
              </a:rPr>
              <a:t>,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가장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아래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레벨까지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내려가야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하므로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역시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트리의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높 </a:t>
            </a:r>
            <a:r>
              <a:rPr dirty="0" sz="1800">
                <a:latin typeface="Gulim"/>
                <a:cs typeface="Gulim"/>
              </a:rPr>
              <a:t>이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만큼의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시간이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걸린다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-&gt;O(logn)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800">
                <a:latin typeface="Gulim"/>
                <a:cs typeface="Gulim"/>
              </a:rPr>
              <a:t>학생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교수님</a:t>
            </a:r>
            <a:r>
              <a:rPr dirty="0" sz="1800">
                <a:latin typeface="Arial"/>
                <a:cs typeface="Arial"/>
              </a:rPr>
              <a:t>~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갑자기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복잡도분석은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하나요</a:t>
            </a:r>
            <a:r>
              <a:rPr dirty="0" sz="1800" spc="-2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</a:pP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0">
                <a:latin typeface="Gulim"/>
                <a:cs typeface="Gulim"/>
              </a:rPr>
              <a:t>복잡도분석은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20">
                <a:latin typeface="Arial"/>
                <a:cs typeface="Arial"/>
              </a:rPr>
              <a:t>[</a:t>
            </a:r>
            <a:r>
              <a:rPr dirty="0" sz="1800" spc="-20">
                <a:latin typeface="Gulim"/>
                <a:cs typeface="Gulim"/>
              </a:rPr>
              <a:t>자료구조독학</a:t>
            </a:r>
            <a:r>
              <a:rPr dirty="0" sz="1800" spc="-20">
                <a:latin typeface="Arial"/>
                <a:cs typeface="Arial"/>
              </a:rPr>
              <a:t>]</a:t>
            </a:r>
            <a:r>
              <a:rPr dirty="0" sz="1800" spc="-20">
                <a:latin typeface="Gulim"/>
                <a:cs typeface="Gulim"/>
              </a:rPr>
              <a:t>게시판의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1</a:t>
            </a:r>
            <a:r>
              <a:rPr dirty="0" sz="1800">
                <a:latin typeface="Gulim"/>
                <a:cs typeface="Gulim"/>
              </a:rPr>
              <a:t>장에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자세히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나옴</a:t>
            </a:r>
            <a:endParaRPr sz="18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710"/>
              </a:spcBef>
            </a:pPr>
            <a:r>
              <a:rPr dirty="0" sz="1800">
                <a:latin typeface="Arial"/>
                <a:cs typeface="Arial"/>
              </a:rPr>
              <a:t>12</a:t>
            </a:r>
            <a:r>
              <a:rPr dirty="0" sz="1800">
                <a:latin typeface="Gulim"/>
                <a:cs typeface="Gulim"/>
              </a:rPr>
              <a:t>장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정렬에서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8</a:t>
            </a:r>
            <a:r>
              <a:rPr dirty="0" sz="1800">
                <a:latin typeface="Gulim"/>
                <a:cs typeface="Gulim"/>
              </a:rPr>
              <a:t>개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정렬알고리즘을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비교하고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복잡도분석을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통해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어떤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알고리즘이 좋은지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판단함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 spc="-10">
                <a:latin typeface="Tw Cen MT"/>
                <a:cs typeface="Tw Cen MT"/>
              </a:rPr>
              <a:t>HeapTree</a:t>
            </a:r>
            <a:r>
              <a:rPr dirty="0" spc="-280">
                <a:latin typeface="Tw Cen MT"/>
                <a:cs typeface="Tw Cen MT"/>
              </a:rPr>
              <a:t> </a:t>
            </a:r>
            <a:r>
              <a:rPr dirty="0" spc="-1775"/>
              <a:t>가상실습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826755"/>
            <a:ext cx="8543925" cy="45040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marR="1340485" indent="-320040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2400">
                <a:latin typeface="Gulim"/>
                <a:cs typeface="Gulim"/>
              </a:rPr>
              <a:t>그림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방식의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가상실습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vs.</a:t>
            </a:r>
            <a:r>
              <a:rPr dirty="0" sz="2400" spc="-55">
                <a:latin typeface="Arial"/>
                <a:cs typeface="Arial"/>
              </a:rPr>
              <a:t> </a:t>
            </a:r>
            <a:r>
              <a:rPr dirty="0" sz="2400" spc="-10">
                <a:latin typeface="Gulim"/>
                <a:cs typeface="Gulim"/>
              </a:rPr>
              <a:t>텍스트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방식의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Arial"/>
                <a:cs typeface="Arial"/>
              </a:rPr>
              <a:t>VS</a:t>
            </a:r>
            <a:r>
              <a:rPr dirty="0" sz="2400" spc="-45">
                <a:latin typeface="Arial"/>
                <a:cs typeface="Arial"/>
              </a:rPr>
              <a:t> </a:t>
            </a:r>
            <a:r>
              <a:rPr dirty="0" sz="2400" spc="-25">
                <a:latin typeface="Gulim"/>
                <a:cs typeface="Gulim"/>
              </a:rPr>
              <a:t>디버거 </a:t>
            </a:r>
            <a:r>
              <a:rPr dirty="0" sz="2400" spc="-20">
                <a:latin typeface="Gulim"/>
                <a:cs typeface="Gulim"/>
              </a:rPr>
              <a:t>줄단위로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자료구조와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알고리즘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동시에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50">
                <a:latin typeface="Gulim"/>
                <a:cs typeface="Gulim"/>
              </a:rPr>
              <a:t>봄</a:t>
            </a:r>
            <a:endParaRPr sz="2400">
              <a:latin typeface="Gulim"/>
              <a:cs typeface="Gulim"/>
            </a:endParaRPr>
          </a:p>
          <a:p>
            <a:pPr marL="4912360">
              <a:lnSpc>
                <a:spcPct val="100000"/>
              </a:lnSpc>
              <a:spcBef>
                <a:spcPts val="620"/>
              </a:spcBef>
            </a:pPr>
            <a:r>
              <a:rPr dirty="0" sz="2400" spc="-20">
                <a:latin typeface="Arial"/>
                <a:cs typeface="Arial"/>
              </a:rPr>
              <a:t>&lt;</a:t>
            </a:r>
            <a:r>
              <a:rPr dirty="0" sz="2400" spc="-20">
                <a:latin typeface="Gulim"/>
                <a:cs typeface="Gulim"/>
              </a:rPr>
              <a:t>연산</a:t>
            </a:r>
            <a:r>
              <a:rPr dirty="0" sz="2400" spc="-20">
                <a:latin typeface="Arial"/>
                <a:cs typeface="Arial"/>
              </a:rPr>
              <a:t>&gt;</a:t>
            </a:r>
            <a:endParaRPr sz="2400">
              <a:latin typeface="Arial"/>
              <a:cs typeface="Arial"/>
            </a:endParaRPr>
          </a:p>
          <a:p>
            <a:pPr lvl="1" marL="5232400" marR="106680" indent="-320040">
              <a:lnSpc>
                <a:spcPct val="100000"/>
              </a:lnSpc>
              <a:spcBef>
                <a:spcPts val="67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5232400" algn="l"/>
              </a:tabLst>
            </a:pPr>
            <a:r>
              <a:rPr dirty="0" sz="2400" spc="-10">
                <a:latin typeface="Arial"/>
                <a:cs typeface="Arial"/>
              </a:rPr>
              <a:t>insert_max_heap(heap, </a:t>
            </a:r>
            <a:r>
              <a:rPr dirty="0" sz="2400" spc="-25">
                <a:latin typeface="Arial"/>
                <a:cs typeface="Arial"/>
              </a:rPr>
              <a:t>e1)</a:t>
            </a:r>
            <a:endParaRPr sz="2400">
              <a:latin typeface="Arial"/>
              <a:cs typeface="Arial"/>
            </a:endParaRPr>
          </a:p>
          <a:p>
            <a:pPr lvl="1" marL="5232400" indent="-320040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5232400" algn="l"/>
              </a:tabLst>
            </a:pPr>
            <a:r>
              <a:rPr dirty="0" sz="2400" spc="-10">
                <a:latin typeface="Arial"/>
                <a:cs typeface="Arial"/>
              </a:rPr>
              <a:t>delete_max_heap(heap)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50"/>
              </a:spcBef>
            </a:pPr>
            <a:endParaRPr sz="2400">
              <a:latin typeface="Arial"/>
              <a:cs typeface="Arial"/>
            </a:endParaRPr>
          </a:p>
          <a:p>
            <a:pPr marL="4912360">
              <a:lnSpc>
                <a:spcPct val="100000"/>
              </a:lnSpc>
            </a:pPr>
            <a:r>
              <a:rPr dirty="0" sz="2400" spc="-10">
                <a:latin typeface="Arial"/>
                <a:cs typeface="Arial"/>
              </a:rPr>
              <a:t>&lt;</a:t>
            </a:r>
            <a:r>
              <a:rPr dirty="0" sz="2400" spc="-10">
                <a:latin typeface="Gulim"/>
                <a:cs typeface="Gulim"/>
              </a:rPr>
              <a:t>자료구조</a:t>
            </a:r>
            <a:r>
              <a:rPr dirty="0" sz="2400" spc="-10">
                <a:latin typeface="Arial"/>
                <a:cs typeface="Arial"/>
              </a:rPr>
              <a:t>&gt;</a:t>
            </a:r>
            <a:endParaRPr sz="2400">
              <a:latin typeface="Arial"/>
              <a:cs typeface="Arial"/>
            </a:endParaRPr>
          </a:p>
          <a:p>
            <a:pPr marL="4912360">
              <a:lnSpc>
                <a:spcPct val="100000"/>
              </a:lnSpc>
              <a:spcBef>
                <a:spcPts val="695"/>
              </a:spcBef>
            </a:pPr>
            <a:r>
              <a:rPr dirty="0" sz="1400">
                <a:latin typeface="Arial"/>
                <a:cs typeface="Arial"/>
              </a:rPr>
              <a:t>typedef</a:t>
            </a:r>
            <a:r>
              <a:rPr dirty="0" sz="1400" spc="-40">
                <a:latin typeface="Arial"/>
                <a:cs typeface="Arial"/>
              </a:rPr>
              <a:t> </a:t>
            </a:r>
            <a:r>
              <a:rPr dirty="0" sz="1400">
                <a:latin typeface="Arial"/>
                <a:cs typeface="Arial"/>
              </a:rPr>
              <a:t>struct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50">
                <a:latin typeface="Arial"/>
                <a:cs typeface="Arial"/>
              </a:rPr>
              <a:t>{</a:t>
            </a:r>
            <a:endParaRPr sz="1400">
              <a:latin typeface="Arial"/>
              <a:cs typeface="Arial"/>
            </a:endParaRPr>
          </a:p>
          <a:p>
            <a:pPr marL="5826125" marR="161925">
              <a:lnSpc>
                <a:spcPct val="141400"/>
              </a:lnSpc>
            </a:pPr>
            <a:r>
              <a:rPr dirty="0" sz="1400">
                <a:latin typeface="Arial"/>
                <a:cs typeface="Arial"/>
              </a:rPr>
              <a:t>element</a:t>
            </a:r>
            <a:r>
              <a:rPr dirty="0" sz="1400" spc="-60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heap[MAX_ELEMENT]; </a:t>
            </a:r>
            <a:r>
              <a:rPr dirty="0" sz="1400">
                <a:latin typeface="Arial"/>
                <a:cs typeface="Arial"/>
              </a:rPr>
              <a:t>int</a:t>
            </a:r>
            <a:r>
              <a:rPr dirty="0" sz="1400" spc="-25">
                <a:latin typeface="Arial"/>
                <a:cs typeface="Arial"/>
              </a:rPr>
              <a:t> </a:t>
            </a:r>
            <a:r>
              <a:rPr dirty="0" sz="1400" spc="-10">
                <a:latin typeface="Arial"/>
                <a:cs typeface="Arial"/>
              </a:rPr>
              <a:t>heap_size;</a:t>
            </a:r>
            <a:endParaRPr sz="1400">
              <a:latin typeface="Arial"/>
              <a:cs typeface="Arial"/>
            </a:endParaRPr>
          </a:p>
          <a:p>
            <a:pPr marL="4912360">
              <a:lnSpc>
                <a:spcPct val="100000"/>
              </a:lnSpc>
              <a:spcBef>
                <a:spcPts val="710"/>
              </a:spcBef>
            </a:pPr>
            <a:r>
              <a:rPr dirty="0" sz="1400">
                <a:latin typeface="Arial"/>
                <a:cs typeface="Arial"/>
              </a:rPr>
              <a:t>}</a:t>
            </a:r>
            <a:r>
              <a:rPr dirty="0" sz="1400" spc="-10">
                <a:latin typeface="Arial"/>
                <a:cs typeface="Arial"/>
              </a:rPr>
              <a:t> HeapType;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6942" y="2699080"/>
            <a:ext cx="4784699" cy="3233712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228040" y="4633518"/>
            <a:ext cx="2585085" cy="2573020"/>
            <a:chOff x="7228040" y="4633518"/>
            <a:chExt cx="2585085" cy="257302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228040" y="4633518"/>
              <a:ext cx="2584919" cy="1718144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55312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95"/>
              </a:spcBef>
            </a:pPr>
            <a:r>
              <a:rPr dirty="0" sz="2400" spc="-525"/>
              <a:t>학생</a:t>
            </a:r>
            <a:r>
              <a:rPr dirty="0" sz="2400" spc="-525">
                <a:latin typeface="Tw Cen MT"/>
                <a:cs typeface="Tw Cen MT"/>
              </a:rPr>
              <a:t>&gt;</a:t>
            </a:r>
            <a:r>
              <a:rPr dirty="0" sz="2400" spc="30">
                <a:latin typeface="Tw Cen MT"/>
                <a:cs typeface="Tw Cen MT"/>
              </a:rPr>
              <a:t> </a:t>
            </a:r>
            <a:r>
              <a:rPr dirty="0" sz="2400" spc="-944"/>
              <a:t>교수님</a:t>
            </a:r>
            <a:r>
              <a:rPr dirty="0" sz="2400" spc="-944">
                <a:latin typeface="Tw Cen MT"/>
                <a:cs typeface="Tw Cen MT"/>
              </a:rPr>
              <a:t>~</a:t>
            </a:r>
            <a:r>
              <a:rPr dirty="0" sz="2400" spc="25">
                <a:latin typeface="Tw Cen MT"/>
                <a:cs typeface="Tw Cen MT"/>
              </a:rPr>
              <a:t> </a:t>
            </a:r>
            <a:r>
              <a:rPr dirty="0" sz="2400" spc="-215">
                <a:latin typeface="Tw Cen MT"/>
                <a:cs typeface="Tw Cen MT"/>
              </a:rPr>
              <a:t>slide45</a:t>
            </a:r>
            <a:r>
              <a:rPr dirty="0" sz="2400" spc="-215"/>
              <a:t>에서</a:t>
            </a:r>
            <a:r>
              <a:rPr dirty="0" sz="2400" spc="-110"/>
              <a:t> </a:t>
            </a:r>
            <a:r>
              <a:rPr dirty="0" sz="2400" spc="-819"/>
              <a:t>단계별</a:t>
            </a:r>
            <a:r>
              <a:rPr dirty="0" sz="2400" spc="-105"/>
              <a:t> </a:t>
            </a:r>
            <a:r>
              <a:rPr dirty="0" sz="2400" spc="-1135"/>
              <a:t>히프트리변화를</a:t>
            </a:r>
            <a:r>
              <a:rPr dirty="0" sz="2400" spc="-125"/>
              <a:t> </a:t>
            </a:r>
            <a:r>
              <a:rPr dirty="0" sz="2400" spc="-1150"/>
              <a:t>그리라고</a:t>
            </a:r>
            <a:r>
              <a:rPr dirty="0" sz="2400" spc="-125"/>
              <a:t> </a:t>
            </a:r>
            <a:r>
              <a:rPr dirty="0" sz="2400" spc="-930"/>
              <a:t>하여서</a:t>
            </a:r>
            <a:r>
              <a:rPr dirty="0" sz="2400" spc="-120"/>
              <a:t> </a:t>
            </a:r>
            <a:r>
              <a:rPr dirty="0" sz="2400" spc="-900"/>
              <a:t>막막했는데</a:t>
            </a:r>
            <a:endParaRPr sz="24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11797" y="1828988"/>
            <a:ext cx="5090795" cy="159893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29099"/>
              </a:lnSpc>
              <a:spcBef>
                <a:spcPts val="95"/>
              </a:spcBef>
              <a:tabLst>
                <a:tab pos="2399030" algn="l"/>
              </a:tabLst>
            </a:pPr>
            <a:r>
              <a:rPr dirty="0" sz="2000">
                <a:latin typeface="Gulim"/>
                <a:cs typeface="Gulim"/>
              </a:rPr>
              <a:t>학생</a:t>
            </a:r>
            <a:r>
              <a:rPr dirty="0" sz="2000">
                <a:latin typeface="Arial"/>
                <a:cs typeface="Arial"/>
              </a:rPr>
              <a:t>&gt;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 spc="-10">
                <a:latin typeface="Gulim"/>
                <a:cs typeface="Gulim"/>
              </a:rPr>
              <a:t>가상실습에서</a:t>
            </a:r>
            <a:r>
              <a:rPr dirty="0" sz="2000">
                <a:latin typeface="Gulim"/>
                <a:cs typeface="Gulim"/>
              </a:rPr>
              <a:t>	단계별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히프트리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그림이 </a:t>
            </a:r>
            <a:r>
              <a:rPr dirty="0" sz="2000">
                <a:latin typeface="Gulim"/>
                <a:cs typeface="Gulim"/>
              </a:rPr>
              <a:t>나와서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제가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그린것과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비교해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볼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있습니다</a:t>
            </a:r>
            <a:r>
              <a:rPr dirty="0" sz="2000" spc="-10">
                <a:latin typeface="Arial"/>
                <a:cs typeface="Arial"/>
              </a:rPr>
              <a:t>. </a:t>
            </a:r>
            <a:r>
              <a:rPr dirty="0" sz="2000">
                <a:latin typeface="Gulim"/>
                <a:cs typeface="Gulim"/>
              </a:rPr>
              <a:t>교수</a:t>
            </a:r>
            <a:r>
              <a:rPr dirty="0" sz="2000">
                <a:latin typeface="Arial"/>
                <a:cs typeface="Arial"/>
              </a:rPr>
              <a:t>&gt;</a:t>
            </a:r>
            <a:r>
              <a:rPr dirty="0" sz="2000" spc="-2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저도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가상실습실행해보면서</a:t>
            </a:r>
            <a:r>
              <a:rPr dirty="0" sz="2000" spc="-155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자료구조 </a:t>
            </a:r>
            <a:r>
              <a:rPr dirty="0" sz="2000" spc="-10">
                <a:latin typeface="Gulim"/>
                <a:cs typeface="Gulim"/>
              </a:rPr>
              <a:t>이해합니다</a:t>
            </a:r>
            <a:endParaRPr sz="20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96543" y="2386812"/>
            <a:ext cx="2390063" cy="16161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374458" y="1915934"/>
            <a:ext cx="1599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10">
                <a:latin typeface="Arial"/>
                <a:cs typeface="Arial"/>
              </a:rPr>
              <a:t>&lt;</a:t>
            </a:r>
            <a:r>
              <a:rPr dirty="0" sz="2400" spc="-10">
                <a:latin typeface="Gulim"/>
                <a:cs typeface="Gulim"/>
              </a:rPr>
              <a:t>삽입연산</a:t>
            </a:r>
            <a:r>
              <a:rPr dirty="0" sz="2400" spc="-10">
                <a:latin typeface="Arial"/>
                <a:cs typeface="Arial"/>
              </a:rPr>
              <a:t>&gt;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395527" y="4165765"/>
            <a:ext cx="1599565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00" spc="-10">
                <a:latin typeface="Arial"/>
                <a:cs typeface="Arial"/>
              </a:rPr>
              <a:t>&lt;</a:t>
            </a:r>
            <a:r>
              <a:rPr dirty="0" sz="2400" spc="-10">
                <a:latin typeface="Gulim"/>
                <a:cs typeface="Gulim"/>
              </a:rPr>
              <a:t>삭제연산</a:t>
            </a:r>
            <a:r>
              <a:rPr dirty="0" sz="2400" spc="-10">
                <a:latin typeface="Arial"/>
                <a:cs typeface="Arial"/>
              </a:rPr>
              <a:t>&gt;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23026"/>
            <a:ext cx="4896485" cy="393700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추상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데이터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타입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5">
                <a:latin typeface="Gulim"/>
                <a:cs typeface="Gulim"/>
              </a:rPr>
              <a:t>히프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10">
                <a:latin typeface="Gulim"/>
                <a:cs typeface="Gulim"/>
              </a:rPr>
              <a:t>히프의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(</a:t>
            </a:r>
            <a:r>
              <a:rPr dirty="0" sz="2400" spc="-10">
                <a:latin typeface="Gulim"/>
                <a:cs typeface="Gulim"/>
              </a:rPr>
              <a:t>삽입연산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latin typeface="Gulim"/>
                <a:cs typeface="Gulim"/>
              </a:rPr>
              <a:t>삭제연산</a:t>
            </a:r>
            <a:r>
              <a:rPr dirty="0" sz="2400" spc="-1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히프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정렬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머쉰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스케쥴링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10">
                <a:latin typeface="Gulim"/>
                <a:cs typeface="Gulim"/>
              </a:rPr>
              <a:t>허프만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코드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히프</a:t>
            </a:r>
            <a:r>
              <a:rPr dirty="0" spc="-265"/>
              <a:t> </a:t>
            </a:r>
            <a:r>
              <a:rPr dirty="0" spc="-1985"/>
              <a:t>자료</a:t>
            </a:r>
            <a:r>
              <a:rPr dirty="0" spc="-260"/>
              <a:t> </a:t>
            </a:r>
            <a:r>
              <a:rPr dirty="0" spc="-2600"/>
              <a:t>구조</a:t>
            </a:r>
            <a:r>
              <a:rPr dirty="0" spc="-260"/>
              <a:t> </a:t>
            </a:r>
            <a:r>
              <a:rPr dirty="0" spc="-2625"/>
              <a:t>응용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883656"/>
            <a:ext cx="2493645" cy="138747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SzPct val="58333"/>
              <a:buFont typeface="Lucida Console"/>
              <a:buAutoNum type="arabicPeriod"/>
              <a:tabLst>
                <a:tab pos="469265" algn="l"/>
                <a:tab pos="1262380" algn="l"/>
              </a:tabLst>
            </a:pPr>
            <a:r>
              <a:rPr dirty="0" sz="2400" spc="-25">
                <a:latin typeface="Gulim"/>
                <a:cs typeface="Gulim"/>
              </a:rPr>
              <a:t>히프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정렬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Lucida Console"/>
              <a:buAutoNum type="arabicPeriod"/>
              <a:tabLst>
                <a:tab pos="469265" algn="l"/>
                <a:tab pos="1262380" algn="l"/>
              </a:tabLst>
            </a:pPr>
            <a:r>
              <a:rPr dirty="0" sz="2400" spc="-25">
                <a:latin typeface="Gulim"/>
                <a:cs typeface="Gulim"/>
              </a:rPr>
              <a:t>머쉰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스케줄링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Lucida Console"/>
              <a:buAutoNum type="arabicPeriod"/>
              <a:tabLst>
                <a:tab pos="469265" algn="l"/>
                <a:tab pos="1566545" algn="l"/>
              </a:tabLst>
            </a:pPr>
            <a:r>
              <a:rPr dirty="0" sz="2400" spc="-25">
                <a:latin typeface="Gulim"/>
                <a:cs typeface="Gulim"/>
              </a:rPr>
              <a:t>허프만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코드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히프</a:t>
            </a:r>
            <a:r>
              <a:rPr dirty="0" spc="-260"/>
              <a:t> </a:t>
            </a:r>
            <a:r>
              <a:rPr dirty="0" spc="-1705"/>
              <a:t>정렬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906509"/>
            <a:ext cx="1181100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</a:tabLst>
            </a:pPr>
            <a:r>
              <a:rPr dirty="0" sz="2200" spc="-25">
                <a:latin typeface="Gulim"/>
                <a:cs typeface="Gulim"/>
              </a:rPr>
              <a:t>히프를</a:t>
            </a:r>
            <a:endParaRPr sz="22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786875" y="1906509"/>
            <a:ext cx="259397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297305" algn="l"/>
                <a:tab pos="2023110" algn="l"/>
              </a:tabLst>
            </a:pPr>
            <a:r>
              <a:rPr dirty="0" sz="2200" spc="-20">
                <a:latin typeface="Gulim"/>
                <a:cs typeface="Gulim"/>
              </a:rPr>
              <a:t>이용하면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정렬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가능</a:t>
            </a:r>
            <a:endParaRPr sz="2200">
              <a:latin typeface="Gulim"/>
              <a:cs typeface="Guli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62443" y="2240998"/>
            <a:ext cx="7270750" cy="738505"/>
          </a:xfrm>
          <a:prstGeom prst="rect">
            <a:avLst/>
          </a:prstGeom>
        </p:spPr>
        <p:txBody>
          <a:bodyPr wrap="square" lIns="0" tIns="3365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265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1057910" algn="l"/>
                <a:tab pos="2343150" algn="l"/>
                <a:tab pos="2790825" algn="l"/>
                <a:tab pos="3684270" algn="l"/>
                <a:tab pos="4968875" algn="l"/>
                <a:tab pos="5695315" algn="l"/>
                <a:tab pos="6699884" algn="l"/>
              </a:tabLst>
            </a:pPr>
            <a:r>
              <a:rPr dirty="0" sz="2200" spc="-25">
                <a:latin typeface="Gulim"/>
                <a:cs typeface="Gulim"/>
              </a:rPr>
              <a:t>먼저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정렬해야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50">
                <a:latin typeface="Gulim"/>
                <a:cs typeface="Gulim"/>
              </a:rPr>
              <a:t>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Lucida Console"/>
                <a:cs typeface="Lucida Console"/>
              </a:rPr>
              <a:t>n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요소들을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최대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히프에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35">
                <a:latin typeface="Gulim"/>
                <a:cs typeface="Gulim"/>
              </a:rPr>
              <a:t>삽입</a:t>
            </a:r>
            <a:endParaRPr sz="22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170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1336675" algn="l"/>
              </a:tabLst>
            </a:pPr>
            <a:r>
              <a:rPr dirty="0" sz="2200" spc="-25">
                <a:latin typeface="Gulim"/>
                <a:cs typeface="Gulim"/>
              </a:rPr>
              <a:t>한번에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하나씩</a:t>
            </a:r>
            <a:endParaRPr sz="22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62443" y="2977310"/>
            <a:ext cx="475551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1616710" algn="l"/>
                <a:tab pos="2901950" algn="l"/>
                <a:tab pos="3627754" algn="l"/>
              </a:tabLst>
            </a:pPr>
            <a:r>
              <a:rPr dirty="0" sz="2200" spc="-20">
                <a:latin typeface="Gulim"/>
                <a:cs typeface="Gulim"/>
              </a:rPr>
              <a:t>삭제되는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요소들은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값이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증가되는</a:t>
            </a:r>
            <a:endParaRPr sz="22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61315" y="2977310"/>
            <a:ext cx="2143125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200" spc="-10">
                <a:latin typeface="Gulim"/>
                <a:cs typeface="Gulim"/>
              </a:rPr>
              <a:t>순서</a:t>
            </a:r>
            <a:r>
              <a:rPr dirty="0" sz="2200" spc="-10">
                <a:latin typeface="Lucida Console"/>
                <a:cs typeface="Lucida Console"/>
              </a:rPr>
              <a:t>(</a:t>
            </a:r>
            <a:r>
              <a:rPr dirty="0" sz="2200" spc="-10">
                <a:latin typeface="Gulim"/>
                <a:cs typeface="Gulim"/>
              </a:rPr>
              <a:t>최소히프의</a:t>
            </a:r>
            <a:endParaRPr sz="22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793134" y="2595900"/>
            <a:ext cx="5610225" cy="741680"/>
          </a:xfrm>
          <a:prstGeom prst="rect">
            <a:avLst/>
          </a:prstGeom>
        </p:spPr>
        <p:txBody>
          <a:bodyPr wrap="square" lIns="0" tIns="35560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280"/>
              </a:spcBef>
              <a:tabLst>
                <a:tab pos="1004569" algn="l"/>
                <a:tab pos="2289175" algn="l"/>
                <a:tab pos="3573779" algn="l"/>
                <a:tab pos="4859020" algn="l"/>
              </a:tabLst>
            </a:pPr>
            <a:r>
              <a:rPr dirty="0" sz="2200" spc="-25">
                <a:latin typeface="Gulim"/>
                <a:cs typeface="Gulim"/>
              </a:rPr>
              <a:t>요소를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히프에서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삭제하여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저장하면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된다</a:t>
            </a:r>
            <a:r>
              <a:rPr dirty="0" sz="2200" spc="-25">
                <a:latin typeface="Lucida Console"/>
                <a:cs typeface="Lucida Console"/>
              </a:rPr>
              <a:t>.</a:t>
            </a:r>
            <a:endParaRPr sz="2200">
              <a:latin typeface="Lucida Console"/>
              <a:cs typeface="Lucida Console"/>
            </a:endParaRPr>
          </a:p>
          <a:p>
            <a:pPr algn="r" marR="5080">
              <a:lnSpc>
                <a:spcPct val="100000"/>
              </a:lnSpc>
              <a:spcBef>
                <a:spcPts val="175"/>
              </a:spcBef>
            </a:pPr>
            <a:r>
              <a:rPr dirty="0" sz="2200" spc="-25">
                <a:latin typeface="Gulim"/>
                <a:cs typeface="Gulim"/>
              </a:rPr>
              <a:t>경우</a:t>
            </a:r>
            <a:r>
              <a:rPr dirty="0" sz="2200" spc="-25">
                <a:latin typeface="Lucida Console"/>
                <a:cs typeface="Lucida Console"/>
              </a:rPr>
              <a:t>)</a:t>
            </a:r>
            <a:endParaRPr sz="2200">
              <a:latin typeface="Lucida Console"/>
              <a:cs typeface="Lucida Consol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62443" y="3333723"/>
            <a:ext cx="7987665" cy="16109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ts val="2375"/>
              </a:lnSpc>
              <a:spcBef>
                <a:spcPts val="95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1336675" algn="l"/>
                <a:tab pos="2343150" algn="l"/>
                <a:tab pos="3347720" algn="l"/>
                <a:tab pos="4911090" algn="l"/>
                <a:tab pos="5917565" algn="l"/>
                <a:tab pos="6365240" algn="l"/>
              </a:tabLst>
            </a:pPr>
            <a:r>
              <a:rPr dirty="0" sz="2200" spc="-25">
                <a:latin typeface="Gulim"/>
                <a:cs typeface="Gulim"/>
              </a:rPr>
              <a:t>하나의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요소를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히프에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Gulim"/>
                <a:cs typeface="Gulim"/>
              </a:rPr>
              <a:t>삽입하거나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삭제할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50">
                <a:latin typeface="Gulim"/>
                <a:cs typeface="Gulim"/>
              </a:rPr>
              <a:t>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시간이</a:t>
            </a:r>
            <a:endParaRPr sz="2200">
              <a:latin typeface="Gulim"/>
              <a:cs typeface="Gulim"/>
            </a:endParaRPr>
          </a:p>
          <a:p>
            <a:pPr marL="332105">
              <a:lnSpc>
                <a:spcPts val="2375"/>
              </a:lnSpc>
            </a:pPr>
            <a:r>
              <a:rPr dirty="0" sz="2200">
                <a:latin typeface="Lucida Console"/>
                <a:cs typeface="Lucida Console"/>
              </a:rPr>
              <a:t>O(logn)</a:t>
            </a:r>
            <a:r>
              <a:rPr dirty="0" sz="2200" spc="-114">
                <a:latin typeface="Lucida Console"/>
                <a:cs typeface="Lucida Console"/>
              </a:rPr>
              <a:t> </a:t>
            </a:r>
            <a:r>
              <a:rPr dirty="0" sz="2200" spc="-35">
                <a:latin typeface="Gulim"/>
                <a:cs typeface="Gulim"/>
              </a:rPr>
              <a:t>만큼</a:t>
            </a:r>
            <a:endParaRPr sz="2200">
              <a:latin typeface="Gulim"/>
              <a:cs typeface="Gulim"/>
            </a:endParaRPr>
          </a:p>
          <a:p>
            <a:pPr marL="315595">
              <a:lnSpc>
                <a:spcPts val="2375"/>
              </a:lnSpc>
              <a:spcBef>
                <a:spcPts val="165"/>
              </a:spcBef>
              <a:tabLst>
                <a:tab pos="1600200" algn="l"/>
                <a:tab pos="2604770" algn="l"/>
                <a:tab pos="3609340" algn="l"/>
                <a:tab pos="5062220" algn="l"/>
                <a:tab pos="6626859" algn="l"/>
              </a:tabLst>
            </a:pPr>
            <a:r>
              <a:rPr dirty="0" sz="2200" spc="-20">
                <a:latin typeface="Gulim"/>
                <a:cs typeface="Gulim"/>
              </a:rPr>
              <a:t>소요되고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요소의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개수가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n</a:t>
            </a:r>
            <a:r>
              <a:rPr dirty="0" sz="2200" spc="-10">
                <a:latin typeface="Gulim"/>
                <a:cs typeface="Gulim"/>
              </a:rPr>
              <a:t>개이므로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Gulim"/>
                <a:cs typeface="Gulim"/>
              </a:rPr>
              <a:t>전체적으로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O(nlogn)</a:t>
            </a:r>
            <a:endParaRPr sz="2200">
              <a:latin typeface="Lucida Console"/>
              <a:cs typeface="Lucida Console"/>
            </a:endParaRPr>
          </a:p>
          <a:p>
            <a:pPr marL="332105">
              <a:lnSpc>
                <a:spcPts val="2375"/>
              </a:lnSpc>
            </a:pPr>
            <a:r>
              <a:rPr dirty="0" sz="2200" spc="-25">
                <a:latin typeface="Gulim"/>
                <a:cs typeface="Gulim"/>
              </a:rPr>
              <a:t>시간이</a:t>
            </a:r>
            <a:endParaRPr sz="2200">
              <a:latin typeface="Gulim"/>
              <a:cs typeface="Gulim"/>
            </a:endParaRPr>
          </a:p>
          <a:p>
            <a:pPr marL="332105">
              <a:lnSpc>
                <a:spcPct val="100000"/>
              </a:lnSpc>
              <a:spcBef>
                <a:spcPts val="180"/>
              </a:spcBef>
            </a:pPr>
            <a:r>
              <a:rPr dirty="0" sz="2200">
                <a:latin typeface="Gulim"/>
                <a:cs typeface="Gulim"/>
              </a:rPr>
              <a:t>걸린다</a:t>
            </a:r>
            <a:r>
              <a:rPr dirty="0" sz="2200">
                <a:latin typeface="Lucida Console"/>
                <a:cs typeface="Lucida Console"/>
              </a:rPr>
              <a:t>.</a:t>
            </a:r>
            <a:r>
              <a:rPr dirty="0" sz="2200" spc="-60">
                <a:latin typeface="Lucida Console"/>
                <a:cs typeface="Lucida Console"/>
              </a:rPr>
              <a:t> </a:t>
            </a:r>
            <a:r>
              <a:rPr dirty="0" sz="2200" spc="-10">
                <a:latin typeface="Lucida Console"/>
                <a:cs typeface="Lucida Console"/>
              </a:rPr>
              <a:t>(</a:t>
            </a:r>
            <a:r>
              <a:rPr dirty="0" sz="2200" spc="-10">
                <a:latin typeface="Gulim"/>
                <a:cs typeface="Gulim"/>
              </a:rPr>
              <a:t>빠른편</a:t>
            </a:r>
            <a:r>
              <a:rPr dirty="0" sz="2200" spc="-10">
                <a:latin typeface="Lucida Console"/>
                <a:cs typeface="Lucida Console"/>
              </a:rPr>
              <a:t>)</a:t>
            </a:r>
            <a:endParaRPr sz="2200">
              <a:latin typeface="Lucida Console"/>
              <a:cs typeface="Lucida Console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2443" y="4940679"/>
            <a:ext cx="7938770" cy="628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620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1057910" algn="l"/>
                <a:tab pos="2064385" algn="l"/>
                <a:tab pos="3068955" algn="l"/>
                <a:tab pos="4074160" algn="l"/>
                <a:tab pos="5080000" algn="l"/>
                <a:tab pos="5806440" algn="l"/>
                <a:tab pos="6811009" algn="l"/>
              </a:tabLst>
            </a:pPr>
            <a:r>
              <a:rPr dirty="0" sz="2200" spc="-25">
                <a:latin typeface="Gulim"/>
                <a:cs typeface="Gulim"/>
              </a:rPr>
              <a:t>히프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정렬이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최대로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유용한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경우는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전체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자료를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5">
                <a:latin typeface="Gulim"/>
                <a:cs typeface="Gulim"/>
              </a:rPr>
              <a:t>정렬하는 </a:t>
            </a:r>
            <a:r>
              <a:rPr dirty="0" sz="2200" spc="-25">
                <a:latin typeface="Gulim"/>
                <a:cs typeface="Gulim"/>
              </a:rPr>
              <a:t>것이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아니라</a:t>
            </a:r>
            <a:endParaRPr sz="22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514547" y="5208763"/>
            <a:ext cx="4827270" cy="3600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738505" algn="l"/>
                <a:tab pos="1184275" algn="l"/>
                <a:tab pos="1631950" algn="l"/>
                <a:tab pos="2079625" algn="l"/>
                <a:tab pos="2806065" algn="l"/>
                <a:tab pos="3810635" algn="l"/>
              </a:tabLst>
            </a:pPr>
            <a:r>
              <a:rPr dirty="0" sz="2200" spc="-25">
                <a:latin typeface="Gulim"/>
                <a:cs typeface="Gulim"/>
              </a:rPr>
              <a:t>가장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50">
                <a:latin typeface="Gulim"/>
                <a:cs typeface="Gulim"/>
              </a:rPr>
              <a:t>큰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50">
                <a:latin typeface="Gulim"/>
                <a:cs typeface="Gulim"/>
              </a:rPr>
              <a:t>값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50">
                <a:latin typeface="Gulim"/>
                <a:cs typeface="Gulim"/>
              </a:rPr>
              <a:t>몇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개만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필요할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때이다</a:t>
            </a:r>
            <a:r>
              <a:rPr dirty="0" sz="2200" spc="-20">
                <a:latin typeface="Lucida Console"/>
                <a:cs typeface="Lucida Console"/>
              </a:rPr>
              <a:t>.</a:t>
            </a:r>
            <a:endParaRPr sz="2200">
              <a:latin typeface="Lucida Console"/>
              <a:cs typeface="Lucida Consol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62443" y="5565189"/>
            <a:ext cx="7771130" cy="628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620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779780" algn="l"/>
                <a:tab pos="1336675" algn="l"/>
                <a:tab pos="2343150" algn="l"/>
                <a:tab pos="3627754" algn="l"/>
                <a:tab pos="4354195" algn="l"/>
                <a:tab pos="5917565" algn="l"/>
                <a:tab pos="6643370" algn="l"/>
              </a:tabLst>
            </a:pPr>
            <a:r>
              <a:rPr dirty="0" sz="2200" spc="-25">
                <a:latin typeface="Gulim"/>
                <a:cs typeface="Gulim"/>
              </a:rPr>
              <a:t>이렇게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히프를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사용하는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정렬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Gulim"/>
                <a:cs typeface="Gulim"/>
              </a:rPr>
              <a:t>알고리즘을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solidFill>
                  <a:srgbClr val="FF3300"/>
                </a:solidFill>
                <a:latin typeface="Gulim"/>
                <a:cs typeface="Gulim"/>
              </a:rPr>
              <a:t>히프</a:t>
            </a:r>
            <a:r>
              <a:rPr dirty="0" sz="2200">
                <a:solidFill>
                  <a:srgbClr val="FF3300"/>
                </a:solidFill>
                <a:latin typeface="Gulim"/>
                <a:cs typeface="Gulim"/>
              </a:rPr>
              <a:t>	</a:t>
            </a:r>
            <a:r>
              <a:rPr dirty="0" sz="2200" spc="-25">
                <a:solidFill>
                  <a:srgbClr val="FF3300"/>
                </a:solidFill>
                <a:latin typeface="Gulim"/>
                <a:cs typeface="Gulim"/>
              </a:rPr>
              <a:t>정렬</a:t>
            </a:r>
            <a:r>
              <a:rPr dirty="0" sz="2200" spc="-25">
                <a:latin typeface="Gulim"/>
                <a:cs typeface="Gulim"/>
              </a:rPr>
              <a:t>이라 </a:t>
            </a:r>
            <a:r>
              <a:rPr dirty="0" sz="2200" spc="-50">
                <a:latin typeface="Gulim"/>
                <a:cs typeface="Gulim"/>
              </a:rPr>
              <a:t>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한다</a:t>
            </a:r>
            <a:r>
              <a:rPr dirty="0" sz="2200" spc="-25">
                <a:latin typeface="Lucida Console"/>
                <a:cs typeface="Lucida Console"/>
              </a:rPr>
              <a:t>.</a:t>
            </a:r>
            <a:endParaRPr sz="22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히프</a:t>
            </a:r>
            <a:r>
              <a:rPr dirty="0" spc="-260"/>
              <a:t> </a:t>
            </a:r>
            <a:r>
              <a:rPr dirty="0" spc="-1705"/>
              <a:t>정렬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972005"/>
            <a:ext cx="4246880" cy="3911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  <a:tab pos="1429385" algn="l"/>
                <a:tab pos="2831465" algn="l"/>
                <a:tab pos="3624579" algn="l"/>
              </a:tabLst>
            </a:pPr>
            <a:r>
              <a:rPr dirty="0" sz="2400" spc="-25">
                <a:latin typeface="Gulim"/>
                <a:cs typeface="Gulim"/>
              </a:rPr>
              <a:t>히프를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0">
                <a:latin typeface="Gulim"/>
                <a:cs typeface="Gulim"/>
              </a:rPr>
              <a:t>이용하면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정렬</a:t>
            </a:r>
            <a:r>
              <a:rPr dirty="0" sz="2400">
                <a:latin typeface="Gulim"/>
                <a:cs typeface="Gulim"/>
              </a:rPr>
              <a:t>	</a:t>
            </a:r>
            <a:r>
              <a:rPr dirty="0" sz="2400" spc="-25">
                <a:latin typeface="Gulim"/>
                <a:cs typeface="Gulim"/>
              </a:rPr>
              <a:t>가능</a:t>
            </a:r>
            <a:endParaRPr sz="24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839144" y="2740202"/>
            <a:ext cx="3501022" cy="289480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682" y="6954390"/>
            <a:ext cx="430657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624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1551254" y="1619135"/>
            <a:ext cx="7959090" cy="5587365"/>
            <a:chOff x="1551254" y="1619135"/>
            <a:chExt cx="7959090" cy="558736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563433" y="1631327"/>
              <a:ext cx="7283450" cy="5476240"/>
            </a:xfrm>
            <a:custGeom>
              <a:avLst/>
              <a:gdLst/>
              <a:ahLst/>
              <a:cxnLst/>
              <a:rect l="l" t="t" r="r" b="b"/>
              <a:pathLst>
                <a:path w="7283450" h="5476240">
                  <a:moveTo>
                    <a:pt x="7282853" y="0"/>
                  </a:moveTo>
                  <a:lnTo>
                    <a:pt x="0" y="0"/>
                  </a:lnTo>
                  <a:lnTo>
                    <a:pt x="0" y="5475833"/>
                  </a:lnTo>
                  <a:lnTo>
                    <a:pt x="7282853" y="5475833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51254" y="1619135"/>
              <a:ext cx="7308850" cy="5500370"/>
            </a:xfrm>
            <a:custGeom>
              <a:avLst/>
              <a:gdLst/>
              <a:ahLst/>
              <a:cxnLst/>
              <a:rect l="l" t="t" r="r" b="b"/>
              <a:pathLst>
                <a:path w="7308850" h="5500370">
                  <a:moveTo>
                    <a:pt x="7308735" y="0"/>
                  </a:moveTo>
                  <a:lnTo>
                    <a:pt x="0" y="0"/>
                  </a:lnTo>
                  <a:lnTo>
                    <a:pt x="0" y="5500217"/>
                  </a:lnTo>
                  <a:lnTo>
                    <a:pt x="7308735" y="5500217"/>
                  </a:lnTo>
                  <a:lnTo>
                    <a:pt x="7308735" y="5488025"/>
                  </a:lnTo>
                  <a:lnTo>
                    <a:pt x="24358" y="5488025"/>
                  </a:lnTo>
                  <a:lnTo>
                    <a:pt x="12179" y="5474322"/>
                  </a:lnTo>
                  <a:lnTo>
                    <a:pt x="24358" y="5474322"/>
                  </a:lnTo>
                  <a:lnTo>
                    <a:pt x="24358" y="24371"/>
                  </a:lnTo>
                  <a:lnTo>
                    <a:pt x="12179" y="24371"/>
                  </a:lnTo>
                  <a:lnTo>
                    <a:pt x="24358" y="12192"/>
                  </a:lnTo>
                  <a:lnTo>
                    <a:pt x="7308735" y="12192"/>
                  </a:lnTo>
                  <a:lnTo>
                    <a:pt x="7308735" y="0"/>
                  </a:lnTo>
                  <a:close/>
                </a:path>
                <a:path w="7308850" h="5500370">
                  <a:moveTo>
                    <a:pt x="24358" y="5474322"/>
                  </a:moveTo>
                  <a:lnTo>
                    <a:pt x="12179" y="5474322"/>
                  </a:lnTo>
                  <a:lnTo>
                    <a:pt x="24358" y="5488025"/>
                  </a:lnTo>
                  <a:lnTo>
                    <a:pt x="24358" y="5474322"/>
                  </a:lnTo>
                  <a:close/>
                </a:path>
                <a:path w="7308850" h="5500370">
                  <a:moveTo>
                    <a:pt x="7282853" y="5474322"/>
                  </a:moveTo>
                  <a:lnTo>
                    <a:pt x="24358" y="5474322"/>
                  </a:lnTo>
                  <a:lnTo>
                    <a:pt x="24358" y="5488025"/>
                  </a:lnTo>
                  <a:lnTo>
                    <a:pt x="7282853" y="5488025"/>
                  </a:lnTo>
                  <a:lnTo>
                    <a:pt x="7282853" y="5474322"/>
                  </a:lnTo>
                  <a:close/>
                </a:path>
                <a:path w="7308850" h="5500370">
                  <a:moveTo>
                    <a:pt x="7282853" y="12192"/>
                  </a:moveTo>
                  <a:lnTo>
                    <a:pt x="7282853" y="5488025"/>
                  </a:lnTo>
                  <a:lnTo>
                    <a:pt x="7295032" y="5474322"/>
                  </a:lnTo>
                  <a:lnTo>
                    <a:pt x="7308735" y="5474322"/>
                  </a:lnTo>
                  <a:lnTo>
                    <a:pt x="7308735" y="24371"/>
                  </a:lnTo>
                  <a:lnTo>
                    <a:pt x="7295032" y="24371"/>
                  </a:lnTo>
                  <a:lnTo>
                    <a:pt x="7282853" y="12192"/>
                  </a:lnTo>
                  <a:close/>
                </a:path>
                <a:path w="7308850" h="5500370">
                  <a:moveTo>
                    <a:pt x="7308735" y="5474322"/>
                  </a:moveTo>
                  <a:lnTo>
                    <a:pt x="7295032" y="5474322"/>
                  </a:lnTo>
                  <a:lnTo>
                    <a:pt x="7282853" y="5488025"/>
                  </a:lnTo>
                  <a:lnTo>
                    <a:pt x="7308735" y="5488025"/>
                  </a:lnTo>
                  <a:lnTo>
                    <a:pt x="7308735" y="5474322"/>
                  </a:lnTo>
                  <a:close/>
                </a:path>
                <a:path w="7308850" h="5500370">
                  <a:moveTo>
                    <a:pt x="24358" y="12192"/>
                  </a:moveTo>
                  <a:lnTo>
                    <a:pt x="12179" y="24371"/>
                  </a:lnTo>
                  <a:lnTo>
                    <a:pt x="24358" y="24371"/>
                  </a:lnTo>
                  <a:lnTo>
                    <a:pt x="24358" y="12192"/>
                  </a:lnTo>
                  <a:close/>
                </a:path>
                <a:path w="7308850" h="5500370">
                  <a:moveTo>
                    <a:pt x="7282853" y="12192"/>
                  </a:moveTo>
                  <a:lnTo>
                    <a:pt x="24358" y="12192"/>
                  </a:lnTo>
                  <a:lnTo>
                    <a:pt x="24358" y="24371"/>
                  </a:lnTo>
                  <a:lnTo>
                    <a:pt x="7282853" y="24371"/>
                  </a:lnTo>
                  <a:lnTo>
                    <a:pt x="7282853" y="12192"/>
                  </a:lnTo>
                  <a:close/>
                </a:path>
                <a:path w="7308850" h="5500370">
                  <a:moveTo>
                    <a:pt x="7308735" y="12192"/>
                  </a:moveTo>
                  <a:lnTo>
                    <a:pt x="7282853" y="12192"/>
                  </a:lnTo>
                  <a:lnTo>
                    <a:pt x="7295032" y="24371"/>
                  </a:lnTo>
                  <a:lnTo>
                    <a:pt x="7308735" y="24371"/>
                  </a:lnTo>
                  <a:lnTo>
                    <a:pt x="7308735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462443" y="703197"/>
            <a:ext cx="541274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히프</a:t>
            </a:r>
            <a:r>
              <a:rPr dirty="0" spc="-270"/>
              <a:t> </a:t>
            </a:r>
            <a:r>
              <a:rPr dirty="0" spc="-1680"/>
              <a:t>정렬</a:t>
            </a:r>
            <a:r>
              <a:rPr dirty="0" spc="-254"/>
              <a:t> </a:t>
            </a:r>
            <a:r>
              <a:rPr dirty="0" spc="-2295"/>
              <a:t>프로그램</a:t>
            </a:r>
            <a:r>
              <a:rPr dirty="0" spc="-254"/>
              <a:t> </a:t>
            </a:r>
            <a:r>
              <a:rPr dirty="0" spc="-10">
                <a:latin typeface="Tw Cen MT"/>
                <a:cs typeface="Tw Cen MT"/>
              </a:rPr>
              <a:t>(heapsort.c)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641182" y="1595659"/>
            <a:ext cx="6276340" cy="53994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4860925">
              <a:lnSpc>
                <a:spcPct val="119900"/>
              </a:lnSpc>
              <a:spcBef>
                <a:spcPts val="100"/>
              </a:spcBef>
            </a:pPr>
            <a:r>
              <a:rPr dirty="0" sz="1400">
                <a:latin typeface="Tw Cen MT"/>
                <a:cs typeface="Tw Cen MT"/>
              </a:rPr>
              <a:t>#include</a:t>
            </a:r>
            <a:r>
              <a:rPr dirty="0" sz="1400" spc="-55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&lt;stdio.h&gt; </a:t>
            </a:r>
            <a:r>
              <a:rPr dirty="0" sz="1400">
                <a:latin typeface="Tw Cen MT"/>
                <a:cs typeface="Tw Cen MT"/>
              </a:rPr>
              <a:t>#include</a:t>
            </a:r>
            <a:r>
              <a:rPr dirty="0" sz="1400" spc="-55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&lt;stdlib.h&gt;</a:t>
            </a:r>
            <a:endParaRPr sz="14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20">
                <a:latin typeface="Tw Cen MT"/>
                <a:cs typeface="Tw Cen MT"/>
              </a:rPr>
              <a:t>....</a:t>
            </a:r>
            <a:endParaRPr sz="14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w Cen MT"/>
                <a:cs typeface="Tw Cen MT"/>
              </a:rPr>
              <a:t>//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>
                <a:latin typeface="Gulim"/>
                <a:cs typeface="Gulim"/>
              </a:rPr>
              <a:t>앞의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최대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히프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코드를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여기에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추가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20">
                <a:latin typeface="Tw Cen MT"/>
                <a:cs typeface="Tw Cen MT"/>
              </a:rPr>
              <a:t>....</a:t>
            </a:r>
            <a:endParaRPr sz="14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w Cen MT"/>
                <a:cs typeface="Tw Cen MT"/>
              </a:rPr>
              <a:t>//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>
                <a:latin typeface="Gulim"/>
                <a:cs typeface="Gulim"/>
              </a:rPr>
              <a:t>우선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순위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큐인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히프를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이용한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정렬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w Cen MT"/>
                <a:cs typeface="Tw Cen MT"/>
              </a:rPr>
              <a:t>void</a:t>
            </a:r>
            <a:r>
              <a:rPr dirty="0" sz="1400" spc="-3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heap_sort(element</a:t>
            </a:r>
            <a:r>
              <a:rPr dirty="0" sz="1400" spc="-5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a[],</a:t>
            </a:r>
            <a:r>
              <a:rPr dirty="0" sz="1400" spc="-4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int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 spc="-25">
                <a:latin typeface="Tw Cen MT"/>
                <a:cs typeface="Tw Cen MT"/>
              </a:rPr>
              <a:t>n)</a:t>
            </a:r>
            <a:endParaRPr sz="14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w Cen MT"/>
                <a:cs typeface="Tw Cen MT"/>
              </a:rPr>
              <a:t>{</a:t>
            </a:r>
            <a:endParaRPr sz="1400">
              <a:latin typeface="Tw Cen MT"/>
              <a:cs typeface="Tw Cen MT"/>
            </a:endParaRPr>
          </a:p>
          <a:p>
            <a:pPr marL="925830" marR="4349750">
              <a:lnSpc>
                <a:spcPct val="119900"/>
              </a:lnSpc>
            </a:pPr>
            <a:r>
              <a:rPr dirty="0" sz="1400">
                <a:latin typeface="Tw Cen MT"/>
                <a:cs typeface="Tw Cen MT"/>
              </a:rPr>
              <a:t>int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 spc="-25">
                <a:latin typeface="Tw Cen MT"/>
                <a:cs typeface="Tw Cen MT"/>
              </a:rPr>
              <a:t>i; </a:t>
            </a:r>
            <a:r>
              <a:rPr dirty="0" sz="1400" spc="-10">
                <a:latin typeface="Tw Cen MT"/>
                <a:cs typeface="Tw Cen MT"/>
              </a:rPr>
              <a:t>HeapType*</a:t>
            </a:r>
            <a:r>
              <a:rPr dirty="0" sz="1400" spc="-25">
                <a:latin typeface="Tw Cen MT"/>
                <a:cs typeface="Tw Cen MT"/>
              </a:rPr>
              <a:t> h;</a:t>
            </a:r>
            <a:endParaRPr sz="14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490"/>
              </a:spcBef>
            </a:pPr>
            <a:endParaRPr sz="1400">
              <a:latin typeface="Tw Cen MT"/>
              <a:cs typeface="Tw Cen MT"/>
            </a:endParaRPr>
          </a:p>
          <a:p>
            <a:pPr marL="925830" marR="4448810">
              <a:lnSpc>
                <a:spcPct val="119900"/>
              </a:lnSpc>
            </a:pPr>
            <a:r>
              <a:rPr dirty="0" sz="1400">
                <a:latin typeface="Tw Cen MT"/>
                <a:cs typeface="Tw Cen MT"/>
              </a:rPr>
              <a:t>h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 </a:t>
            </a:r>
            <a:r>
              <a:rPr dirty="0" sz="1400" spc="-10">
                <a:latin typeface="Tw Cen MT"/>
                <a:cs typeface="Tw Cen MT"/>
              </a:rPr>
              <a:t>create(); init(h);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w Cen MT"/>
                <a:cs typeface="Tw Cen MT"/>
              </a:rPr>
              <a:t>for</a:t>
            </a:r>
            <a:r>
              <a:rPr dirty="0" sz="1400" spc="-4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(i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0;</a:t>
            </a:r>
            <a:r>
              <a:rPr dirty="0" sz="1400" spc="-3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i&lt;n;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i++)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 spc="-50">
                <a:latin typeface="Tw Cen MT"/>
                <a:cs typeface="Tw Cen MT"/>
              </a:rPr>
              <a:t>{</a:t>
            </a:r>
            <a:endParaRPr sz="1400">
              <a:latin typeface="Tw Cen MT"/>
              <a:cs typeface="Tw Cen MT"/>
            </a:endParaRPr>
          </a:p>
          <a:p>
            <a:pPr marL="183896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w Cen MT"/>
                <a:cs typeface="Tw Cen MT"/>
              </a:rPr>
              <a:t>insert_max_heap(h,</a:t>
            </a:r>
            <a:r>
              <a:rPr dirty="0" sz="1400" spc="-80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a[i]);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w Cen MT"/>
                <a:cs typeface="Tw Cen MT"/>
              </a:rPr>
              <a:t>}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w Cen MT"/>
                <a:cs typeface="Tw Cen MT"/>
              </a:rPr>
              <a:t>for</a:t>
            </a:r>
            <a:r>
              <a:rPr dirty="0" sz="1400" spc="-3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(i =</a:t>
            </a:r>
            <a:r>
              <a:rPr dirty="0" sz="1400" spc="-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(n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-</a:t>
            </a:r>
            <a:r>
              <a:rPr dirty="0" sz="1400" spc="-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1);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 &gt;= 0;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i-</a:t>
            </a:r>
            <a:r>
              <a:rPr dirty="0" sz="1400">
                <a:latin typeface="Tw Cen MT"/>
                <a:cs typeface="Tw Cen MT"/>
              </a:rPr>
              <a:t>-)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{</a:t>
            </a:r>
            <a:r>
              <a:rPr dirty="0" sz="1400" spc="370">
                <a:latin typeface="Tw Cen MT"/>
                <a:cs typeface="Tw Cen MT"/>
              </a:rPr>
              <a:t> </a:t>
            </a:r>
            <a:r>
              <a:rPr dirty="0" sz="1400">
                <a:solidFill>
                  <a:srgbClr val="FF0000"/>
                </a:solidFill>
                <a:latin typeface="Tw Cen MT"/>
                <a:cs typeface="Tw Cen MT"/>
              </a:rPr>
              <a:t>//</a:t>
            </a:r>
            <a:r>
              <a:rPr dirty="0" sz="1400" spc="-10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400">
                <a:solidFill>
                  <a:srgbClr val="FF0000"/>
                </a:solidFill>
                <a:latin typeface="Tw Cen MT"/>
                <a:cs typeface="Tw Cen MT"/>
              </a:rPr>
              <a:t>i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가</a:t>
            </a:r>
            <a:r>
              <a:rPr dirty="0" sz="1400" spc="-8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0000"/>
                </a:solidFill>
                <a:latin typeface="Tw Cen MT"/>
                <a:cs typeface="Tw Cen MT"/>
              </a:rPr>
              <a:t>n-</a:t>
            </a:r>
            <a:r>
              <a:rPr dirty="0" sz="1400">
                <a:solidFill>
                  <a:srgbClr val="FF0000"/>
                </a:solidFill>
                <a:latin typeface="Tw Cen MT"/>
                <a:cs typeface="Tw Cen MT"/>
              </a:rPr>
              <a:t>1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부터</a:t>
            </a:r>
            <a:r>
              <a:rPr dirty="0" sz="1400" spc="-10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시작</a:t>
            </a:r>
            <a:r>
              <a:rPr dirty="0" sz="1400">
                <a:solidFill>
                  <a:srgbClr val="FF0000"/>
                </a:solidFill>
                <a:latin typeface="Tw Cen MT"/>
                <a:cs typeface="Tw Cen MT"/>
              </a:rPr>
              <a:t>.</a:t>
            </a:r>
            <a:r>
              <a:rPr dirty="0" sz="1400" spc="-15">
                <a:solidFill>
                  <a:srgbClr val="FF0000"/>
                </a:solidFill>
                <a:latin typeface="Tw Cen MT"/>
                <a:cs typeface="Tw Cen MT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오름차순</a:t>
            </a:r>
            <a:r>
              <a:rPr dirty="0" sz="1400" spc="-95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0000"/>
                </a:solidFill>
                <a:latin typeface="Gulim"/>
                <a:cs typeface="Gulim"/>
              </a:rPr>
              <a:t>정렬을</a:t>
            </a:r>
            <a:r>
              <a:rPr dirty="0" sz="1400" spc="-90">
                <a:solidFill>
                  <a:srgbClr val="FF0000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0000"/>
                </a:solidFill>
                <a:latin typeface="Gulim"/>
                <a:cs typeface="Gulim"/>
              </a:rPr>
              <a:t>위해</a:t>
            </a:r>
            <a:endParaRPr sz="1400">
              <a:latin typeface="Gulim"/>
              <a:cs typeface="Gulim"/>
            </a:endParaRPr>
          </a:p>
          <a:p>
            <a:pPr marL="183896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w Cen MT"/>
                <a:cs typeface="Tw Cen MT"/>
              </a:rPr>
              <a:t>a[i]</a:t>
            </a:r>
            <a:r>
              <a:rPr dirty="0" sz="1400" spc="-3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 </a:t>
            </a:r>
            <a:r>
              <a:rPr dirty="0" sz="1400" spc="-10">
                <a:latin typeface="Tw Cen MT"/>
                <a:cs typeface="Tw Cen MT"/>
              </a:rPr>
              <a:t>delete_max_heap(h);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w Cen MT"/>
                <a:cs typeface="Tw Cen MT"/>
              </a:rPr>
              <a:t>}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dirty="0" sz="1400" spc="-10">
                <a:latin typeface="Tw Cen MT"/>
                <a:cs typeface="Tw Cen MT"/>
              </a:rPr>
              <a:t>free(h);</a:t>
            </a:r>
            <a:endParaRPr sz="14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w Cen MT"/>
                <a:cs typeface="Tw Cen MT"/>
              </a:rPr>
              <a:t>}</a:t>
            </a:r>
            <a:endParaRPr sz="14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7469" y="6920121"/>
            <a:ext cx="1355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0982" y="6923296"/>
            <a:ext cx="180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히프</a:t>
            </a:r>
            <a:r>
              <a:rPr dirty="0" spc="-260"/>
              <a:t> </a:t>
            </a:r>
            <a:r>
              <a:rPr dirty="0" spc="-1680"/>
              <a:t>정렬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459915" y="1876564"/>
            <a:ext cx="7310755" cy="3116580"/>
            <a:chOff x="1459915" y="1876564"/>
            <a:chExt cx="7310755" cy="3116580"/>
          </a:xfrm>
        </p:grpSpPr>
        <p:sp>
          <p:nvSpPr>
            <p:cNvPr id="7" name="object 7"/>
            <p:cNvSpPr/>
            <p:nvPr/>
          </p:nvSpPr>
          <p:spPr>
            <a:xfrm>
              <a:off x="1473619" y="1888744"/>
              <a:ext cx="7283450" cy="3092450"/>
            </a:xfrm>
            <a:custGeom>
              <a:avLst/>
              <a:gdLst/>
              <a:ahLst/>
              <a:cxnLst/>
              <a:rect l="l" t="t" r="r" b="b"/>
              <a:pathLst>
                <a:path w="7283450" h="3092450">
                  <a:moveTo>
                    <a:pt x="7282853" y="0"/>
                  </a:moveTo>
                  <a:lnTo>
                    <a:pt x="0" y="0"/>
                  </a:lnTo>
                  <a:lnTo>
                    <a:pt x="0" y="3092056"/>
                  </a:lnTo>
                  <a:lnTo>
                    <a:pt x="7282853" y="3092056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/>
            <p:cNvSpPr/>
            <p:nvPr/>
          </p:nvSpPr>
          <p:spPr>
            <a:xfrm>
              <a:off x="1459915" y="1876564"/>
              <a:ext cx="7310755" cy="3116580"/>
            </a:xfrm>
            <a:custGeom>
              <a:avLst/>
              <a:gdLst/>
              <a:ahLst/>
              <a:cxnLst/>
              <a:rect l="l" t="t" r="r" b="b"/>
              <a:pathLst>
                <a:path w="7310755" h="3116579">
                  <a:moveTo>
                    <a:pt x="7310259" y="0"/>
                  </a:moveTo>
                  <a:lnTo>
                    <a:pt x="0" y="0"/>
                  </a:lnTo>
                  <a:lnTo>
                    <a:pt x="0" y="3116427"/>
                  </a:lnTo>
                  <a:lnTo>
                    <a:pt x="7310259" y="3116427"/>
                  </a:lnTo>
                  <a:lnTo>
                    <a:pt x="7310259" y="3104235"/>
                  </a:lnTo>
                  <a:lnTo>
                    <a:pt x="25882" y="3104235"/>
                  </a:lnTo>
                  <a:lnTo>
                    <a:pt x="13703" y="3090532"/>
                  </a:lnTo>
                  <a:lnTo>
                    <a:pt x="25882" y="3090532"/>
                  </a:lnTo>
                  <a:lnTo>
                    <a:pt x="25882" y="25882"/>
                  </a:lnTo>
                  <a:lnTo>
                    <a:pt x="13703" y="25882"/>
                  </a:lnTo>
                  <a:lnTo>
                    <a:pt x="25882" y="12179"/>
                  </a:lnTo>
                  <a:lnTo>
                    <a:pt x="7310259" y="12179"/>
                  </a:lnTo>
                  <a:lnTo>
                    <a:pt x="7310259" y="0"/>
                  </a:lnTo>
                  <a:close/>
                </a:path>
                <a:path w="7310755" h="3116579">
                  <a:moveTo>
                    <a:pt x="25882" y="3090532"/>
                  </a:moveTo>
                  <a:lnTo>
                    <a:pt x="13703" y="3090532"/>
                  </a:lnTo>
                  <a:lnTo>
                    <a:pt x="25882" y="3104235"/>
                  </a:lnTo>
                  <a:lnTo>
                    <a:pt x="25882" y="3090532"/>
                  </a:lnTo>
                  <a:close/>
                </a:path>
                <a:path w="7310755" h="3116579">
                  <a:moveTo>
                    <a:pt x="7284377" y="3090532"/>
                  </a:moveTo>
                  <a:lnTo>
                    <a:pt x="25882" y="3090532"/>
                  </a:lnTo>
                  <a:lnTo>
                    <a:pt x="25882" y="3104235"/>
                  </a:lnTo>
                  <a:lnTo>
                    <a:pt x="7284377" y="3104235"/>
                  </a:lnTo>
                  <a:lnTo>
                    <a:pt x="7284377" y="3090532"/>
                  </a:lnTo>
                  <a:close/>
                </a:path>
                <a:path w="7310755" h="3116579">
                  <a:moveTo>
                    <a:pt x="7284377" y="12179"/>
                  </a:moveTo>
                  <a:lnTo>
                    <a:pt x="7284377" y="3104235"/>
                  </a:lnTo>
                  <a:lnTo>
                    <a:pt x="7296556" y="3090532"/>
                  </a:lnTo>
                  <a:lnTo>
                    <a:pt x="7310259" y="3090532"/>
                  </a:lnTo>
                  <a:lnTo>
                    <a:pt x="7310259" y="25882"/>
                  </a:lnTo>
                  <a:lnTo>
                    <a:pt x="7296556" y="25882"/>
                  </a:lnTo>
                  <a:lnTo>
                    <a:pt x="7284377" y="12179"/>
                  </a:lnTo>
                  <a:close/>
                </a:path>
                <a:path w="7310755" h="3116579">
                  <a:moveTo>
                    <a:pt x="7310259" y="3090532"/>
                  </a:moveTo>
                  <a:lnTo>
                    <a:pt x="7296556" y="3090532"/>
                  </a:lnTo>
                  <a:lnTo>
                    <a:pt x="7284377" y="3104235"/>
                  </a:lnTo>
                  <a:lnTo>
                    <a:pt x="7310259" y="3104235"/>
                  </a:lnTo>
                  <a:lnTo>
                    <a:pt x="7310259" y="3090532"/>
                  </a:lnTo>
                  <a:close/>
                </a:path>
                <a:path w="7310755" h="3116579">
                  <a:moveTo>
                    <a:pt x="25882" y="12179"/>
                  </a:moveTo>
                  <a:lnTo>
                    <a:pt x="13703" y="25882"/>
                  </a:lnTo>
                  <a:lnTo>
                    <a:pt x="25882" y="25882"/>
                  </a:lnTo>
                  <a:lnTo>
                    <a:pt x="25882" y="12179"/>
                  </a:lnTo>
                  <a:close/>
                </a:path>
                <a:path w="7310755" h="3116579">
                  <a:moveTo>
                    <a:pt x="7284377" y="12179"/>
                  </a:moveTo>
                  <a:lnTo>
                    <a:pt x="25882" y="12179"/>
                  </a:lnTo>
                  <a:lnTo>
                    <a:pt x="25882" y="25882"/>
                  </a:lnTo>
                  <a:lnTo>
                    <a:pt x="7284377" y="25882"/>
                  </a:lnTo>
                  <a:lnTo>
                    <a:pt x="7284377" y="12179"/>
                  </a:lnTo>
                  <a:close/>
                </a:path>
                <a:path w="7310755" h="3116579">
                  <a:moveTo>
                    <a:pt x="7310259" y="12179"/>
                  </a:moveTo>
                  <a:lnTo>
                    <a:pt x="7284377" y="12179"/>
                  </a:lnTo>
                  <a:lnTo>
                    <a:pt x="7296556" y="25882"/>
                  </a:lnTo>
                  <a:lnTo>
                    <a:pt x="7310259" y="25882"/>
                  </a:lnTo>
                  <a:lnTo>
                    <a:pt x="731025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/>
          <p:cNvSpPr txBox="1"/>
          <p:nvPr/>
        </p:nvSpPr>
        <p:spPr>
          <a:xfrm>
            <a:off x="1551266" y="1848184"/>
            <a:ext cx="4939665" cy="30416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3783329">
              <a:lnSpc>
                <a:spcPct val="119900"/>
              </a:lnSpc>
              <a:spcBef>
                <a:spcPts val="100"/>
              </a:spcBef>
            </a:pPr>
            <a:r>
              <a:rPr dirty="0" sz="1500">
                <a:latin typeface="Tw Cen MT"/>
                <a:cs typeface="Tw Cen MT"/>
              </a:rPr>
              <a:t>#define</a:t>
            </a:r>
            <a:r>
              <a:rPr dirty="0" sz="1500" spc="-4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SIZE</a:t>
            </a:r>
            <a:r>
              <a:rPr dirty="0" sz="1500" spc="-30">
                <a:latin typeface="Tw Cen MT"/>
                <a:cs typeface="Tw Cen MT"/>
              </a:rPr>
              <a:t> </a:t>
            </a:r>
            <a:r>
              <a:rPr dirty="0" sz="1500" spc="-50">
                <a:latin typeface="Tw Cen MT"/>
                <a:cs typeface="Tw Cen MT"/>
              </a:rPr>
              <a:t>8 </a:t>
            </a:r>
            <a:r>
              <a:rPr dirty="0" sz="1500">
                <a:latin typeface="Tw Cen MT"/>
                <a:cs typeface="Tw Cen MT"/>
              </a:rPr>
              <a:t>int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main(void)</a:t>
            </a:r>
            <a:endParaRPr sz="15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500" spc="-50">
                <a:latin typeface="Tw Cen MT"/>
                <a:cs typeface="Tw Cen MT"/>
              </a:rPr>
              <a:t>{</a:t>
            </a:r>
            <a:endParaRPr sz="15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55"/>
              </a:spcBef>
            </a:pPr>
            <a:r>
              <a:rPr dirty="0" sz="1500">
                <a:latin typeface="Tw Cen MT"/>
                <a:cs typeface="Tw Cen MT"/>
              </a:rPr>
              <a:t>element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list[SIZE]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{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23,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56,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11,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9,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56,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99,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27,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34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};</a:t>
            </a:r>
            <a:endParaRPr sz="15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60"/>
              </a:spcBef>
            </a:pPr>
            <a:r>
              <a:rPr dirty="0" sz="1500">
                <a:latin typeface="Tw Cen MT"/>
                <a:cs typeface="Tw Cen MT"/>
              </a:rPr>
              <a:t>heap_sort(list,</a:t>
            </a:r>
            <a:r>
              <a:rPr dirty="0" sz="1500" spc="-55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SIZE);</a:t>
            </a:r>
            <a:endParaRPr sz="15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60"/>
              </a:spcBef>
            </a:pPr>
            <a:r>
              <a:rPr dirty="0" sz="1500">
                <a:latin typeface="Tw Cen MT"/>
                <a:cs typeface="Tw Cen MT"/>
              </a:rPr>
              <a:t>for</a:t>
            </a:r>
            <a:r>
              <a:rPr dirty="0" sz="1500" spc="-3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(int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i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0;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i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&lt;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SIZE;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i++) </a:t>
            </a:r>
            <a:r>
              <a:rPr dirty="0" sz="1500" spc="-50">
                <a:latin typeface="Tw Cen MT"/>
                <a:cs typeface="Tw Cen MT"/>
              </a:rPr>
              <a:t>{</a:t>
            </a:r>
            <a:endParaRPr sz="1500">
              <a:latin typeface="Tw Cen MT"/>
              <a:cs typeface="Tw Cen MT"/>
            </a:endParaRPr>
          </a:p>
          <a:p>
            <a:pPr marL="1838960">
              <a:lnSpc>
                <a:spcPct val="100000"/>
              </a:lnSpc>
              <a:spcBef>
                <a:spcPts val="359"/>
              </a:spcBef>
            </a:pPr>
            <a:r>
              <a:rPr dirty="0" sz="1500">
                <a:latin typeface="Tw Cen MT"/>
                <a:cs typeface="Tw Cen MT"/>
              </a:rPr>
              <a:t>printf("%d</a:t>
            </a:r>
            <a:r>
              <a:rPr dirty="0" sz="1500" spc="-3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",</a:t>
            </a:r>
            <a:r>
              <a:rPr dirty="0" sz="1500" spc="-30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list[i].key);</a:t>
            </a:r>
            <a:endParaRPr sz="15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55"/>
              </a:spcBef>
            </a:pPr>
            <a:r>
              <a:rPr dirty="0" sz="1500" spc="-50">
                <a:latin typeface="Tw Cen MT"/>
                <a:cs typeface="Tw Cen MT"/>
              </a:rPr>
              <a:t>}</a:t>
            </a:r>
            <a:endParaRPr sz="1500">
              <a:latin typeface="Tw Cen MT"/>
              <a:cs typeface="Tw Cen MT"/>
            </a:endParaRPr>
          </a:p>
          <a:p>
            <a:pPr marL="925830" marR="3127375">
              <a:lnSpc>
                <a:spcPct val="119900"/>
              </a:lnSpc>
              <a:spcBef>
                <a:spcPts val="5"/>
              </a:spcBef>
            </a:pPr>
            <a:r>
              <a:rPr dirty="0" sz="1500" spc="-10">
                <a:latin typeface="Tw Cen MT"/>
                <a:cs typeface="Tw Cen MT"/>
              </a:rPr>
              <a:t>printf("\n"); </a:t>
            </a:r>
            <a:r>
              <a:rPr dirty="0" sz="1500">
                <a:latin typeface="Tw Cen MT"/>
                <a:cs typeface="Tw Cen MT"/>
              </a:rPr>
              <a:t>return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0;</a:t>
            </a:r>
            <a:endParaRPr sz="15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55"/>
              </a:spcBef>
            </a:pPr>
            <a:r>
              <a:rPr dirty="0" sz="1500" spc="-50">
                <a:latin typeface="Tw Cen MT"/>
                <a:cs typeface="Tw Cen MT"/>
              </a:rPr>
              <a:t>}</a:t>
            </a:r>
            <a:endParaRPr sz="1500">
              <a:latin typeface="Tw Cen MT"/>
              <a:cs typeface="Tw Cen MT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473619" y="5160530"/>
            <a:ext cx="7296784" cy="332105"/>
            <a:chOff x="1473619" y="5160530"/>
            <a:chExt cx="7296784" cy="332105"/>
          </a:xfrm>
        </p:grpSpPr>
        <p:sp>
          <p:nvSpPr>
            <p:cNvPr id="11" name="object 11"/>
            <p:cNvSpPr/>
            <p:nvPr/>
          </p:nvSpPr>
          <p:spPr>
            <a:xfrm>
              <a:off x="1485798" y="5172722"/>
              <a:ext cx="7270750" cy="307975"/>
            </a:xfrm>
            <a:custGeom>
              <a:avLst/>
              <a:gdLst/>
              <a:ahLst/>
              <a:cxnLst/>
              <a:rect l="l" t="t" r="r" b="b"/>
              <a:pathLst>
                <a:path w="7270750" h="307975">
                  <a:moveTo>
                    <a:pt x="7270673" y="0"/>
                  </a:moveTo>
                  <a:lnTo>
                    <a:pt x="0" y="0"/>
                  </a:lnTo>
                  <a:lnTo>
                    <a:pt x="0" y="307682"/>
                  </a:lnTo>
                  <a:lnTo>
                    <a:pt x="7270673" y="307682"/>
                  </a:lnTo>
                  <a:lnTo>
                    <a:pt x="727067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473619" y="5160530"/>
              <a:ext cx="7296784" cy="332105"/>
            </a:xfrm>
            <a:custGeom>
              <a:avLst/>
              <a:gdLst/>
              <a:ahLst/>
              <a:cxnLst/>
              <a:rect l="l" t="t" r="r" b="b"/>
              <a:pathLst>
                <a:path w="7296784" h="332104">
                  <a:moveTo>
                    <a:pt x="7296556" y="0"/>
                  </a:moveTo>
                  <a:lnTo>
                    <a:pt x="0" y="0"/>
                  </a:lnTo>
                  <a:lnTo>
                    <a:pt x="0" y="332054"/>
                  </a:lnTo>
                  <a:lnTo>
                    <a:pt x="7296556" y="332054"/>
                  </a:lnTo>
                  <a:lnTo>
                    <a:pt x="7296556" y="319874"/>
                  </a:lnTo>
                  <a:lnTo>
                    <a:pt x="24358" y="319874"/>
                  </a:lnTo>
                  <a:lnTo>
                    <a:pt x="12179" y="307682"/>
                  </a:lnTo>
                  <a:lnTo>
                    <a:pt x="24358" y="307682"/>
                  </a:lnTo>
                  <a:lnTo>
                    <a:pt x="24358" y="24371"/>
                  </a:lnTo>
                  <a:lnTo>
                    <a:pt x="12179" y="24371"/>
                  </a:lnTo>
                  <a:lnTo>
                    <a:pt x="24358" y="12191"/>
                  </a:lnTo>
                  <a:lnTo>
                    <a:pt x="7296556" y="12191"/>
                  </a:lnTo>
                  <a:lnTo>
                    <a:pt x="7296556" y="0"/>
                  </a:lnTo>
                  <a:close/>
                </a:path>
                <a:path w="7296784" h="332104">
                  <a:moveTo>
                    <a:pt x="24358" y="307682"/>
                  </a:moveTo>
                  <a:lnTo>
                    <a:pt x="12179" y="307682"/>
                  </a:lnTo>
                  <a:lnTo>
                    <a:pt x="24358" y="319874"/>
                  </a:lnTo>
                  <a:lnTo>
                    <a:pt x="24358" y="307682"/>
                  </a:lnTo>
                  <a:close/>
                </a:path>
                <a:path w="7296784" h="332104">
                  <a:moveTo>
                    <a:pt x="7270673" y="307682"/>
                  </a:moveTo>
                  <a:lnTo>
                    <a:pt x="24358" y="307682"/>
                  </a:lnTo>
                  <a:lnTo>
                    <a:pt x="24358" y="319874"/>
                  </a:lnTo>
                  <a:lnTo>
                    <a:pt x="7270673" y="319874"/>
                  </a:lnTo>
                  <a:lnTo>
                    <a:pt x="7270673" y="307682"/>
                  </a:lnTo>
                  <a:close/>
                </a:path>
                <a:path w="7296784" h="332104">
                  <a:moveTo>
                    <a:pt x="7270673" y="12191"/>
                  </a:moveTo>
                  <a:lnTo>
                    <a:pt x="7270673" y="319874"/>
                  </a:lnTo>
                  <a:lnTo>
                    <a:pt x="7282853" y="307682"/>
                  </a:lnTo>
                  <a:lnTo>
                    <a:pt x="7296556" y="307682"/>
                  </a:lnTo>
                  <a:lnTo>
                    <a:pt x="7296556" y="24371"/>
                  </a:lnTo>
                  <a:lnTo>
                    <a:pt x="7282853" y="24371"/>
                  </a:lnTo>
                  <a:lnTo>
                    <a:pt x="7270673" y="12191"/>
                  </a:lnTo>
                  <a:close/>
                </a:path>
                <a:path w="7296784" h="332104">
                  <a:moveTo>
                    <a:pt x="7296556" y="307682"/>
                  </a:moveTo>
                  <a:lnTo>
                    <a:pt x="7282853" y="307682"/>
                  </a:lnTo>
                  <a:lnTo>
                    <a:pt x="7270673" y="319874"/>
                  </a:lnTo>
                  <a:lnTo>
                    <a:pt x="7296556" y="319874"/>
                  </a:lnTo>
                  <a:lnTo>
                    <a:pt x="7296556" y="307682"/>
                  </a:lnTo>
                  <a:close/>
                </a:path>
                <a:path w="7296784" h="332104">
                  <a:moveTo>
                    <a:pt x="24358" y="12191"/>
                  </a:moveTo>
                  <a:lnTo>
                    <a:pt x="12179" y="24371"/>
                  </a:lnTo>
                  <a:lnTo>
                    <a:pt x="24358" y="24371"/>
                  </a:lnTo>
                  <a:lnTo>
                    <a:pt x="24358" y="12191"/>
                  </a:lnTo>
                  <a:close/>
                </a:path>
                <a:path w="7296784" h="332104">
                  <a:moveTo>
                    <a:pt x="7270673" y="12191"/>
                  </a:moveTo>
                  <a:lnTo>
                    <a:pt x="24358" y="12191"/>
                  </a:lnTo>
                  <a:lnTo>
                    <a:pt x="24358" y="24371"/>
                  </a:lnTo>
                  <a:lnTo>
                    <a:pt x="7270673" y="24371"/>
                  </a:lnTo>
                  <a:lnTo>
                    <a:pt x="7270673" y="12191"/>
                  </a:lnTo>
                  <a:close/>
                </a:path>
                <a:path w="7296784" h="332104">
                  <a:moveTo>
                    <a:pt x="7296556" y="12191"/>
                  </a:moveTo>
                  <a:lnTo>
                    <a:pt x="7270673" y="12191"/>
                  </a:lnTo>
                  <a:lnTo>
                    <a:pt x="7282853" y="24371"/>
                  </a:lnTo>
                  <a:lnTo>
                    <a:pt x="7296556" y="24371"/>
                  </a:lnTo>
                  <a:lnTo>
                    <a:pt x="7296556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63636" y="5209458"/>
            <a:ext cx="195897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9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11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23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27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34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56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56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99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7559" y="4947297"/>
            <a:ext cx="8072755" cy="2259330"/>
            <a:chOff x="1437559" y="4947297"/>
            <a:chExt cx="8072755" cy="22593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7559" y="4947297"/>
              <a:ext cx="7993308" cy="8453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619" y="5757621"/>
              <a:ext cx="7360488" cy="140133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머쉰</a:t>
            </a:r>
            <a:r>
              <a:rPr dirty="0" spc="-265"/>
              <a:t> </a:t>
            </a:r>
            <a:r>
              <a:rPr dirty="0" spc="-2085"/>
              <a:t>스케줄링</a:t>
            </a: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822662" y="2502913"/>
            <a:ext cx="3264133" cy="179214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62443" y="1906509"/>
            <a:ext cx="7893050" cy="628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620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779780" algn="l"/>
                <a:tab pos="1505585" algn="l"/>
                <a:tab pos="2120900" algn="l"/>
                <a:tab pos="2232025" algn="l"/>
                <a:tab pos="3745229" algn="l"/>
                <a:tab pos="4638675" algn="l"/>
                <a:tab pos="5589905" algn="l"/>
                <a:tab pos="6596380" algn="l"/>
                <a:tab pos="7322820" algn="l"/>
              </a:tabLst>
            </a:pPr>
            <a:r>
              <a:rPr dirty="0" sz="2200">
                <a:latin typeface="Gulim"/>
                <a:cs typeface="Gulim"/>
              </a:rPr>
              <a:t>목표</a:t>
            </a:r>
            <a:r>
              <a:rPr dirty="0" sz="2200">
                <a:latin typeface="Lucida Console"/>
                <a:cs typeface="Lucida Console"/>
              </a:rPr>
              <a:t>:</a:t>
            </a:r>
            <a:r>
              <a:rPr dirty="0" sz="2200" spc="-55">
                <a:latin typeface="Lucida Console"/>
                <a:cs typeface="Lucida Console"/>
              </a:rPr>
              <a:t> </a:t>
            </a:r>
            <a:r>
              <a:rPr dirty="0" sz="2200" spc="-25">
                <a:latin typeface="Lucida Console"/>
                <a:cs typeface="Lucida Console"/>
              </a:rPr>
              <a:t>m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machine</a:t>
            </a:r>
            <a:r>
              <a:rPr dirty="0" sz="2200" spc="-10">
                <a:latin typeface="Gulim"/>
                <a:cs typeface="Gulim"/>
              </a:rPr>
              <a:t>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Lucida Console"/>
                <a:cs typeface="Lucida Console"/>
              </a:rPr>
              <a:t>n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Lucida Console"/>
                <a:cs typeface="Lucida Console"/>
              </a:rPr>
              <a:t>job</a:t>
            </a:r>
            <a:r>
              <a:rPr dirty="0" sz="2200" spc="-20">
                <a:latin typeface="Gulim"/>
                <a:cs typeface="Gulim"/>
              </a:rPr>
              <a:t>이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있을때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최소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시간 </a:t>
            </a:r>
            <a:r>
              <a:rPr dirty="0" sz="2200" spc="-50">
                <a:latin typeface="Gulim"/>
                <a:cs typeface="Gulim"/>
              </a:rPr>
              <a:t>에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모든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작업</a:t>
            </a:r>
            <a:r>
              <a:rPr dirty="0" sz="2200">
                <a:latin typeface="Gulim"/>
                <a:cs typeface="Gulim"/>
              </a:rPr>
              <a:t>		</a:t>
            </a:r>
            <a:r>
              <a:rPr dirty="0" sz="2200" spc="-25">
                <a:latin typeface="Gulim"/>
                <a:cs typeface="Gulim"/>
              </a:rPr>
              <a:t>완료</a:t>
            </a:r>
            <a:endParaRPr sz="22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473682" y="6954390"/>
            <a:ext cx="430657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624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10">
                <a:latin typeface="Gulim"/>
                <a:cs typeface="Gulim"/>
              </a:rPr>
              <a:t> 생능출판사</a:t>
            </a:r>
            <a:r>
              <a:rPr dirty="0" sz="1200" spc="500">
                <a:latin typeface="Gulim"/>
                <a:cs typeface="Gulim"/>
              </a:rPr>
              <a:t> </a:t>
            </a:r>
            <a:r>
              <a:rPr dirty="0" sz="1200" spc="-250">
                <a:latin typeface="Gulim"/>
                <a:cs typeface="Gulim"/>
              </a:rPr>
              <a:t>201</a:t>
            </a:r>
            <a:r>
              <a:rPr dirty="0" sz="1200" spc="-34150">
                <a:latin typeface="Gulim"/>
                <a:cs typeface="Gulim"/>
              </a:rPr>
              <a:t>9</a:t>
            </a:r>
            <a:r>
              <a:rPr dirty="0" sz="1200" spc="-245">
                <a:latin typeface="Gulim"/>
                <a:cs typeface="Gulim"/>
              </a:rPr>
              <a:t>C로</a:t>
            </a:r>
            <a:r>
              <a:rPr dirty="0" sz="1200" spc="-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20">
                <a:latin typeface="Gulim"/>
                <a:cs typeface="Gulim"/>
              </a:rPr>
              <a:t> 자료구조</a:t>
            </a:r>
            <a:endParaRPr sz="12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332418" y="6189455"/>
            <a:ext cx="299085" cy="8839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0640">
              <a:lnSpc>
                <a:spcPts val="2005"/>
              </a:lnSpc>
            </a:pPr>
            <a:r>
              <a:rPr dirty="0" sz="1800" spc="-25">
                <a:latin typeface="Gulim"/>
                <a:cs typeface="Gulim"/>
              </a:rPr>
              <a:t>J1</a:t>
            </a:r>
            <a:endParaRPr sz="1800">
              <a:latin typeface="Gulim"/>
              <a:cs typeface="Gulim"/>
            </a:endParaRPr>
          </a:p>
          <a:p>
            <a:pPr marL="12700" marR="5080" indent="27940">
              <a:lnSpc>
                <a:spcPct val="114799"/>
              </a:lnSpc>
            </a:pPr>
            <a:r>
              <a:rPr dirty="0" sz="1800" spc="-25">
                <a:latin typeface="Gulim"/>
                <a:cs typeface="Gulim"/>
              </a:rPr>
              <a:t>J2 J3</a:t>
            </a:r>
            <a:endParaRPr sz="18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7115" y="618945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latin typeface="Gulim"/>
                <a:cs typeface="Gulim"/>
              </a:rPr>
              <a:t>J6</a:t>
            </a:r>
            <a:endParaRPr sz="18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99493" y="649503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latin typeface="Gulim"/>
                <a:cs typeface="Gulim"/>
              </a:rPr>
              <a:t>J5</a:t>
            </a:r>
            <a:endParaRPr sz="18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631279" y="649503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solidFill>
                  <a:srgbClr val="FFFFFF"/>
                </a:solidFill>
                <a:latin typeface="Gulim"/>
                <a:cs typeface="Gulim"/>
              </a:rPr>
              <a:t>J7</a:t>
            </a:r>
            <a:endParaRPr sz="18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922951" y="677420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latin typeface="Gulim"/>
                <a:cs typeface="Gulim"/>
              </a:rPr>
              <a:t>J4</a:t>
            </a:r>
            <a:endParaRPr sz="18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543786" y="4274094"/>
            <a:ext cx="7891780" cy="628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620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1336675" algn="l"/>
                <a:tab pos="1842135" algn="l"/>
                <a:tab pos="2064385" algn="l"/>
                <a:tab pos="3068955" algn="l"/>
                <a:tab pos="3465195" algn="l"/>
                <a:tab pos="3795395" algn="l"/>
                <a:tab pos="4359910" algn="l"/>
                <a:tab pos="4521200" algn="l"/>
                <a:tab pos="6596380" algn="l"/>
              </a:tabLst>
            </a:pPr>
            <a:r>
              <a:rPr dirty="0" sz="2200">
                <a:latin typeface="Gulim"/>
                <a:cs typeface="Gulim"/>
              </a:rPr>
              <a:t>예</a:t>
            </a:r>
            <a:r>
              <a:rPr dirty="0" sz="2200">
                <a:latin typeface="Lucida Console"/>
                <a:cs typeface="Lucida Console"/>
              </a:rPr>
              <a:t>:</a:t>
            </a:r>
            <a:r>
              <a:rPr dirty="0" sz="2200" spc="-35">
                <a:latin typeface="Lucida Console"/>
                <a:cs typeface="Lucida Console"/>
              </a:rPr>
              <a:t> </a:t>
            </a:r>
            <a:r>
              <a:rPr dirty="0" sz="2200" spc="-25">
                <a:latin typeface="Lucida Console"/>
                <a:cs typeface="Lucida Console"/>
              </a:rPr>
              <a:t>3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machine</a:t>
            </a:r>
            <a:r>
              <a:rPr dirty="0" sz="2200" spc="-10">
                <a:latin typeface="Gulim"/>
                <a:cs typeface="Gulim"/>
              </a:rPr>
              <a:t>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Lucida Console"/>
                <a:cs typeface="Lucida Console"/>
              </a:rPr>
              <a:t>7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job(</a:t>
            </a:r>
            <a:r>
              <a:rPr dirty="0" sz="2200" spc="-10">
                <a:latin typeface="Gulim"/>
                <a:cs typeface="Gulim"/>
              </a:rPr>
              <a:t>소요시간은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아래표</a:t>
            </a:r>
            <a:r>
              <a:rPr dirty="0" sz="2200" spc="-20">
                <a:latin typeface="Lucida Console"/>
                <a:cs typeface="Lucida Console"/>
              </a:rPr>
              <a:t>)</a:t>
            </a:r>
            <a:r>
              <a:rPr dirty="0" sz="2200" spc="-20">
                <a:latin typeface="Gulim"/>
                <a:cs typeface="Gulim"/>
              </a:rPr>
              <a:t>이 </a:t>
            </a:r>
            <a:r>
              <a:rPr dirty="0" sz="2200" spc="-25">
                <a:latin typeface="Gulim"/>
                <a:cs typeface="Gulim"/>
              </a:rPr>
              <a:t>있을때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최소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시간에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모든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작업</a:t>
            </a:r>
            <a:r>
              <a:rPr dirty="0" sz="2200">
                <a:latin typeface="Gulim"/>
                <a:cs typeface="Gulim"/>
              </a:rPr>
              <a:t>		</a:t>
            </a:r>
            <a:r>
              <a:rPr dirty="0" sz="2200" spc="-10">
                <a:latin typeface="Gulim"/>
                <a:cs typeface="Gulim"/>
              </a:rPr>
              <a:t>완료하려면</a:t>
            </a:r>
            <a:r>
              <a:rPr dirty="0" sz="2200" spc="-10">
                <a:latin typeface="Lucida Console"/>
                <a:cs typeface="Lucida Console"/>
              </a:rPr>
              <a:t>?</a:t>
            </a:r>
            <a:endParaRPr sz="22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7559" y="4947297"/>
            <a:ext cx="8072755" cy="2259330"/>
            <a:chOff x="1437559" y="4947297"/>
            <a:chExt cx="8072755" cy="22593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7559" y="4947297"/>
              <a:ext cx="7993308" cy="845362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473619" y="5757621"/>
              <a:ext cx="7360488" cy="1401330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760"/>
              <a:t>머쉰</a:t>
            </a:r>
            <a:r>
              <a:rPr dirty="0" spc="-265"/>
              <a:t> </a:t>
            </a:r>
            <a:r>
              <a:rPr dirty="0" spc="-2085"/>
              <a:t>스케줄링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1473682" y="6954390"/>
            <a:ext cx="430657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624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10">
                <a:latin typeface="Gulim"/>
                <a:cs typeface="Gulim"/>
              </a:rPr>
              <a:t> 생능출판사</a:t>
            </a:r>
            <a:r>
              <a:rPr dirty="0" sz="1200" spc="500">
                <a:latin typeface="Gulim"/>
                <a:cs typeface="Gulim"/>
              </a:rPr>
              <a:t> </a:t>
            </a:r>
            <a:r>
              <a:rPr dirty="0" sz="1200" spc="-250">
                <a:latin typeface="Gulim"/>
                <a:cs typeface="Gulim"/>
              </a:rPr>
              <a:t>201</a:t>
            </a:r>
            <a:r>
              <a:rPr dirty="0" sz="1200" spc="-34150">
                <a:latin typeface="Gulim"/>
                <a:cs typeface="Gulim"/>
              </a:rPr>
              <a:t>9</a:t>
            </a:r>
            <a:r>
              <a:rPr dirty="0" sz="1200" spc="-245">
                <a:latin typeface="Gulim"/>
                <a:cs typeface="Gulim"/>
              </a:rPr>
              <a:t>C로</a:t>
            </a:r>
            <a:r>
              <a:rPr dirty="0" sz="1200" spc="-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20">
                <a:latin typeface="Gulim"/>
                <a:cs typeface="Gulim"/>
              </a:rPr>
              <a:t> 자료구조</a:t>
            </a:r>
            <a:endParaRPr sz="12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32418" y="6189455"/>
            <a:ext cx="299085" cy="883919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40640">
              <a:lnSpc>
                <a:spcPts val="2005"/>
              </a:lnSpc>
            </a:pPr>
            <a:r>
              <a:rPr dirty="0" sz="1800" spc="-25">
                <a:latin typeface="Gulim"/>
                <a:cs typeface="Gulim"/>
              </a:rPr>
              <a:t>J1</a:t>
            </a:r>
            <a:endParaRPr sz="1800">
              <a:latin typeface="Gulim"/>
              <a:cs typeface="Gulim"/>
            </a:endParaRPr>
          </a:p>
          <a:p>
            <a:pPr marL="12700" marR="5080" indent="27940">
              <a:lnSpc>
                <a:spcPct val="114799"/>
              </a:lnSpc>
            </a:pPr>
            <a:r>
              <a:rPr dirty="0" sz="1800" spc="-25">
                <a:latin typeface="Gulim"/>
                <a:cs typeface="Gulim"/>
              </a:rPr>
              <a:t>J2 J3</a:t>
            </a:r>
            <a:endParaRPr sz="18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777115" y="618945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latin typeface="Gulim"/>
                <a:cs typeface="Gulim"/>
              </a:rPr>
              <a:t>J6</a:t>
            </a:r>
            <a:endParaRPr sz="18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299493" y="649503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latin typeface="Gulim"/>
                <a:cs typeface="Gulim"/>
              </a:rPr>
              <a:t>J5</a:t>
            </a:r>
            <a:endParaRPr sz="18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631279" y="649503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solidFill>
                  <a:srgbClr val="FFFFFF"/>
                </a:solidFill>
                <a:latin typeface="Gulim"/>
                <a:cs typeface="Gulim"/>
              </a:rPr>
              <a:t>J7</a:t>
            </a:r>
            <a:endParaRPr sz="18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4922951" y="6774205"/>
            <a:ext cx="271145" cy="2540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2000"/>
              </a:lnSpc>
            </a:pPr>
            <a:r>
              <a:rPr dirty="0" sz="1800" spc="-25">
                <a:latin typeface="Gulim"/>
                <a:cs typeface="Gulim"/>
              </a:rPr>
              <a:t>J4</a:t>
            </a:r>
            <a:endParaRPr sz="18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46663" y="1946113"/>
            <a:ext cx="8512810" cy="3143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414145" algn="l"/>
                <a:tab pos="2283460" algn="l"/>
                <a:tab pos="2910840" algn="l"/>
                <a:tab pos="8258809" algn="l"/>
              </a:tabLst>
            </a:pPr>
            <a:r>
              <a:rPr dirty="0" sz="1900">
                <a:latin typeface="Gulim"/>
                <a:cs typeface="Gulim"/>
              </a:rPr>
              <a:t>학생</a:t>
            </a:r>
            <a:r>
              <a:rPr dirty="0" sz="1900">
                <a:latin typeface="Lucida Console"/>
                <a:cs typeface="Lucida Console"/>
              </a:rPr>
              <a:t>&gt;</a:t>
            </a:r>
            <a:r>
              <a:rPr dirty="0" sz="1900" spc="-35">
                <a:latin typeface="Lucida Console"/>
                <a:cs typeface="Lucida Console"/>
              </a:rPr>
              <a:t> </a:t>
            </a:r>
            <a:r>
              <a:rPr dirty="0" sz="1900" spc="-25">
                <a:latin typeface="Gulim"/>
                <a:cs typeface="Gulim"/>
              </a:rPr>
              <a:t>아래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그림을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보니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>
                <a:latin typeface="Lucida Console"/>
                <a:cs typeface="Lucida Console"/>
              </a:rPr>
              <a:t>LPT(longest</a:t>
            </a:r>
            <a:r>
              <a:rPr dirty="0" sz="1900" spc="-30">
                <a:latin typeface="Lucida Console"/>
                <a:cs typeface="Lucida Console"/>
              </a:rPr>
              <a:t> </a:t>
            </a:r>
            <a:r>
              <a:rPr dirty="0" sz="1900">
                <a:latin typeface="Lucida Console"/>
                <a:cs typeface="Lucida Console"/>
              </a:rPr>
              <a:t>processing</a:t>
            </a:r>
            <a:r>
              <a:rPr dirty="0" sz="1900" spc="-40">
                <a:latin typeface="Lucida Console"/>
                <a:cs typeface="Lucida Console"/>
              </a:rPr>
              <a:t> </a:t>
            </a:r>
            <a:r>
              <a:rPr dirty="0" sz="1900">
                <a:latin typeface="Lucida Console"/>
                <a:cs typeface="Lucida Console"/>
              </a:rPr>
              <a:t>time</a:t>
            </a:r>
            <a:r>
              <a:rPr dirty="0" sz="1900" spc="-35">
                <a:latin typeface="Lucida Console"/>
                <a:cs typeface="Lucida Console"/>
              </a:rPr>
              <a:t> </a:t>
            </a:r>
            <a:r>
              <a:rPr dirty="0" sz="1900" spc="-10">
                <a:latin typeface="Lucida Console"/>
                <a:cs typeface="Lucida Console"/>
              </a:rPr>
              <a:t>first)</a:t>
            </a:r>
            <a:r>
              <a:rPr dirty="0" sz="1900" spc="-10">
                <a:latin typeface="Gulim"/>
                <a:cs typeface="Gulim"/>
              </a:rPr>
              <a:t>로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50">
                <a:latin typeface="Gulim"/>
                <a:cs typeface="Gulim"/>
              </a:rPr>
              <a:t>하</a:t>
            </a:r>
            <a:endParaRPr sz="19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6663" y="2146566"/>
            <a:ext cx="8288655" cy="72326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398780" algn="l"/>
                <a:tab pos="1508760" algn="l"/>
                <a:tab pos="2378075" algn="l"/>
                <a:tab pos="3247390" algn="l"/>
                <a:tab pos="3634104" algn="l"/>
                <a:tab pos="4020820" algn="l"/>
              </a:tabLst>
            </a:pPr>
            <a:r>
              <a:rPr dirty="0" sz="1900" spc="-50">
                <a:latin typeface="Gulim"/>
                <a:cs typeface="Gulim"/>
              </a:rPr>
              <a:t>면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0">
                <a:latin typeface="Gulim"/>
                <a:cs typeface="Gulim"/>
              </a:rPr>
              <a:t>작업완료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시간을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최소화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50">
                <a:latin typeface="Gulim"/>
                <a:cs typeface="Gulim"/>
              </a:rPr>
              <a:t>할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50">
                <a:latin typeface="Gulim"/>
                <a:cs typeface="Gulim"/>
              </a:rPr>
              <a:t>수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있네요</a:t>
            </a:r>
            <a:endParaRPr sz="19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470"/>
              </a:spcBef>
              <a:tabLst>
                <a:tab pos="1654810" algn="l"/>
                <a:tab pos="2283460" algn="l"/>
                <a:tab pos="2910840" algn="l"/>
                <a:tab pos="4020820" algn="l"/>
                <a:tab pos="4941570" algn="l"/>
                <a:tab pos="5568950" algn="l"/>
                <a:tab pos="6393815" algn="l"/>
                <a:tab pos="7021195" algn="l"/>
              </a:tabLst>
            </a:pPr>
            <a:r>
              <a:rPr dirty="0" sz="1900">
                <a:latin typeface="Gulim"/>
                <a:cs typeface="Gulim"/>
              </a:rPr>
              <a:t>교수</a:t>
            </a:r>
            <a:r>
              <a:rPr dirty="0" sz="1900">
                <a:latin typeface="Lucida Console"/>
                <a:cs typeface="Lucida Console"/>
              </a:rPr>
              <a:t>&gt;</a:t>
            </a:r>
            <a:r>
              <a:rPr dirty="0" sz="1900" spc="-35">
                <a:latin typeface="Lucida Console"/>
                <a:cs typeface="Lucida Console"/>
              </a:rPr>
              <a:t> </a:t>
            </a:r>
            <a:r>
              <a:rPr dirty="0" sz="1900" spc="-25">
                <a:latin typeface="Gulim"/>
                <a:cs typeface="Gulim"/>
              </a:rPr>
              <a:t>그림을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보면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머쉰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0">
                <a:latin typeface="Gulim"/>
                <a:cs typeface="Gulim"/>
              </a:rPr>
              <a:t>스케줄링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>
                <a:latin typeface="Lucida Console"/>
                <a:cs typeface="Lucida Console"/>
              </a:rPr>
              <a:t>( </a:t>
            </a:r>
            <a:r>
              <a:rPr dirty="0" sz="1900" spc="-25">
                <a:latin typeface="Gulim"/>
                <a:cs typeface="Gulim"/>
              </a:rPr>
              <a:t>언제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어떤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0">
                <a:latin typeface="Lucida Console"/>
                <a:cs typeface="Lucida Console"/>
              </a:rPr>
              <a:t>job</a:t>
            </a:r>
            <a:r>
              <a:rPr dirty="0" sz="1900" spc="-20">
                <a:latin typeface="Gulim"/>
                <a:cs typeface="Gulim"/>
              </a:rPr>
              <a:t>을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어떤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10">
                <a:latin typeface="Lucida Console"/>
                <a:cs typeface="Lucida Console"/>
              </a:rPr>
              <a:t>machine</a:t>
            </a:r>
            <a:r>
              <a:rPr dirty="0" sz="1900" spc="-10">
                <a:latin typeface="Gulim"/>
                <a:cs typeface="Gulim"/>
              </a:rPr>
              <a:t>에</a:t>
            </a:r>
            <a:endParaRPr sz="19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146663" y="2755836"/>
            <a:ext cx="7793990" cy="1073785"/>
          </a:xfrm>
          <a:prstGeom prst="rect">
            <a:avLst/>
          </a:prstGeom>
        </p:spPr>
        <p:txBody>
          <a:bodyPr wrap="square" lIns="0" tIns="7175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65"/>
              </a:spcBef>
              <a:tabLst>
                <a:tab pos="1122045" algn="l"/>
                <a:tab pos="2283460" algn="l"/>
                <a:tab pos="2910840" algn="l"/>
                <a:tab pos="3297554" algn="l"/>
                <a:tab pos="3685540" algn="l"/>
              </a:tabLst>
            </a:pPr>
            <a:r>
              <a:rPr dirty="0" sz="1900" spc="-20">
                <a:latin typeface="Gulim"/>
                <a:cs typeface="Gulim"/>
              </a:rPr>
              <a:t>할당하는</a:t>
            </a:r>
            <a:r>
              <a:rPr dirty="0" sz="1900">
                <a:latin typeface="Gulim"/>
                <a:cs typeface="Gulim"/>
              </a:rPr>
              <a:t>	문제</a:t>
            </a:r>
            <a:r>
              <a:rPr dirty="0" sz="1900">
                <a:latin typeface="Lucida Console"/>
                <a:cs typeface="Lucida Console"/>
              </a:rPr>
              <a:t>)</a:t>
            </a:r>
            <a:r>
              <a:rPr dirty="0" sz="1900" spc="-30">
                <a:latin typeface="Lucida Console"/>
                <a:cs typeface="Lucida Console"/>
              </a:rPr>
              <a:t> </a:t>
            </a:r>
            <a:r>
              <a:rPr dirty="0" sz="1900" spc="-50">
                <a:latin typeface="Gulim"/>
                <a:cs typeface="Gulim"/>
              </a:rPr>
              <a:t>을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5">
                <a:latin typeface="Gulim"/>
                <a:cs typeface="Gulim"/>
              </a:rPr>
              <a:t>쉽게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50">
                <a:latin typeface="Gulim"/>
                <a:cs typeface="Gulim"/>
              </a:rPr>
              <a:t>할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50">
                <a:latin typeface="Gulim"/>
                <a:cs typeface="Gulim"/>
              </a:rPr>
              <a:t>수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10">
                <a:latin typeface="Gulim"/>
                <a:cs typeface="Gulim"/>
              </a:rPr>
              <a:t>있습니다</a:t>
            </a:r>
            <a:r>
              <a:rPr dirty="0" sz="1900" spc="-10">
                <a:latin typeface="Lucida Console"/>
                <a:cs typeface="Lucida Console"/>
              </a:rPr>
              <a:t>.</a:t>
            </a:r>
            <a:endParaRPr sz="1900">
              <a:latin typeface="Lucida Console"/>
              <a:cs typeface="Lucida Console"/>
            </a:endParaRPr>
          </a:p>
          <a:p>
            <a:pPr marL="12700" marR="5080">
              <a:lnSpc>
                <a:spcPts val="2760"/>
              </a:lnSpc>
              <a:spcBef>
                <a:spcPts val="85"/>
              </a:spcBef>
              <a:tabLst>
                <a:tab pos="881380" algn="l"/>
                <a:tab pos="1991360" algn="l"/>
                <a:tab pos="4066540" algn="l"/>
                <a:tab pos="4166870" algn="l"/>
                <a:tab pos="5080000" algn="l"/>
                <a:tab pos="6189980" algn="l"/>
                <a:tab pos="6577965" algn="l"/>
              </a:tabLst>
            </a:pPr>
            <a:r>
              <a:rPr dirty="0" sz="1900" spc="-25">
                <a:latin typeface="Gulim"/>
                <a:cs typeface="Gulim"/>
              </a:rPr>
              <a:t>이제는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0">
                <a:latin typeface="Gulim"/>
                <a:cs typeface="Gulim"/>
              </a:rPr>
              <a:t>그림으로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10">
                <a:latin typeface="Gulim"/>
                <a:cs typeface="Gulim"/>
              </a:rPr>
              <a:t>스케줄링하였으니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0">
                <a:latin typeface="Lucida Console"/>
                <a:cs typeface="Lucida Console"/>
              </a:rPr>
              <a:t>C</a:t>
            </a:r>
            <a:r>
              <a:rPr dirty="0" sz="1900" spc="-20">
                <a:latin typeface="Gulim"/>
                <a:cs typeface="Gulim"/>
              </a:rPr>
              <a:t>코드로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0">
                <a:latin typeface="Gulim"/>
                <a:cs typeface="Gulim"/>
              </a:rPr>
              <a:t>스케줄링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50">
                <a:latin typeface="Gulim"/>
                <a:cs typeface="Gulim"/>
              </a:rPr>
              <a:t>할</a:t>
            </a:r>
            <a:r>
              <a:rPr dirty="0" sz="1900">
                <a:latin typeface="Gulim"/>
                <a:cs typeface="Gulim"/>
              </a:rPr>
              <a:t>	</a:t>
            </a:r>
            <a:r>
              <a:rPr dirty="0" sz="1900" spc="-20">
                <a:latin typeface="Gulim"/>
                <a:cs typeface="Gulim"/>
              </a:rPr>
              <a:t>차례입니다 </a:t>
            </a:r>
            <a:r>
              <a:rPr dirty="0" sz="1900">
                <a:latin typeface="Gulim"/>
                <a:cs typeface="Gulim"/>
              </a:rPr>
              <a:t>학생</a:t>
            </a:r>
            <a:r>
              <a:rPr dirty="0" sz="1900">
                <a:latin typeface="Lucida Console"/>
                <a:cs typeface="Lucida Console"/>
              </a:rPr>
              <a:t>&gt;</a:t>
            </a:r>
            <a:r>
              <a:rPr dirty="0" sz="1900" spc="-50">
                <a:latin typeface="Lucida Console"/>
                <a:cs typeface="Lucida Console"/>
              </a:rPr>
              <a:t> </a:t>
            </a:r>
            <a:r>
              <a:rPr dirty="0" sz="1900">
                <a:latin typeface="Gulim"/>
                <a:cs typeface="Gulim"/>
              </a:rPr>
              <a:t>아</a:t>
            </a:r>
            <a:r>
              <a:rPr dirty="0" sz="1900">
                <a:latin typeface="Lucida Console"/>
                <a:cs typeface="Lucida Console"/>
              </a:rPr>
              <a:t>~</a:t>
            </a:r>
            <a:r>
              <a:rPr dirty="0" sz="1900" spc="-50">
                <a:latin typeface="Lucida Console"/>
                <a:cs typeface="Lucida Console"/>
              </a:rPr>
              <a:t> </a:t>
            </a:r>
            <a:r>
              <a:rPr dirty="0" sz="1900">
                <a:latin typeface="Gulim"/>
                <a:cs typeface="Gulim"/>
              </a:rPr>
              <a:t>막막하네요</a:t>
            </a:r>
            <a:r>
              <a:rPr dirty="0" sz="1900">
                <a:latin typeface="Lucida Console"/>
                <a:cs typeface="Lucida Console"/>
              </a:rPr>
              <a:t>.</a:t>
            </a:r>
            <a:r>
              <a:rPr dirty="0" sz="1900" spc="-30">
                <a:latin typeface="Lucida Console"/>
                <a:cs typeface="Lucida Console"/>
              </a:rPr>
              <a:t> </a:t>
            </a:r>
            <a:r>
              <a:rPr dirty="0" sz="1900" spc="-10">
                <a:latin typeface="Gulim"/>
                <a:cs typeface="Gulim"/>
              </a:rPr>
              <a:t>그림으로는</a:t>
            </a:r>
            <a:r>
              <a:rPr dirty="0" sz="1900">
                <a:latin typeface="Gulim"/>
                <a:cs typeface="Gulim"/>
              </a:rPr>
              <a:t>		</a:t>
            </a:r>
            <a:r>
              <a:rPr dirty="0" sz="1900" spc="-20">
                <a:latin typeface="Gulim"/>
                <a:cs typeface="Gulim"/>
              </a:rPr>
              <a:t>쉬웠는데</a:t>
            </a:r>
            <a:endParaRPr sz="19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543786" y="4274094"/>
            <a:ext cx="7891780" cy="628015"/>
          </a:xfrm>
          <a:prstGeom prst="rect">
            <a:avLst/>
          </a:prstGeom>
        </p:spPr>
        <p:txBody>
          <a:bodyPr wrap="square" lIns="0" tIns="78740" rIns="0" bIns="0" rtlCol="0" vert="horz">
            <a:spAutoFit/>
          </a:bodyPr>
          <a:lstStyle/>
          <a:p>
            <a:pPr marL="332105" marR="5080" indent="-320040">
              <a:lnSpc>
                <a:spcPct val="80000"/>
              </a:lnSpc>
              <a:spcBef>
                <a:spcPts val="620"/>
              </a:spcBef>
              <a:buClr>
                <a:srgbClr val="DD8046"/>
              </a:buClr>
              <a:buSzPct val="59090"/>
              <a:buFont typeface="Meiryo UI"/>
              <a:buChar char="□"/>
              <a:tabLst>
                <a:tab pos="332105" algn="l"/>
                <a:tab pos="1336675" algn="l"/>
                <a:tab pos="1842135" algn="l"/>
                <a:tab pos="2064385" algn="l"/>
                <a:tab pos="3068955" algn="l"/>
                <a:tab pos="3465195" algn="l"/>
                <a:tab pos="3795395" algn="l"/>
                <a:tab pos="4359910" algn="l"/>
                <a:tab pos="4521200" algn="l"/>
                <a:tab pos="6596380" algn="l"/>
              </a:tabLst>
            </a:pPr>
            <a:r>
              <a:rPr dirty="0" sz="2200">
                <a:latin typeface="Gulim"/>
                <a:cs typeface="Gulim"/>
              </a:rPr>
              <a:t>예</a:t>
            </a:r>
            <a:r>
              <a:rPr dirty="0" sz="2200">
                <a:latin typeface="Lucida Console"/>
                <a:cs typeface="Lucida Console"/>
              </a:rPr>
              <a:t>:</a:t>
            </a:r>
            <a:r>
              <a:rPr dirty="0" sz="2200" spc="-35">
                <a:latin typeface="Lucida Console"/>
                <a:cs typeface="Lucida Console"/>
              </a:rPr>
              <a:t> </a:t>
            </a:r>
            <a:r>
              <a:rPr dirty="0" sz="2200" spc="-25">
                <a:latin typeface="Lucida Console"/>
                <a:cs typeface="Lucida Console"/>
              </a:rPr>
              <a:t>3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machine</a:t>
            </a:r>
            <a:r>
              <a:rPr dirty="0" sz="2200" spc="-10">
                <a:latin typeface="Gulim"/>
                <a:cs typeface="Gulim"/>
              </a:rPr>
              <a:t>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Lucida Console"/>
                <a:cs typeface="Lucida Console"/>
              </a:rPr>
              <a:t>7</a:t>
            </a:r>
            <a:r>
              <a:rPr dirty="0" sz="2200" spc="-25">
                <a:latin typeface="Gulim"/>
                <a:cs typeface="Gulim"/>
              </a:rPr>
              <a:t>개의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10">
                <a:latin typeface="Lucida Console"/>
                <a:cs typeface="Lucida Console"/>
              </a:rPr>
              <a:t>job(</a:t>
            </a:r>
            <a:r>
              <a:rPr dirty="0" sz="2200" spc="-10">
                <a:latin typeface="Gulim"/>
                <a:cs typeface="Gulim"/>
              </a:rPr>
              <a:t>소요시간은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0">
                <a:latin typeface="Gulim"/>
                <a:cs typeface="Gulim"/>
              </a:rPr>
              <a:t>아래표</a:t>
            </a:r>
            <a:r>
              <a:rPr dirty="0" sz="2200" spc="-20">
                <a:latin typeface="Lucida Console"/>
                <a:cs typeface="Lucida Console"/>
              </a:rPr>
              <a:t>)</a:t>
            </a:r>
            <a:r>
              <a:rPr dirty="0" sz="2200" spc="-20">
                <a:latin typeface="Gulim"/>
                <a:cs typeface="Gulim"/>
              </a:rPr>
              <a:t>이 </a:t>
            </a:r>
            <a:r>
              <a:rPr dirty="0" sz="2200" spc="-25">
                <a:latin typeface="Gulim"/>
                <a:cs typeface="Gulim"/>
              </a:rPr>
              <a:t>있을때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최소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시간에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모든</a:t>
            </a:r>
            <a:r>
              <a:rPr dirty="0" sz="2200">
                <a:latin typeface="Gulim"/>
                <a:cs typeface="Gulim"/>
              </a:rPr>
              <a:t>	</a:t>
            </a:r>
            <a:r>
              <a:rPr dirty="0" sz="2200" spc="-25">
                <a:latin typeface="Gulim"/>
                <a:cs typeface="Gulim"/>
              </a:rPr>
              <a:t>작업</a:t>
            </a:r>
            <a:r>
              <a:rPr dirty="0" sz="2200">
                <a:latin typeface="Gulim"/>
                <a:cs typeface="Gulim"/>
              </a:rPr>
              <a:t>		</a:t>
            </a:r>
            <a:r>
              <a:rPr dirty="0" sz="2200" spc="-10">
                <a:latin typeface="Gulim"/>
                <a:cs typeface="Gulim"/>
              </a:rPr>
              <a:t>완료하려면</a:t>
            </a:r>
            <a:r>
              <a:rPr dirty="0" sz="2200" spc="-10">
                <a:latin typeface="Lucida Console"/>
                <a:cs typeface="Lucida Console"/>
              </a:rPr>
              <a:t>?</a:t>
            </a:r>
            <a:endParaRPr sz="2200">
              <a:latin typeface="Lucida Console"/>
              <a:cs typeface="Lucida Console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208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dirty="0" sz="4000">
                <a:latin typeface="Tw Cen MT"/>
                <a:cs typeface="Tw Cen MT"/>
              </a:rPr>
              <a:t>LPT(longest</a:t>
            </a:r>
            <a:r>
              <a:rPr dirty="0" sz="4000" spc="-155">
                <a:latin typeface="Tw Cen MT"/>
                <a:cs typeface="Tw Cen MT"/>
              </a:rPr>
              <a:t> </a:t>
            </a:r>
            <a:r>
              <a:rPr dirty="0" sz="4000">
                <a:latin typeface="Tw Cen MT"/>
                <a:cs typeface="Tw Cen MT"/>
              </a:rPr>
              <a:t>processing</a:t>
            </a:r>
            <a:r>
              <a:rPr dirty="0" sz="4000" spc="-150">
                <a:latin typeface="Tw Cen MT"/>
                <a:cs typeface="Tw Cen MT"/>
              </a:rPr>
              <a:t> </a:t>
            </a:r>
            <a:r>
              <a:rPr dirty="0" sz="4000">
                <a:latin typeface="Tw Cen MT"/>
                <a:cs typeface="Tw Cen MT"/>
              </a:rPr>
              <a:t>time</a:t>
            </a:r>
            <a:r>
              <a:rPr dirty="0" sz="4000" spc="-155">
                <a:latin typeface="Tw Cen MT"/>
                <a:cs typeface="Tw Cen MT"/>
              </a:rPr>
              <a:t> </a:t>
            </a:r>
            <a:r>
              <a:rPr dirty="0" sz="4000">
                <a:latin typeface="Tw Cen MT"/>
                <a:cs typeface="Tw Cen MT"/>
              </a:rPr>
              <a:t>first)</a:t>
            </a:r>
            <a:r>
              <a:rPr dirty="0" sz="4000" spc="-140">
                <a:latin typeface="Tw Cen MT"/>
                <a:cs typeface="Tw Cen MT"/>
              </a:rPr>
              <a:t> </a:t>
            </a:r>
            <a:r>
              <a:rPr dirty="0" sz="4000" spc="-1425"/>
              <a:t>방법</a:t>
            </a:r>
            <a:endParaRPr sz="4000">
              <a:latin typeface="Tw Cen MT"/>
              <a:cs typeface="Tw Cen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437559" y="1967953"/>
            <a:ext cx="7993308" cy="845362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27949" y="2922993"/>
            <a:ext cx="7867421" cy="148052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315514" y="3359006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J1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4334" y="4514710"/>
            <a:ext cx="7861036" cy="15048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2270556" y="4856950"/>
            <a:ext cx="287655" cy="7454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16510">
              <a:lnSpc>
                <a:spcPct val="1312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J1 J2</a:t>
            </a:r>
            <a:endParaRPr sz="1800">
              <a:latin typeface="Gulim"/>
              <a:cs typeface="Gulim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383804" y="4863515"/>
            <a:ext cx="8129270" cy="2343150"/>
            <a:chOff x="1383804" y="4863515"/>
            <a:chExt cx="8129270" cy="23431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83804" y="4863515"/>
              <a:ext cx="8129270" cy="156888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25208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dirty="0" sz="4000">
                <a:latin typeface="Tw Cen MT"/>
                <a:cs typeface="Tw Cen MT"/>
              </a:rPr>
              <a:t>LPT(longest</a:t>
            </a:r>
            <a:r>
              <a:rPr dirty="0" sz="4000" spc="-155">
                <a:latin typeface="Tw Cen MT"/>
                <a:cs typeface="Tw Cen MT"/>
              </a:rPr>
              <a:t> </a:t>
            </a:r>
            <a:r>
              <a:rPr dirty="0" sz="4000">
                <a:latin typeface="Tw Cen MT"/>
                <a:cs typeface="Tw Cen MT"/>
              </a:rPr>
              <a:t>processing</a:t>
            </a:r>
            <a:r>
              <a:rPr dirty="0" sz="4000" spc="-150">
                <a:latin typeface="Tw Cen MT"/>
                <a:cs typeface="Tw Cen MT"/>
              </a:rPr>
              <a:t> </a:t>
            </a:r>
            <a:r>
              <a:rPr dirty="0" sz="4000">
                <a:latin typeface="Tw Cen MT"/>
                <a:cs typeface="Tw Cen MT"/>
              </a:rPr>
              <a:t>time</a:t>
            </a:r>
            <a:r>
              <a:rPr dirty="0" sz="4000" spc="-155">
                <a:latin typeface="Tw Cen MT"/>
                <a:cs typeface="Tw Cen MT"/>
              </a:rPr>
              <a:t> </a:t>
            </a:r>
            <a:r>
              <a:rPr dirty="0" sz="4000">
                <a:latin typeface="Tw Cen MT"/>
                <a:cs typeface="Tw Cen MT"/>
              </a:rPr>
              <a:t>first)</a:t>
            </a:r>
            <a:r>
              <a:rPr dirty="0" sz="4000" spc="-140">
                <a:latin typeface="Tw Cen MT"/>
                <a:cs typeface="Tw Cen MT"/>
              </a:rPr>
              <a:t> </a:t>
            </a:r>
            <a:r>
              <a:rPr dirty="0" sz="4000" spc="-1425"/>
              <a:t>방법</a:t>
            </a:r>
            <a:endParaRPr sz="4000">
              <a:latin typeface="Tw Cen MT"/>
              <a:cs typeface="Tw Cen MT"/>
            </a:endParaRPr>
          </a:p>
        </p:txBody>
      </p:sp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54257" y="2972139"/>
            <a:ext cx="7961194" cy="1480112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270556" y="3287573"/>
            <a:ext cx="287655" cy="102489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 indent="16510">
              <a:lnSpc>
                <a:spcPct val="100000"/>
              </a:lnSpc>
              <a:spcBef>
                <a:spcPts val="770"/>
              </a:spcBef>
            </a:pPr>
            <a:r>
              <a:rPr dirty="0" sz="1800" spc="-25">
                <a:latin typeface="Gulim"/>
                <a:cs typeface="Gulim"/>
              </a:rPr>
              <a:t>J1</a:t>
            </a:r>
            <a:endParaRPr sz="1800">
              <a:latin typeface="Gulim"/>
              <a:cs typeface="Gulim"/>
            </a:endParaRPr>
          </a:p>
          <a:p>
            <a:pPr marL="12700" marR="21590">
              <a:lnSpc>
                <a:spcPct val="101800"/>
              </a:lnSpc>
              <a:spcBef>
                <a:spcPts val="635"/>
              </a:spcBef>
            </a:pPr>
            <a:r>
              <a:rPr dirty="0" sz="1800" spc="-25">
                <a:latin typeface="Gulim"/>
                <a:cs typeface="Gulim"/>
              </a:rPr>
              <a:t>J2 J3</a:t>
            </a:r>
            <a:endParaRPr sz="18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70556" y="5312677"/>
            <a:ext cx="287655" cy="10242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 indent="16510">
              <a:lnSpc>
                <a:spcPct val="100000"/>
              </a:lnSpc>
              <a:spcBef>
                <a:spcPts val="770"/>
              </a:spcBef>
            </a:pPr>
            <a:r>
              <a:rPr dirty="0" sz="1800" spc="-25">
                <a:latin typeface="Gulim"/>
                <a:cs typeface="Gulim"/>
              </a:rPr>
              <a:t>J1</a:t>
            </a:r>
            <a:endParaRPr sz="1800">
              <a:latin typeface="Gulim"/>
              <a:cs typeface="Gulim"/>
            </a:endParaRPr>
          </a:p>
          <a:p>
            <a:pPr marL="12700" marR="21590">
              <a:lnSpc>
                <a:spcPct val="101800"/>
              </a:lnSpc>
              <a:spcBef>
                <a:spcPts val="635"/>
              </a:spcBef>
            </a:pPr>
            <a:r>
              <a:rPr dirty="0" sz="1800" spc="-25">
                <a:latin typeface="Gulim"/>
                <a:cs typeface="Gulim"/>
              </a:rPr>
              <a:t>J2 J3</a:t>
            </a:r>
            <a:endParaRPr sz="18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209590" y="6028077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J4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37559" y="1967953"/>
            <a:ext cx="7993308" cy="845362"/>
          </a:xfrm>
          <a:prstGeom prst="rect">
            <a:avLst/>
          </a:prstGeom>
        </p:spPr>
      </p:pic>
      <p:sp>
        <p:nvSpPr>
          <p:cNvPr id="11" name="object 1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822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LPT</a:t>
            </a:r>
            <a:r>
              <a:rPr dirty="0" spc="-50">
                <a:latin typeface="Tw Cen MT"/>
                <a:cs typeface="Tw Cen MT"/>
              </a:rPr>
              <a:t> </a:t>
            </a:r>
            <a:r>
              <a:rPr dirty="0" spc="-10">
                <a:latin typeface="Tw Cen MT"/>
                <a:cs typeface="Tw Cen MT"/>
              </a:rPr>
              <a:t>(lpt.c)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95412" y="2056295"/>
            <a:ext cx="7308850" cy="3116580"/>
            <a:chOff x="1595412" y="2056295"/>
            <a:chExt cx="7308850" cy="3116580"/>
          </a:xfrm>
        </p:grpSpPr>
        <p:sp>
          <p:nvSpPr>
            <p:cNvPr id="5" name="object 5"/>
            <p:cNvSpPr/>
            <p:nvPr/>
          </p:nvSpPr>
          <p:spPr>
            <a:xfrm>
              <a:off x="1607591" y="2068474"/>
              <a:ext cx="7284720" cy="3092450"/>
            </a:xfrm>
            <a:custGeom>
              <a:avLst/>
              <a:gdLst/>
              <a:ahLst/>
              <a:cxnLst/>
              <a:rect l="l" t="t" r="r" b="b"/>
              <a:pathLst>
                <a:path w="7284720" h="3092450">
                  <a:moveTo>
                    <a:pt x="7284377" y="0"/>
                  </a:moveTo>
                  <a:lnTo>
                    <a:pt x="0" y="0"/>
                  </a:lnTo>
                  <a:lnTo>
                    <a:pt x="0" y="3092056"/>
                  </a:lnTo>
                  <a:lnTo>
                    <a:pt x="7284377" y="3092056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5412" y="2056295"/>
              <a:ext cx="7308850" cy="3116580"/>
            </a:xfrm>
            <a:custGeom>
              <a:avLst/>
              <a:gdLst/>
              <a:ahLst/>
              <a:cxnLst/>
              <a:rect l="l" t="t" r="r" b="b"/>
              <a:pathLst>
                <a:path w="7308850" h="3116579">
                  <a:moveTo>
                    <a:pt x="7308723" y="0"/>
                  </a:moveTo>
                  <a:lnTo>
                    <a:pt x="0" y="0"/>
                  </a:lnTo>
                  <a:lnTo>
                    <a:pt x="0" y="3116427"/>
                  </a:lnTo>
                  <a:lnTo>
                    <a:pt x="7308723" y="3116427"/>
                  </a:lnTo>
                  <a:lnTo>
                    <a:pt x="7308723" y="3104235"/>
                  </a:lnTo>
                  <a:lnTo>
                    <a:pt x="25869" y="3104235"/>
                  </a:lnTo>
                  <a:lnTo>
                    <a:pt x="12179" y="3092056"/>
                  </a:lnTo>
                  <a:lnTo>
                    <a:pt x="25869" y="3092056"/>
                  </a:lnTo>
                  <a:lnTo>
                    <a:pt x="25869" y="25895"/>
                  </a:lnTo>
                  <a:lnTo>
                    <a:pt x="12179" y="25895"/>
                  </a:lnTo>
                  <a:lnTo>
                    <a:pt x="25869" y="12179"/>
                  </a:lnTo>
                  <a:lnTo>
                    <a:pt x="7308723" y="12179"/>
                  </a:lnTo>
                  <a:lnTo>
                    <a:pt x="7308723" y="0"/>
                  </a:lnTo>
                  <a:close/>
                </a:path>
                <a:path w="7308850" h="3116579">
                  <a:moveTo>
                    <a:pt x="25869" y="3092056"/>
                  </a:moveTo>
                  <a:lnTo>
                    <a:pt x="12179" y="3092056"/>
                  </a:lnTo>
                  <a:lnTo>
                    <a:pt x="25869" y="3104235"/>
                  </a:lnTo>
                  <a:lnTo>
                    <a:pt x="25869" y="3092056"/>
                  </a:lnTo>
                  <a:close/>
                </a:path>
                <a:path w="7308850" h="3116579">
                  <a:moveTo>
                    <a:pt x="7282840" y="3092056"/>
                  </a:moveTo>
                  <a:lnTo>
                    <a:pt x="25869" y="3092056"/>
                  </a:lnTo>
                  <a:lnTo>
                    <a:pt x="25869" y="3104235"/>
                  </a:lnTo>
                  <a:lnTo>
                    <a:pt x="7282840" y="3104235"/>
                  </a:lnTo>
                  <a:lnTo>
                    <a:pt x="7282840" y="3092056"/>
                  </a:lnTo>
                  <a:close/>
                </a:path>
                <a:path w="7308850" h="3116579">
                  <a:moveTo>
                    <a:pt x="7282840" y="12179"/>
                  </a:moveTo>
                  <a:lnTo>
                    <a:pt x="7282840" y="3104235"/>
                  </a:lnTo>
                  <a:lnTo>
                    <a:pt x="7296543" y="3092056"/>
                  </a:lnTo>
                  <a:lnTo>
                    <a:pt x="7308723" y="3092056"/>
                  </a:lnTo>
                  <a:lnTo>
                    <a:pt x="7308723" y="25895"/>
                  </a:lnTo>
                  <a:lnTo>
                    <a:pt x="7296543" y="25895"/>
                  </a:lnTo>
                  <a:lnTo>
                    <a:pt x="7282840" y="12179"/>
                  </a:lnTo>
                  <a:close/>
                </a:path>
                <a:path w="7308850" h="3116579">
                  <a:moveTo>
                    <a:pt x="7308723" y="3092056"/>
                  </a:moveTo>
                  <a:lnTo>
                    <a:pt x="7296543" y="3092056"/>
                  </a:lnTo>
                  <a:lnTo>
                    <a:pt x="7282840" y="3104235"/>
                  </a:lnTo>
                  <a:lnTo>
                    <a:pt x="7308723" y="3104235"/>
                  </a:lnTo>
                  <a:lnTo>
                    <a:pt x="7308723" y="3092056"/>
                  </a:lnTo>
                  <a:close/>
                </a:path>
                <a:path w="7308850" h="3116579">
                  <a:moveTo>
                    <a:pt x="25869" y="12179"/>
                  </a:moveTo>
                  <a:lnTo>
                    <a:pt x="12179" y="25895"/>
                  </a:lnTo>
                  <a:lnTo>
                    <a:pt x="25869" y="25895"/>
                  </a:lnTo>
                  <a:lnTo>
                    <a:pt x="25869" y="12179"/>
                  </a:lnTo>
                  <a:close/>
                </a:path>
                <a:path w="7308850" h="3116579">
                  <a:moveTo>
                    <a:pt x="7282840" y="12179"/>
                  </a:moveTo>
                  <a:lnTo>
                    <a:pt x="25869" y="12179"/>
                  </a:lnTo>
                  <a:lnTo>
                    <a:pt x="25869" y="25895"/>
                  </a:lnTo>
                  <a:lnTo>
                    <a:pt x="7282840" y="25895"/>
                  </a:lnTo>
                  <a:lnTo>
                    <a:pt x="7282840" y="12179"/>
                  </a:lnTo>
                  <a:close/>
                </a:path>
                <a:path w="7308850" h="3116579">
                  <a:moveTo>
                    <a:pt x="7308723" y="12179"/>
                  </a:moveTo>
                  <a:lnTo>
                    <a:pt x="7282840" y="12179"/>
                  </a:lnTo>
                  <a:lnTo>
                    <a:pt x="7296543" y="25895"/>
                  </a:lnTo>
                  <a:lnTo>
                    <a:pt x="7308723" y="25895"/>
                  </a:lnTo>
                  <a:lnTo>
                    <a:pt x="7308723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86128" y="2028105"/>
            <a:ext cx="6533515" cy="2767330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500">
                <a:latin typeface="Tw Cen MT"/>
                <a:cs typeface="Tw Cen MT"/>
              </a:rPr>
              <a:t>#define</a:t>
            </a:r>
            <a:r>
              <a:rPr dirty="0" sz="1500" spc="-5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JOBS</a:t>
            </a:r>
            <a:r>
              <a:rPr dirty="0" sz="1500" spc="-30">
                <a:latin typeface="Tw Cen MT"/>
                <a:cs typeface="Tw Cen MT"/>
              </a:rPr>
              <a:t> </a:t>
            </a:r>
            <a:r>
              <a:rPr dirty="0" sz="1500" spc="-50">
                <a:latin typeface="Tw Cen MT"/>
                <a:cs typeface="Tw Cen MT"/>
              </a:rPr>
              <a:t>7</a:t>
            </a:r>
            <a:endParaRPr sz="15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500">
                <a:latin typeface="Tw Cen MT"/>
                <a:cs typeface="Tw Cen MT"/>
              </a:rPr>
              <a:t>#define</a:t>
            </a:r>
            <a:r>
              <a:rPr dirty="0" sz="1500" spc="-40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MACHINES</a:t>
            </a:r>
            <a:r>
              <a:rPr dirty="0" sz="1500" spc="-40">
                <a:latin typeface="Tw Cen MT"/>
                <a:cs typeface="Tw Cen MT"/>
              </a:rPr>
              <a:t> </a:t>
            </a:r>
            <a:r>
              <a:rPr dirty="0" sz="1500" spc="-50">
                <a:latin typeface="Tw Cen MT"/>
                <a:cs typeface="Tw Cen MT"/>
              </a:rPr>
              <a:t>3</a:t>
            </a:r>
            <a:endParaRPr sz="15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5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</a:pPr>
            <a:r>
              <a:rPr dirty="0" sz="1500">
                <a:latin typeface="Tw Cen MT"/>
                <a:cs typeface="Tw Cen MT"/>
              </a:rPr>
              <a:t>int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main(void)</a:t>
            </a:r>
            <a:endParaRPr sz="15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500" spc="-50">
                <a:latin typeface="Tw Cen MT"/>
                <a:cs typeface="Tw Cen MT"/>
              </a:rPr>
              <a:t>{</a:t>
            </a:r>
            <a:endParaRPr sz="15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59"/>
              </a:spcBef>
            </a:pPr>
            <a:r>
              <a:rPr dirty="0" sz="1500">
                <a:latin typeface="Tw Cen MT"/>
                <a:cs typeface="Tw Cen MT"/>
              </a:rPr>
              <a:t>int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jobs[JOBS]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{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8,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7,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6,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5,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3,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2,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1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};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//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 spc="-10">
                <a:latin typeface="Gulim"/>
                <a:cs typeface="Gulim"/>
              </a:rPr>
              <a:t>작업은</a:t>
            </a:r>
            <a:r>
              <a:rPr dirty="0" sz="1500" spc="-100">
                <a:latin typeface="Gulim"/>
                <a:cs typeface="Gulim"/>
              </a:rPr>
              <a:t> </a:t>
            </a:r>
            <a:r>
              <a:rPr dirty="0" sz="1500" spc="-10">
                <a:latin typeface="Gulim"/>
                <a:cs typeface="Gulim"/>
              </a:rPr>
              <a:t>정렬되어</a:t>
            </a:r>
            <a:r>
              <a:rPr dirty="0" sz="1500" spc="-90">
                <a:latin typeface="Gulim"/>
                <a:cs typeface="Gulim"/>
              </a:rPr>
              <a:t> </a:t>
            </a:r>
            <a:r>
              <a:rPr dirty="0" sz="1500" spc="-10">
                <a:latin typeface="Gulim"/>
                <a:cs typeface="Gulim"/>
              </a:rPr>
              <a:t>있다고</a:t>
            </a:r>
            <a:r>
              <a:rPr dirty="0" sz="1500" spc="-100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가정</a:t>
            </a:r>
            <a:endParaRPr sz="1500">
              <a:latin typeface="Gulim"/>
              <a:cs typeface="Gulim"/>
            </a:endParaRPr>
          </a:p>
          <a:p>
            <a:pPr marL="925830" marR="4011929">
              <a:lnSpc>
                <a:spcPct val="119900"/>
              </a:lnSpc>
            </a:pPr>
            <a:r>
              <a:rPr dirty="0" sz="1500">
                <a:latin typeface="Tw Cen MT"/>
                <a:cs typeface="Tw Cen MT"/>
              </a:rPr>
              <a:t>element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m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{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0,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0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}; </a:t>
            </a:r>
            <a:r>
              <a:rPr dirty="0" sz="1500" spc="-10">
                <a:latin typeface="Tw Cen MT"/>
                <a:cs typeface="Tw Cen MT"/>
              </a:rPr>
              <a:t>HeapType*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h;</a:t>
            </a:r>
            <a:endParaRPr sz="1500">
              <a:latin typeface="Tw Cen MT"/>
              <a:cs typeface="Tw Cen MT"/>
            </a:endParaRPr>
          </a:p>
          <a:p>
            <a:pPr marL="925830" marR="4643120">
              <a:lnSpc>
                <a:spcPct val="119900"/>
              </a:lnSpc>
            </a:pPr>
            <a:r>
              <a:rPr dirty="0" sz="1500">
                <a:latin typeface="Tw Cen MT"/>
                <a:cs typeface="Tw Cen MT"/>
              </a:rPr>
              <a:t>h =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create(); init(h);</a:t>
            </a:r>
            <a:endParaRPr sz="1500"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95412" y="3462185"/>
            <a:ext cx="7914640" cy="3744595"/>
            <a:chOff x="1595412" y="3462185"/>
            <a:chExt cx="7914640" cy="37445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07591" y="3475901"/>
              <a:ext cx="7284720" cy="3090545"/>
            </a:xfrm>
            <a:custGeom>
              <a:avLst/>
              <a:gdLst/>
              <a:ahLst/>
              <a:cxnLst/>
              <a:rect l="l" t="t" r="r" b="b"/>
              <a:pathLst>
                <a:path w="7284720" h="3090545">
                  <a:moveTo>
                    <a:pt x="7284377" y="0"/>
                  </a:moveTo>
                  <a:lnTo>
                    <a:pt x="0" y="0"/>
                  </a:lnTo>
                  <a:lnTo>
                    <a:pt x="0" y="3090532"/>
                  </a:lnTo>
                  <a:lnTo>
                    <a:pt x="7284377" y="3090532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95412" y="3462185"/>
              <a:ext cx="7308850" cy="3118485"/>
            </a:xfrm>
            <a:custGeom>
              <a:avLst/>
              <a:gdLst/>
              <a:ahLst/>
              <a:cxnLst/>
              <a:rect l="l" t="t" r="r" b="b"/>
              <a:pathLst>
                <a:path w="7308850" h="3118484">
                  <a:moveTo>
                    <a:pt x="7308723" y="0"/>
                  </a:moveTo>
                  <a:lnTo>
                    <a:pt x="0" y="0"/>
                  </a:lnTo>
                  <a:lnTo>
                    <a:pt x="0" y="3117951"/>
                  </a:lnTo>
                  <a:lnTo>
                    <a:pt x="7308723" y="3117951"/>
                  </a:lnTo>
                  <a:lnTo>
                    <a:pt x="7308723" y="3104248"/>
                  </a:lnTo>
                  <a:lnTo>
                    <a:pt x="25869" y="3104248"/>
                  </a:lnTo>
                  <a:lnTo>
                    <a:pt x="12179" y="3092056"/>
                  </a:lnTo>
                  <a:lnTo>
                    <a:pt x="25869" y="3092056"/>
                  </a:lnTo>
                  <a:lnTo>
                    <a:pt x="25869" y="25895"/>
                  </a:lnTo>
                  <a:lnTo>
                    <a:pt x="12179" y="25895"/>
                  </a:lnTo>
                  <a:lnTo>
                    <a:pt x="25869" y="13715"/>
                  </a:lnTo>
                  <a:lnTo>
                    <a:pt x="7308723" y="13715"/>
                  </a:lnTo>
                  <a:lnTo>
                    <a:pt x="7308723" y="0"/>
                  </a:lnTo>
                  <a:close/>
                </a:path>
                <a:path w="7308850" h="3118484">
                  <a:moveTo>
                    <a:pt x="25869" y="3092056"/>
                  </a:moveTo>
                  <a:lnTo>
                    <a:pt x="12179" y="3092056"/>
                  </a:lnTo>
                  <a:lnTo>
                    <a:pt x="25869" y="3104248"/>
                  </a:lnTo>
                  <a:lnTo>
                    <a:pt x="25869" y="3092056"/>
                  </a:lnTo>
                  <a:close/>
                </a:path>
                <a:path w="7308850" h="3118484">
                  <a:moveTo>
                    <a:pt x="7282840" y="3092056"/>
                  </a:moveTo>
                  <a:lnTo>
                    <a:pt x="25869" y="3092056"/>
                  </a:lnTo>
                  <a:lnTo>
                    <a:pt x="25869" y="3104248"/>
                  </a:lnTo>
                  <a:lnTo>
                    <a:pt x="7282840" y="3104248"/>
                  </a:lnTo>
                  <a:lnTo>
                    <a:pt x="7282840" y="3092056"/>
                  </a:lnTo>
                  <a:close/>
                </a:path>
                <a:path w="7308850" h="3118484">
                  <a:moveTo>
                    <a:pt x="7282840" y="13715"/>
                  </a:moveTo>
                  <a:lnTo>
                    <a:pt x="7282840" y="3104248"/>
                  </a:lnTo>
                  <a:lnTo>
                    <a:pt x="7296543" y="3092056"/>
                  </a:lnTo>
                  <a:lnTo>
                    <a:pt x="7308723" y="3092056"/>
                  </a:lnTo>
                  <a:lnTo>
                    <a:pt x="7308723" y="25895"/>
                  </a:lnTo>
                  <a:lnTo>
                    <a:pt x="7296543" y="25895"/>
                  </a:lnTo>
                  <a:lnTo>
                    <a:pt x="7282840" y="13715"/>
                  </a:lnTo>
                  <a:close/>
                </a:path>
                <a:path w="7308850" h="3118484">
                  <a:moveTo>
                    <a:pt x="7308723" y="3092056"/>
                  </a:moveTo>
                  <a:lnTo>
                    <a:pt x="7296543" y="3092056"/>
                  </a:lnTo>
                  <a:lnTo>
                    <a:pt x="7282840" y="3104248"/>
                  </a:lnTo>
                  <a:lnTo>
                    <a:pt x="7308723" y="3104248"/>
                  </a:lnTo>
                  <a:lnTo>
                    <a:pt x="7308723" y="3092056"/>
                  </a:lnTo>
                  <a:close/>
                </a:path>
                <a:path w="7308850" h="3118484">
                  <a:moveTo>
                    <a:pt x="25869" y="13715"/>
                  </a:moveTo>
                  <a:lnTo>
                    <a:pt x="12179" y="25895"/>
                  </a:lnTo>
                  <a:lnTo>
                    <a:pt x="25869" y="25895"/>
                  </a:lnTo>
                  <a:lnTo>
                    <a:pt x="25869" y="13715"/>
                  </a:lnTo>
                  <a:close/>
                </a:path>
                <a:path w="7308850" h="3118484">
                  <a:moveTo>
                    <a:pt x="7282840" y="13715"/>
                  </a:moveTo>
                  <a:lnTo>
                    <a:pt x="25869" y="13715"/>
                  </a:lnTo>
                  <a:lnTo>
                    <a:pt x="25869" y="25895"/>
                  </a:lnTo>
                  <a:lnTo>
                    <a:pt x="7282840" y="25895"/>
                  </a:lnTo>
                  <a:lnTo>
                    <a:pt x="7282840" y="13715"/>
                  </a:lnTo>
                  <a:close/>
                </a:path>
                <a:path w="7308850" h="3118484">
                  <a:moveTo>
                    <a:pt x="7308723" y="13715"/>
                  </a:moveTo>
                  <a:lnTo>
                    <a:pt x="7282840" y="13715"/>
                  </a:lnTo>
                  <a:lnTo>
                    <a:pt x="7296543" y="25895"/>
                  </a:lnTo>
                  <a:lnTo>
                    <a:pt x="7308723" y="25895"/>
                  </a:lnTo>
                  <a:lnTo>
                    <a:pt x="7308723" y="13715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240029">
              <a:lnSpc>
                <a:spcPct val="100000"/>
              </a:lnSpc>
              <a:spcBef>
                <a:spcPts val="90"/>
              </a:spcBef>
            </a:pPr>
            <a:r>
              <a:rPr dirty="0" sz="4000">
                <a:latin typeface="Tw Cen MT"/>
                <a:cs typeface="Tw Cen MT"/>
              </a:rPr>
              <a:t>LPT</a:t>
            </a:r>
            <a:r>
              <a:rPr dirty="0" sz="4000" spc="-70">
                <a:latin typeface="Tw Cen MT"/>
                <a:cs typeface="Tw Cen MT"/>
              </a:rPr>
              <a:t> </a:t>
            </a:r>
            <a:r>
              <a:rPr dirty="0" sz="4000" spc="-10">
                <a:latin typeface="Tw Cen MT"/>
                <a:cs typeface="Tw Cen MT"/>
              </a:rPr>
              <a:t>(lpt.c)</a:t>
            </a:r>
            <a:endParaRPr sz="4000">
              <a:latin typeface="Tw Cen MT"/>
              <a:cs typeface="Tw Cen MT"/>
            </a:endParaRPr>
          </a:p>
          <a:p>
            <a:pPr marL="240029">
              <a:lnSpc>
                <a:spcPct val="100000"/>
              </a:lnSpc>
              <a:spcBef>
                <a:spcPts val="70"/>
              </a:spcBef>
            </a:pPr>
            <a:r>
              <a:rPr dirty="0" sz="4000" spc="-865"/>
              <a:t>학생</a:t>
            </a:r>
            <a:r>
              <a:rPr dirty="0" sz="4000" spc="-865">
                <a:latin typeface="Tw Cen MT"/>
                <a:cs typeface="Tw Cen MT"/>
              </a:rPr>
              <a:t>&gt;</a:t>
            </a:r>
            <a:r>
              <a:rPr dirty="0" sz="4000" spc="-10">
                <a:latin typeface="Tw Cen MT"/>
                <a:cs typeface="Tw Cen MT"/>
              </a:rPr>
              <a:t> </a:t>
            </a:r>
            <a:r>
              <a:rPr dirty="0" sz="4000" spc="-1575"/>
              <a:t>교수님</a:t>
            </a:r>
            <a:r>
              <a:rPr dirty="0" sz="4000" spc="-1575">
                <a:latin typeface="Tw Cen MT"/>
                <a:cs typeface="Tw Cen MT"/>
              </a:rPr>
              <a:t>~</a:t>
            </a:r>
            <a:r>
              <a:rPr dirty="0" sz="4000" spc="25">
                <a:latin typeface="Tw Cen MT"/>
                <a:cs typeface="Tw Cen MT"/>
              </a:rPr>
              <a:t> </a:t>
            </a:r>
            <a:r>
              <a:rPr dirty="0" sz="4000" spc="-1380"/>
              <a:t>실행화면에</a:t>
            </a:r>
            <a:r>
              <a:rPr dirty="0" sz="4000" spc="-210"/>
              <a:t> </a:t>
            </a:r>
            <a:r>
              <a:rPr dirty="0" sz="4000" spc="-1885"/>
              <a:t>아무것도</a:t>
            </a:r>
            <a:r>
              <a:rPr dirty="0" sz="4000" spc="-215"/>
              <a:t> </a:t>
            </a:r>
            <a:r>
              <a:rPr dirty="0" sz="4000" spc="-1775"/>
              <a:t>나오지</a:t>
            </a:r>
            <a:r>
              <a:rPr dirty="0" sz="4000" spc="-225"/>
              <a:t> </a:t>
            </a:r>
            <a:r>
              <a:rPr dirty="0" sz="4000" spc="-1535"/>
              <a:t>않아요</a:t>
            </a:r>
            <a:endParaRPr sz="4000">
              <a:latin typeface="Tw Cen MT"/>
              <a:cs typeface="Tw Cen MT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462443" y="1885794"/>
            <a:ext cx="7642225" cy="4316095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dirty="0" sz="2000">
                <a:latin typeface="Gulim"/>
                <a:cs typeface="Gulim"/>
              </a:rPr>
              <a:t>교수</a:t>
            </a:r>
            <a:r>
              <a:rPr dirty="0" sz="2000">
                <a:latin typeface="Lucida Console"/>
                <a:cs typeface="Lucida Console"/>
              </a:rPr>
              <a:t>&gt;</a:t>
            </a:r>
            <a:r>
              <a:rPr dirty="0" sz="2000" spc="-45">
                <a:latin typeface="Lucida Console"/>
                <a:cs typeface="Lucida Console"/>
              </a:rPr>
              <a:t> </a:t>
            </a:r>
            <a:r>
              <a:rPr dirty="0" sz="2000">
                <a:latin typeface="Arial"/>
                <a:cs typeface="Arial"/>
              </a:rPr>
              <a:t>#include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Arial"/>
                <a:cs typeface="Arial"/>
              </a:rPr>
              <a:t>&lt;stdlib.h&gt;</a:t>
            </a:r>
            <a:r>
              <a:rPr dirty="0" sz="2000" spc="-40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추가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필요</a:t>
            </a:r>
            <a:r>
              <a:rPr dirty="0" sz="2000">
                <a:latin typeface="Arial"/>
                <a:cs typeface="Arial"/>
              </a:rPr>
              <a:t>.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Arial"/>
                <a:cs typeface="Arial"/>
              </a:rPr>
              <a:t>lpt_change.c</a:t>
            </a:r>
            <a:endParaRPr sz="20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1229995" algn="l"/>
              </a:tabLst>
            </a:pPr>
            <a:r>
              <a:rPr dirty="0" sz="2000">
                <a:latin typeface="Gulim"/>
                <a:cs typeface="Gulim"/>
              </a:rPr>
              <a:t>학생</a:t>
            </a:r>
            <a:r>
              <a:rPr dirty="0" sz="2000">
                <a:latin typeface="Lucida Console"/>
                <a:cs typeface="Lucida Console"/>
              </a:rPr>
              <a:t>&gt;</a:t>
            </a:r>
            <a:r>
              <a:rPr dirty="0" sz="2000" spc="-30">
                <a:latin typeface="Lucida Console"/>
                <a:cs typeface="Lucida Console"/>
              </a:rPr>
              <a:t> </a:t>
            </a:r>
            <a:r>
              <a:rPr dirty="0" sz="2000" spc="-50">
                <a:latin typeface="Gulim"/>
                <a:cs typeface="Gulim"/>
              </a:rPr>
              <a:t>왜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필요한가요</a:t>
            </a:r>
            <a:r>
              <a:rPr dirty="0" sz="2000" spc="-10">
                <a:latin typeface="Lucida Console"/>
                <a:cs typeface="Lucida Console"/>
              </a:rPr>
              <a:t>?</a:t>
            </a:r>
            <a:endParaRPr sz="20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2041525" algn="l"/>
                <a:tab pos="4172585" algn="l"/>
                <a:tab pos="5594985" algn="l"/>
              </a:tabLst>
            </a:pPr>
            <a:r>
              <a:rPr dirty="0" sz="2000">
                <a:latin typeface="Gulim"/>
                <a:cs typeface="Gulim"/>
              </a:rPr>
              <a:t>교수</a:t>
            </a:r>
            <a:r>
              <a:rPr dirty="0" sz="2000">
                <a:latin typeface="Lucida Console"/>
                <a:cs typeface="Lucida Console"/>
              </a:rPr>
              <a:t>&gt;</a:t>
            </a:r>
            <a:r>
              <a:rPr dirty="0" sz="2000" spc="-40">
                <a:latin typeface="Lucida Console"/>
                <a:cs typeface="Lucida Console"/>
              </a:rPr>
              <a:t> </a:t>
            </a:r>
            <a:r>
              <a:rPr dirty="0" sz="2000" spc="-10">
                <a:latin typeface="Lucida Console"/>
                <a:cs typeface="Lucida Console"/>
              </a:rPr>
              <a:t>18</a:t>
            </a:r>
            <a:r>
              <a:rPr dirty="0" sz="2000" spc="-10">
                <a:latin typeface="Gulim"/>
                <a:cs typeface="Gulim"/>
              </a:rPr>
              <a:t>번줄의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Lucida Console"/>
                <a:cs typeface="Lucida Console"/>
              </a:rPr>
              <a:t>malloc()</a:t>
            </a:r>
            <a:r>
              <a:rPr dirty="0" sz="2000" spc="-10">
                <a:latin typeface="Gulim"/>
                <a:cs typeface="Gulim"/>
              </a:rPr>
              <a:t>함수를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사용하려면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Lucida Console"/>
                <a:cs typeface="Lucida Console"/>
              </a:rPr>
              <a:t>&lt;stdlib.h&gt;</a:t>
            </a:r>
            <a:r>
              <a:rPr dirty="0" sz="2000" spc="-10">
                <a:latin typeface="Gulim"/>
                <a:cs typeface="Gulim"/>
              </a:rPr>
              <a:t>필요</a:t>
            </a:r>
            <a:endParaRPr sz="20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675"/>
              </a:spcBef>
            </a:pPr>
            <a:endParaRPr sz="2000">
              <a:latin typeface="Gulim"/>
              <a:cs typeface="Gulim"/>
            </a:endParaRPr>
          </a:p>
          <a:p>
            <a:pPr marL="236220">
              <a:lnSpc>
                <a:spcPct val="100000"/>
              </a:lnSpc>
            </a:pPr>
            <a:r>
              <a:rPr dirty="0" sz="1500">
                <a:latin typeface="Tw Cen MT"/>
                <a:cs typeface="Tw Cen MT"/>
              </a:rPr>
              <a:t>#define</a:t>
            </a:r>
            <a:r>
              <a:rPr dirty="0" sz="1500" spc="-5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JOBS</a:t>
            </a:r>
            <a:r>
              <a:rPr dirty="0" sz="1500" spc="-30">
                <a:latin typeface="Tw Cen MT"/>
                <a:cs typeface="Tw Cen MT"/>
              </a:rPr>
              <a:t> </a:t>
            </a:r>
            <a:r>
              <a:rPr dirty="0" sz="1500" spc="-50">
                <a:latin typeface="Tw Cen MT"/>
                <a:cs typeface="Tw Cen MT"/>
              </a:rPr>
              <a:t>7</a:t>
            </a:r>
            <a:endParaRPr sz="1500">
              <a:latin typeface="Tw Cen MT"/>
              <a:cs typeface="Tw Cen MT"/>
            </a:endParaRPr>
          </a:p>
          <a:p>
            <a:pPr marL="236220">
              <a:lnSpc>
                <a:spcPct val="100000"/>
              </a:lnSpc>
              <a:spcBef>
                <a:spcPts val="355"/>
              </a:spcBef>
            </a:pPr>
            <a:r>
              <a:rPr dirty="0" sz="1500">
                <a:latin typeface="Tw Cen MT"/>
                <a:cs typeface="Tw Cen MT"/>
              </a:rPr>
              <a:t>#define</a:t>
            </a:r>
            <a:r>
              <a:rPr dirty="0" sz="1500" spc="-40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MACHINES</a:t>
            </a:r>
            <a:r>
              <a:rPr dirty="0" sz="1500" spc="-40">
                <a:latin typeface="Tw Cen MT"/>
                <a:cs typeface="Tw Cen MT"/>
              </a:rPr>
              <a:t> </a:t>
            </a:r>
            <a:r>
              <a:rPr dirty="0" sz="1500" spc="-50">
                <a:latin typeface="Tw Cen MT"/>
                <a:cs typeface="Tw Cen MT"/>
              </a:rPr>
              <a:t>3</a:t>
            </a:r>
            <a:endParaRPr sz="1500">
              <a:latin typeface="Tw Cen MT"/>
              <a:cs typeface="Tw Cen MT"/>
            </a:endParaRPr>
          </a:p>
          <a:p>
            <a:pPr>
              <a:lnSpc>
                <a:spcPct val="100000"/>
              </a:lnSpc>
              <a:spcBef>
                <a:spcPts val="885"/>
              </a:spcBef>
            </a:pPr>
            <a:endParaRPr sz="1500">
              <a:latin typeface="Tw Cen MT"/>
              <a:cs typeface="Tw Cen MT"/>
            </a:endParaRPr>
          </a:p>
          <a:p>
            <a:pPr marL="236220">
              <a:lnSpc>
                <a:spcPct val="100000"/>
              </a:lnSpc>
            </a:pPr>
            <a:r>
              <a:rPr dirty="0" sz="1500">
                <a:latin typeface="Tw Cen MT"/>
                <a:cs typeface="Tw Cen MT"/>
              </a:rPr>
              <a:t>int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main(void)</a:t>
            </a:r>
            <a:endParaRPr sz="1500">
              <a:latin typeface="Tw Cen MT"/>
              <a:cs typeface="Tw Cen MT"/>
            </a:endParaRPr>
          </a:p>
          <a:p>
            <a:pPr marL="236220">
              <a:lnSpc>
                <a:spcPct val="100000"/>
              </a:lnSpc>
              <a:spcBef>
                <a:spcPts val="360"/>
              </a:spcBef>
            </a:pPr>
            <a:r>
              <a:rPr dirty="0" sz="1500" spc="-50">
                <a:latin typeface="Tw Cen MT"/>
                <a:cs typeface="Tw Cen MT"/>
              </a:rPr>
              <a:t>{</a:t>
            </a:r>
            <a:endParaRPr sz="1500">
              <a:latin typeface="Tw Cen MT"/>
              <a:cs typeface="Tw Cen MT"/>
            </a:endParaRPr>
          </a:p>
          <a:p>
            <a:pPr marL="1149350">
              <a:lnSpc>
                <a:spcPct val="100000"/>
              </a:lnSpc>
              <a:spcBef>
                <a:spcPts val="360"/>
              </a:spcBef>
            </a:pPr>
            <a:r>
              <a:rPr dirty="0" sz="1500">
                <a:latin typeface="Tw Cen MT"/>
                <a:cs typeface="Tw Cen MT"/>
              </a:rPr>
              <a:t>int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jobs[JOBS]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{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8,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7,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6,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5,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3,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2,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1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};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//</a:t>
            </a:r>
            <a:r>
              <a:rPr dirty="0" sz="1500" spc="-25">
                <a:latin typeface="Tw Cen MT"/>
                <a:cs typeface="Tw Cen MT"/>
              </a:rPr>
              <a:t> </a:t>
            </a:r>
            <a:r>
              <a:rPr dirty="0" sz="1500" spc="-10">
                <a:latin typeface="Gulim"/>
                <a:cs typeface="Gulim"/>
              </a:rPr>
              <a:t>작업은</a:t>
            </a:r>
            <a:r>
              <a:rPr dirty="0" sz="1500" spc="-100">
                <a:latin typeface="Gulim"/>
                <a:cs typeface="Gulim"/>
              </a:rPr>
              <a:t> </a:t>
            </a:r>
            <a:r>
              <a:rPr dirty="0" sz="1500" spc="-10">
                <a:latin typeface="Gulim"/>
                <a:cs typeface="Gulim"/>
              </a:rPr>
              <a:t>정렬되어</a:t>
            </a:r>
            <a:r>
              <a:rPr dirty="0" sz="1500" spc="-90">
                <a:latin typeface="Gulim"/>
                <a:cs typeface="Gulim"/>
              </a:rPr>
              <a:t> </a:t>
            </a:r>
            <a:r>
              <a:rPr dirty="0" sz="1500" spc="-10">
                <a:latin typeface="Gulim"/>
                <a:cs typeface="Gulim"/>
              </a:rPr>
              <a:t>있다고</a:t>
            </a:r>
            <a:r>
              <a:rPr dirty="0" sz="1500" spc="-100">
                <a:latin typeface="Gulim"/>
                <a:cs typeface="Gulim"/>
              </a:rPr>
              <a:t> </a:t>
            </a:r>
            <a:r>
              <a:rPr dirty="0" sz="1500" spc="-25">
                <a:latin typeface="Gulim"/>
                <a:cs typeface="Gulim"/>
              </a:rPr>
              <a:t>가정</a:t>
            </a:r>
            <a:endParaRPr sz="1500">
              <a:latin typeface="Gulim"/>
              <a:cs typeface="Gulim"/>
            </a:endParaRPr>
          </a:p>
          <a:p>
            <a:pPr marL="1149350" marR="4896485">
              <a:lnSpc>
                <a:spcPct val="119900"/>
              </a:lnSpc>
            </a:pPr>
            <a:r>
              <a:rPr dirty="0" sz="1500">
                <a:latin typeface="Tw Cen MT"/>
                <a:cs typeface="Tw Cen MT"/>
              </a:rPr>
              <a:t>element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m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{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0,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0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}; </a:t>
            </a:r>
            <a:r>
              <a:rPr dirty="0" sz="1500" spc="-10">
                <a:latin typeface="Tw Cen MT"/>
                <a:cs typeface="Tw Cen MT"/>
              </a:rPr>
              <a:t>HeapType*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h;</a:t>
            </a:r>
            <a:endParaRPr sz="1500">
              <a:latin typeface="Tw Cen MT"/>
              <a:cs typeface="Tw Cen MT"/>
            </a:endParaRPr>
          </a:p>
          <a:p>
            <a:pPr marL="1149350" marR="5527675">
              <a:lnSpc>
                <a:spcPct val="119900"/>
              </a:lnSpc>
            </a:pPr>
            <a:r>
              <a:rPr dirty="0" sz="1500">
                <a:latin typeface="Tw Cen MT"/>
                <a:cs typeface="Tw Cen MT"/>
              </a:rPr>
              <a:t>h =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create(); init(h);</a:t>
            </a:r>
            <a:endParaRPr sz="15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505585" y="1907019"/>
            <a:ext cx="8004809" cy="5299710"/>
            <a:chOff x="1505585" y="1907019"/>
            <a:chExt cx="8004809" cy="529971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517764" y="1919198"/>
              <a:ext cx="7284720" cy="4872990"/>
            </a:xfrm>
            <a:custGeom>
              <a:avLst/>
              <a:gdLst/>
              <a:ahLst/>
              <a:cxnLst/>
              <a:rect l="l" t="t" r="r" b="b"/>
              <a:pathLst>
                <a:path w="7284720" h="4872990">
                  <a:moveTo>
                    <a:pt x="7284377" y="0"/>
                  </a:moveTo>
                  <a:lnTo>
                    <a:pt x="0" y="0"/>
                  </a:lnTo>
                  <a:lnTo>
                    <a:pt x="0" y="4872659"/>
                  </a:lnTo>
                  <a:lnTo>
                    <a:pt x="7284377" y="4872659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505585" y="1907019"/>
              <a:ext cx="7308850" cy="4897120"/>
            </a:xfrm>
            <a:custGeom>
              <a:avLst/>
              <a:gdLst/>
              <a:ahLst/>
              <a:cxnLst/>
              <a:rect l="l" t="t" r="r" b="b"/>
              <a:pathLst>
                <a:path w="7308850" h="4897120">
                  <a:moveTo>
                    <a:pt x="7308735" y="0"/>
                  </a:moveTo>
                  <a:lnTo>
                    <a:pt x="0" y="0"/>
                  </a:lnTo>
                  <a:lnTo>
                    <a:pt x="0" y="4897031"/>
                  </a:lnTo>
                  <a:lnTo>
                    <a:pt x="7308735" y="4897031"/>
                  </a:lnTo>
                  <a:lnTo>
                    <a:pt x="7308735" y="4884839"/>
                  </a:lnTo>
                  <a:lnTo>
                    <a:pt x="25882" y="4884839"/>
                  </a:lnTo>
                  <a:lnTo>
                    <a:pt x="12179" y="4872659"/>
                  </a:lnTo>
                  <a:lnTo>
                    <a:pt x="25882" y="4872659"/>
                  </a:lnTo>
                  <a:lnTo>
                    <a:pt x="25882" y="24371"/>
                  </a:lnTo>
                  <a:lnTo>
                    <a:pt x="12179" y="24371"/>
                  </a:lnTo>
                  <a:lnTo>
                    <a:pt x="25882" y="12192"/>
                  </a:lnTo>
                  <a:lnTo>
                    <a:pt x="7308735" y="12192"/>
                  </a:lnTo>
                  <a:lnTo>
                    <a:pt x="7308735" y="0"/>
                  </a:lnTo>
                  <a:close/>
                </a:path>
                <a:path w="7308850" h="4897120">
                  <a:moveTo>
                    <a:pt x="25882" y="4872659"/>
                  </a:moveTo>
                  <a:lnTo>
                    <a:pt x="12179" y="4872659"/>
                  </a:lnTo>
                  <a:lnTo>
                    <a:pt x="25882" y="4884839"/>
                  </a:lnTo>
                  <a:lnTo>
                    <a:pt x="25882" y="4872659"/>
                  </a:lnTo>
                  <a:close/>
                </a:path>
                <a:path w="7308850" h="4897120">
                  <a:moveTo>
                    <a:pt x="7282853" y="4872659"/>
                  </a:moveTo>
                  <a:lnTo>
                    <a:pt x="25882" y="4872659"/>
                  </a:lnTo>
                  <a:lnTo>
                    <a:pt x="25882" y="4884839"/>
                  </a:lnTo>
                  <a:lnTo>
                    <a:pt x="7282853" y="4884839"/>
                  </a:lnTo>
                  <a:lnTo>
                    <a:pt x="7282853" y="4872659"/>
                  </a:lnTo>
                  <a:close/>
                </a:path>
                <a:path w="7308850" h="4897120">
                  <a:moveTo>
                    <a:pt x="7282853" y="12192"/>
                  </a:moveTo>
                  <a:lnTo>
                    <a:pt x="7282853" y="4884839"/>
                  </a:lnTo>
                  <a:lnTo>
                    <a:pt x="7296556" y="4872659"/>
                  </a:lnTo>
                  <a:lnTo>
                    <a:pt x="7308735" y="4872659"/>
                  </a:lnTo>
                  <a:lnTo>
                    <a:pt x="7308735" y="24371"/>
                  </a:lnTo>
                  <a:lnTo>
                    <a:pt x="7296556" y="24371"/>
                  </a:lnTo>
                  <a:lnTo>
                    <a:pt x="7282853" y="12192"/>
                  </a:lnTo>
                  <a:close/>
                </a:path>
                <a:path w="7308850" h="4897120">
                  <a:moveTo>
                    <a:pt x="7308735" y="4872659"/>
                  </a:moveTo>
                  <a:lnTo>
                    <a:pt x="7296556" y="4872659"/>
                  </a:lnTo>
                  <a:lnTo>
                    <a:pt x="7282853" y="4884839"/>
                  </a:lnTo>
                  <a:lnTo>
                    <a:pt x="7308735" y="4884839"/>
                  </a:lnTo>
                  <a:lnTo>
                    <a:pt x="7308735" y="4872659"/>
                  </a:lnTo>
                  <a:close/>
                </a:path>
                <a:path w="7308850" h="4897120">
                  <a:moveTo>
                    <a:pt x="25882" y="12192"/>
                  </a:moveTo>
                  <a:lnTo>
                    <a:pt x="12179" y="24371"/>
                  </a:lnTo>
                  <a:lnTo>
                    <a:pt x="25882" y="24371"/>
                  </a:lnTo>
                  <a:lnTo>
                    <a:pt x="25882" y="12192"/>
                  </a:lnTo>
                  <a:close/>
                </a:path>
                <a:path w="7308850" h="4897120">
                  <a:moveTo>
                    <a:pt x="7282853" y="12192"/>
                  </a:moveTo>
                  <a:lnTo>
                    <a:pt x="25882" y="12192"/>
                  </a:lnTo>
                  <a:lnTo>
                    <a:pt x="25882" y="24371"/>
                  </a:lnTo>
                  <a:lnTo>
                    <a:pt x="7282853" y="24371"/>
                  </a:lnTo>
                  <a:lnTo>
                    <a:pt x="7282853" y="12192"/>
                  </a:lnTo>
                  <a:close/>
                </a:path>
                <a:path w="7308850" h="4897120">
                  <a:moveTo>
                    <a:pt x="7308735" y="12192"/>
                  </a:moveTo>
                  <a:lnTo>
                    <a:pt x="7282853" y="12192"/>
                  </a:lnTo>
                  <a:lnTo>
                    <a:pt x="7296556" y="24371"/>
                  </a:lnTo>
                  <a:lnTo>
                    <a:pt x="7308735" y="24371"/>
                  </a:lnTo>
                  <a:lnTo>
                    <a:pt x="7308735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822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5">
                <a:latin typeface="Tw Cen MT"/>
                <a:cs typeface="Tw Cen MT"/>
              </a:rPr>
              <a:t>LPT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596224" y="1883707"/>
            <a:ext cx="6996430" cy="48025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5830" marR="1547495">
              <a:lnSpc>
                <a:spcPct val="119900"/>
              </a:lnSpc>
              <a:spcBef>
                <a:spcPts val="100"/>
              </a:spcBef>
            </a:pPr>
            <a:r>
              <a:rPr dirty="0" sz="1400">
                <a:latin typeface="Tw Cen MT"/>
                <a:cs typeface="Tw Cen MT"/>
              </a:rPr>
              <a:t>//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>
                <a:latin typeface="Gulim"/>
                <a:cs typeface="Gulim"/>
              </a:rPr>
              <a:t>여기서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Tw Cen MT"/>
                <a:cs typeface="Tw Cen MT"/>
              </a:rPr>
              <a:t>avail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>
                <a:latin typeface="Gulim"/>
                <a:cs typeface="Gulim"/>
              </a:rPr>
              <a:t>값은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기계가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사용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가능하게</a:t>
            </a:r>
            <a:r>
              <a:rPr dirty="0" sz="1400" spc="-10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되는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시간이다</a:t>
            </a:r>
            <a:r>
              <a:rPr dirty="0" sz="1400" spc="-10">
                <a:latin typeface="Tw Cen MT"/>
                <a:cs typeface="Tw Cen MT"/>
              </a:rPr>
              <a:t>. </a:t>
            </a:r>
            <a:r>
              <a:rPr dirty="0" sz="1400">
                <a:latin typeface="Tw Cen MT"/>
                <a:cs typeface="Tw Cen MT"/>
              </a:rPr>
              <a:t>for</a:t>
            </a:r>
            <a:r>
              <a:rPr dirty="0" sz="1400" spc="-4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(int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</a:t>
            </a:r>
            <a:r>
              <a:rPr dirty="0" sz="1400" spc="-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0;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i&lt;MACHINES;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i++)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 spc="-50">
                <a:latin typeface="Tw Cen MT"/>
                <a:cs typeface="Tw Cen MT"/>
              </a:rPr>
              <a:t>{</a:t>
            </a:r>
            <a:endParaRPr sz="1400">
              <a:latin typeface="Tw Cen MT"/>
              <a:cs typeface="Tw Cen MT"/>
            </a:endParaRPr>
          </a:p>
          <a:p>
            <a:pPr marL="1838960" marR="4231005">
              <a:lnSpc>
                <a:spcPct val="119900"/>
              </a:lnSpc>
            </a:pPr>
            <a:r>
              <a:rPr dirty="0" sz="1400">
                <a:latin typeface="Tw Cen MT"/>
                <a:cs typeface="Tw Cen MT"/>
              </a:rPr>
              <a:t>m.id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</a:t>
            </a:r>
            <a:r>
              <a:rPr dirty="0" sz="1400" spc="-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+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 spc="-35">
                <a:latin typeface="Tw Cen MT"/>
                <a:cs typeface="Tw Cen MT"/>
              </a:rPr>
              <a:t>1; </a:t>
            </a:r>
            <a:r>
              <a:rPr dirty="0" sz="1400">
                <a:latin typeface="Tw Cen MT"/>
                <a:cs typeface="Tw Cen MT"/>
              </a:rPr>
              <a:t>m.avail</a:t>
            </a:r>
            <a:r>
              <a:rPr dirty="0" sz="1400" spc="-5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</a:t>
            </a:r>
            <a:r>
              <a:rPr dirty="0" sz="1400" spc="-35">
                <a:latin typeface="Tw Cen MT"/>
                <a:cs typeface="Tw Cen MT"/>
              </a:rPr>
              <a:t> </a:t>
            </a:r>
            <a:r>
              <a:rPr dirty="0" sz="1400" spc="-25">
                <a:latin typeface="Tw Cen MT"/>
                <a:cs typeface="Tw Cen MT"/>
              </a:rPr>
              <a:t>0;</a:t>
            </a:r>
            <a:endParaRPr sz="1400">
              <a:latin typeface="Tw Cen MT"/>
              <a:cs typeface="Tw Cen MT"/>
            </a:endParaRPr>
          </a:p>
          <a:p>
            <a:pPr marL="183896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w Cen MT"/>
                <a:cs typeface="Tw Cen MT"/>
              </a:rPr>
              <a:t>insert_min_heap(h,</a:t>
            </a:r>
            <a:r>
              <a:rPr dirty="0" sz="1400" spc="-80">
                <a:latin typeface="Tw Cen MT"/>
                <a:cs typeface="Tw Cen MT"/>
              </a:rPr>
              <a:t> </a:t>
            </a:r>
            <a:r>
              <a:rPr dirty="0" sz="1400" spc="-25">
                <a:latin typeface="Tw Cen MT"/>
                <a:cs typeface="Tw Cen MT"/>
              </a:rPr>
              <a:t>m);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dirty="0" sz="1400" spc="-50">
                <a:latin typeface="Tw Cen MT"/>
                <a:cs typeface="Tw Cen MT"/>
              </a:rPr>
              <a:t>}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5"/>
              </a:spcBef>
            </a:pPr>
            <a:r>
              <a:rPr dirty="0" sz="1400">
                <a:latin typeface="Tw Cen MT"/>
                <a:cs typeface="Tw Cen MT"/>
              </a:rPr>
              <a:t>//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>
                <a:latin typeface="Gulim"/>
                <a:cs typeface="Gulim"/>
              </a:rPr>
              <a:t>최소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히프에서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기계를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꺼내서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작업을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할당하고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사용가능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시간을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증가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시킨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25">
                <a:latin typeface="Gulim"/>
                <a:cs typeface="Gulim"/>
              </a:rPr>
              <a:t>후에</a:t>
            </a:r>
            <a:endParaRPr sz="1400">
              <a:latin typeface="Gulim"/>
              <a:cs typeface="Gulim"/>
            </a:endParaRPr>
          </a:p>
          <a:p>
            <a:pPr marL="925830" marR="3692525">
              <a:lnSpc>
                <a:spcPct val="119900"/>
              </a:lnSpc>
            </a:pPr>
            <a:r>
              <a:rPr dirty="0" sz="1400">
                <a:latin typeface="Tw Cen MT"/>
                <a:cs typeface="Tw Cen MT"/>
              </a:rPr>
              <a:t>//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>
                <a:latin typeface="Gulim"/>
                <a:cs typeface="Gulim"/>
              </a:rPr>
              <a:t>다시</a:t>
            </a:r>
            <a:r>
              <a:rPr dirty="0" sz="1400" spc="-8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최소</a:t>
            </a:r>
            <a:r>
              <a:rPr dirty="0" sz="1400" spc="-9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히프에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추가한다</a:t>
            </a:r>
            <a:r>
              <a:rPr dirty="0" sz="1400" spc="-10">
                <a:latin typeface="Tw Cen MT"/>
                <a:cs typeface="Tw Cen MT"/>
              </a:rPr>
              <a:t>. </a:t>
            </a:r>
            <a:r>
              <a:rPr dirty="0" sz="1400">
                <a:latin typeface="Tw Cen MT"/>
                <a:cs typeface="Tw Cen MT"/>
              </a:rPr>
              <a:t>for</a:t>
            </a:r>
            <a:r>
              <a:rPr dirty="0" sz="1400" spc="-4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(int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</a:t>
            </a:r>
            <a:r>
              <a:rPr dirty="0" sz="1400" spc="-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0;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i&lt;</a:t>
            </a:r>
            <a:r>
              <a:rPr dirty="0" sz="1400" spc="-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JOBS;</a:t>
            </a:r>
            <a:r>
              <a:rPr dirty="0" sz="1400" spc="-5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i++)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 spc="-50">
                <a:latin typeface="Tw Cen MT"/>
                <a:cs typeface="Tw Cen MT"/>
              </a:rPr>
              <a:t>{</a:t>
            </a:r>
            <a:endParaRPr sz="1400">
              <a:latin typeface="Tw Cen MT"/>
              <a:cs typeface="Tw Cen MT"/>
            </a:endParaRPr>
          </a:p>
          <a:p>
            <a:pPr marL="183896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w Cen MT"/>
                <a:cs typeface="Tw Cen MT"/>
              </a:rPr>
              <a:t>m</a:t>
            </a:r>
            <a:r>
              <a:rPr dirty="0" sz="1400" spc="-1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=</a:t>
            </a:r>
            <a:r>
              <a:rPr dirty="0" sz="1400" spc="-5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delete_min_heap(h);</a:t>
            </a:r>
            <a:endParaRPr sz="1400">
              <a:latin typeface="Tw Cen MT"/>
              <a:cs typeface="Tw Cen MT"/>
            </a:endParaRPr>
          </a:p>
          <a:p>
            <a:pPr marL="183896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w Cen MT"/>
                <a:cs typeface="Tw Cen MT"/>
              </a:rPr>
              <a:t>printf("JOB</a:t>
            </a:r>
            <a:r>
              <a:rPr dirty="0" sz="1400" spc="-3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%d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시간</a:t>
            </a:r>
            <a:r>
              <a:rPr dirty="0" sz="1400" spc="-10">
                <a:latin typeface="Tw Cen MT"/>
                <a:cs typeface="Tw Cen MT"/>
              </a:rPr>
              <a:t>=%d</a:t>
            </a:r>
            <a:r>
              <a:rPr dirty="0" sz="1400" spc="-10">
                <a:latin typeface="Gulim"/>
                <a:cs typeface="Gulim"/>
              </a:rPr>
              <a:t>부터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시간</a:t>
            </a:r>
            <a:r>
              <a:rPr dirty="0" sz="1400" spc="-10">
                <a:latin typeface="Tw Cen MT"/>
                <a:cs typeface="Tw Cen MT"/>
              </a:rPr>
              <a:t>=%d</a:t>
            </a:r>
            <a:r>
              <a:rPr dirty="0" sz="1400" spc="-10">
                <a:latin typeface="Gulim"/>
                <a:cs typeface="Gulim"/>
              </a:rPr>
              <a:t>까지</a:t>
            </a:r>
            <a:r>
              <a:rPr dirty="0" sz="1400" spc="-10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기계</a:t>
            </a:r>
            <a:r>
              <a:rPr dirty="0" sz="1400" spc="-80">
                <a:latin typeface="Gulim"/>
                <a:cs typeface="Gulim"/>
              </a:rPr>
              <a:t> </a:t>
            </a:r>
            <a:r>
              <a:rPr dirty="0" sz="1400">
                <a:latin typeface="Tw Cen MT"/>
                <a:cs typeface="Tw Cen MT"/>
              </a:rPr>
              <a:t>%d</a:t>
            </a:r>
            <a:r>
              <a:rPr dirty="0" sz="1400">
                <a:latin typeface="Gulim"/>
                <a:cs typeface="Gulim"/>
              </a:rPr>
              <a:t>번에</a:t>
            </a:r>
            <a:r>
              <a:rPr dirty="0" sz="1400" spc="-9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할당한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Gulim"/>
                <a:cs typeface="Gulim"/>
              </a:rPr>
              <a:t>다</a:t>
            </a:r>
            <a:r>
              <a:rPr dirty="0" sz="1400">
                <a:latin typeface="Tw Cen MT"/>
                <a:cs typeface="Tw Cen MT"/>
              </a:rPr>
              <a:t>.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 spc="-20">
                <a:latin typeface="Tw Cen MT"/>
                <a:cs typeface="Tw Cen MT"/>
              </a:rPr>
              <a:t>\n",</a:t>
            </a:r>
            <a:endParaRPr sz="1400">
              <a:latin typeface="Tw Cen MT"/>
              <a:cs typeface="Tw Cen MT"/>
            </a:endParaRPr>
          </a:p>
          <a:p>
            <a:pPr marL="1838960" marR="1624965" indent="913130">
              <a:lnSpc>
                <a:spcPct val="119900"/>
              </a:lnSpc>
            </a:pPr>
            <a:r>
              <a:rPr dirty="0" sz="1400">
                <a:latin typeface="Tw Cen MT"/>
                <a:cs typeface="Tw Cen MT"/>
              </a:rPr>
              <a:t>i,</a:t>
            </a:r>
            <a:r>
              <a:rPr dirty="0" sz="1400" spc="-3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m.avail,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m.avail</a:t>
            </a:r>
            <a:r>
              <a:rPr dirty="0" sz="1400" spc="-4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+</a:t>
            </a:r>
            <a:r>
              <a:rPr dirty="0" sz="1400" spc="-2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jobs[i]</a:t>
            </a:r>
            <a:r>
              <a:rPr dirty="0" sz="1400" spc="-65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-</a:t>
            </a:r>
            <a:r>
              <a:rPr dirty="0" sz="1400" spc="-3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1,</a:t>
            </a:r>
            <a:r>
              <a:rPr dirty="0" sz="1400" spc="-25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m.id); </a:t>
            </a:r>
            <a:r>
              <a:rPr dirty="0" sz="1400">
                <a:latin typeface="Tw Cen MT"/>
                <a:cs typeface="Tw Cen MT"/>
              </a:rPr>
              <a:t>m.avail</a:t>
            </a:r>
            <a:r>
              <a:rPr dirty="0" sz="1400" spc="-60">
                <a:latin typeface="Tw Cen MT"/>
                <a:cs typeface="Tw Cen MT"/>
              </a:rPr>
              <a:t> </a:t>
            </a:r>
            <a:r>
              <a:rPr dirty="0" sz="1400">
                <a:latin typeface="Tw Cen MT"/>
                <a:cs typeface="Tw Cen MT"/>
              </a:rPr>
              <a:t>+=</a:t>
            </a:r>
            <a:r>
              <a:rPr dirty="0" sz="1400" spc="-45">
                <a:latin typeface="Tw Cen MT"/>
                <a:cs typeface="Tw Cen MT"/>
              </a:rPr>
              <a:t> </a:t>
            </a:r>
            <a:r>
              <a:rPr dirty="0" sz="1400" spc="-10">
                <a:latin typeface="Tw Cen MT"/>
                <a:cs typeface="Tw Cen MT"/>
              </a:rPr>
              <a:t>jobs[i];</a:t>
            </a:r>
            <a:endParaRPr sz="1400">
              <a:latin typeface="Tw Cen MT"/>
              <a:cs typeface="Tw Cen MT"/>
            </a:endParaRPr>
          </a:p>
          <a:p>
            <a:pPr marL="183896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w Cen MT"/>
                <a:cs typeface="Tw Cen MT"/>
              </a:rPr>
              <a:t>insert_min_heap(h,</a:t>
            </a:r>
            <a:r>
              <a:rPr dirty="0" sz="1400" spc="-80">
                <a:latin typeface="Tw Cen MT"/>
                <a:cs typeface="Tw Cen MT"/>
              </a:rPr>
              <a:t> </a:t>
            </a:r>
            <a:r>
              <a:rPr dirty="0" sz="1400" spc="-25">
                <a:latin typeface="Tw Cen MT"/>
                <a:cs typeface="Tw Cen MT"/>
              </a:rPr>
              <a:t>m);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w Cen MT"/>
                <a:cs typeface="Tw Cen MT"/>
              </a:rPr>
              <a:t>}</a:t>
            </a:r>
            <a:endParaRPr sz="14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34"/>
              </a:spcBef>
            </a:pPr>
            <a:r>
              <a:rPr dirty="0" sz="1400">
                <a:latin typeface="Tw Cen MT"/>
                <a:cs typeface="Tw Cen MT"/>
              </a:rPr>
              <a:t>return</a:t>
            </a:r>
            <a:r>
              <a:rPr dirty="0" sz="1400" spc="-10">
                <a:latin typeface="Tw Cen MT"/>
                <a:cs typeface="Tw Cen MT"/>
              </a:rPr>
              <a:t> </a:t>
            </a:r>
            <a:r>
              <a:rPr dirty="0" sz="1400" spc="-25">
                <a:latin typeface="Tw Cen MT"/>
                <a:cs typeface="Tw Cen MT"/>
              </a:rPr>
              <a:t>0;</a:t>
            </a:r>
            <a:endParaRPr sz="14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dirty="0" sz="1400" spc="-50">
                <a:latin typeface="Tw Cen MT"/>
                <a:cs typeface="Tw Cen MT"/>
              </a:rPr>
              <a:t>}</a:t>
            </a:r>
            <a:endParaRPr sz="14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83822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5">
                <a:latin typeface="Tw Cen MT"/>
                <a:cs typeface="Tw Cen MT"/>
              </a:rPr>
              <a:t>LPT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51254" y="2010600"/>
            <a:ext cx="7295515" cy="1625600"/>
            <a:chOff x="1551254" y="2010600"/>
            <a:chExt cx="7295515" cy="1625600"/>
          </a:xfrm>
        </p:grpSpPr>
        <p:sp>
          <p:nvSpPr>
            <p:cNvPr id="5" name="object 5"/>
            <p:cNvSpPr/>
            <p:nvPr/>
          </p:nvSpPr>
          <p:spPr>
            <a:xfrm>
              <a:off x="1563433" y="2024316"/>
              <a:ext cx="7270750" cy="1599565"/>
            </a:xfrm>
            <a:custGeom>
              <a:avLst/>
              <a:gdLst/>
              <a:ahLst/>
              <a:cxnLst/>
              <a:rect l="l" t="t" r="r" b="b"/>
              <a:pathLst>
                <a:path w="7270750" h="1599564">
                  <a:moveTo>
                    <a:pt x="7270673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7270673" y="1599336"/>
                  </a:lnTo>
                  <a:lnTo>
                    <a:pt x="727067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51254" y="2010600"/>
              <a:ext cx="7295515" cy="1625600"/>
            </a:xfrm>
            <a:custGeom>
              <a:avLst/>
              <a:gdLst/>
              <a:ahLst/>
              <a:cxnLst/>
              <a:rect l="l" t="t" r="r" b="b"/>
              <a:pathLst>
                <a:path w="7295515" h="1625600">
                  <a:moveTo>
                    <a:pt x="7295032" y="0"/>
                  </a:moveTo>
                  <a:lnTo>
                    <a:pt x="0" y="0"/>
                  </a:lnTo>
                  <a:lnTo>
                    <a:pt x="0" y="1625231"/>
                  </a:lnTo>
                  <a:lnTo>
                    <a:pt x="7295032" y="1625231"/>
                  </a:lnTo>
                  <a:lnTo>
                    <a:pt x="7295032" y="1613052"/>
                  </a:lnTo>
                  <a:lnTo>
                    <a:pt x="24358" y="1613052"/>
                  </a:lnTo>
                  <a:lnTo>
                    <a:pt x="12179" y="1600860"/>
                  </a:lnTo>
                  <a:lnTo>
                    <a:pt x="24358" y="1600860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3703"/>
                  </a:lnTo>
                  <a:lnTo>
                    <a:pt x="7295032" y="13703"/>
                  </a:lnTo>
                  <a:lnTo>
                    <a:pt x="7295032" y="0"/>
                  </a:lnTo>
                  <a:close/>
                </a:path>
                <a:path w="7295515" h="1625600">
                  <a:moveTo>
                    <a:pt x="24358" y="1600860"/>
                  </a:moveTo>
                  <a:lnTo>
                    <a:pt x="12179" y="1600860"/>
                  </a:lnTo>
                  <a:lnTo>
                    <a:pt x="24358" y="1613052"/>
                  </a:lnTo>
                  <a:lnTo>
                    <a:pt x="24358" y="1600860"/>
                  </a:lnTo>
                  <a:close/>
                </a:path>
                <a:path w="7295515" h="1625600">
                  <a:moveTo>
                    <a:pt x="7270673" y="1600860"/>
                  </a:moveTo>
                  <a:lnTo>
                    <a:pt x="24358" y="1600860"/>
                  </a:lnTo>
                  <a:lnTo>
                    <a:pt x="24358" y="1613052"/>
                  </a:lnTo>
                  <a:lnTo>
                    <a:pt x="7270673" y="1613052"/>
                  </a:lnTo>
                  <a:lnTo>
                    <a:pt x="7270673" y="1600860"/>
                  </a:lnTo>
                  <a:close/>
                </a:path>
                <a:path w="7295515" h="1625600">
                  <a:moveTo>
                    <a:pt x="7270673" y="13703"/>
                  </a:moveTo>
                  <a:lnTo>
                    <a:pt x="7270673" y="1613052"/>
                  </a:lnTo>
                  <a:lnTo>
                    <a:pt x="7282853" y="1600860"/>
                  </a:lnTo>
                  <a:lnTo>
                    <a:pt x="7295032" y="1600860"/>
                  </a:lnTo>
                  <a:lnTo>
                    <a:pt x="7295032" y="25895"/>
                  </a:lnTo>
                  <a:lnTo>
                    <a:pt x="7282853" y="25895"/>
                  </a:lnTo>
                  <a:lnTo>
                    <a:pt x="7270673" y="13703"/>
                  </a:lnTo>
                  <a:close/>
                </a:path>
                <a:path w="7295515" h="1625600">
                  <a:moveTo>
                    <a:pt x="7295032" y="1600860"/>
                  </a:moveTo>
                  <a:lnTo>
                    <a:pt x="7282853" y="1600860"/>
                  </a:lnTo>
                  <a:lnTo>
                    <a:pt x="7270673" y="1613052"/>
                  </a:lnTo>
                  <a:lnTo>
                    <a:pt x="7295032" y="1613052"/>
                  </a:lnTo>
                  <a:lnTo>
                    <a:pt x="7295032" y="1600860"/>
                  </a:lnTo>
                  <a:close/>
                </a:path>
                <a:path w="7295515" h="1625600">
                  <a:moveTo>
                    <a:pt x="24358" y="13703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3703"/>
                  </a:lnTo>
                  <a:close/>
                </a:path>
                <a:path w="7295515" h="1625600">
                  <a:moveTo>
                    <a:pt x="7270673" y="13703"/>
                  </a:moveTo>
                  <a:lnTo>
                    <a:pt x="24358" y="13703"/>
                  </a:lnTo>
                  <a:lnTo>
                    <a:pt x="24358" y="25895"/>
                  </a:lnTo>
                  <a:lnTo>
                    <a:pt x="7270673" y="25895"/>
                  </a:lnTo>
                  <a:lnTo>
                    <a:pt x="7270673" y="13703"/>
                  </a:lnTo>
                  <a:close/>
                </a:path>
                <a:path w="7295515" h="1625600">
                  <a:moveTo>
                    <a:pt x="7295032" y="13703"/>
                  </a:moveTo>
                  <a:lnTo>
                    <a:pt x="7270673" y="13703"/>
                  </a:lnTo>
                  <a:lnTo>
                    <a:pt x="7282853" y="25895"/>
                  </a:lnTo>
                  <a:lnTo>
                    <a:pt x="7295032" y="25895"/>
                  </a:lnTo>
                  <a:lnTo>
                    <a:pt x="7295032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41182" y="2060798"/>
            <a:ext cx="4635500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0을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시간=7까지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시간=6까지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시간=5까지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시간=6부터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시간=10까지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3번에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4을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시간=7부터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시간=9까지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5을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시간=8부터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시간=9까지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6을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시간=10까지</a:t>
            </a:r>
            <a:r>
              <a:rPr dirty="0" sz="1400" spc="-4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37623" y="3751671"/>
            <a:ext cx="7232479" cy="1337269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332418" y="4047299"/>
            <a:ext cx="29908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7940">
              <a:lnSpc>
                <a:spcPct val="114799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J1 J2 J3</a:t>
            </a:r>
            <a:endParaRPr sz="1800">
              <a:latin typeface="Gulim"/>
              <a:cs typeface="Gulim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922951" y="4672732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J4</a:t>
            </a:r>
            <a:endParaRPr sz="18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299493" y="4393561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J5</a:t>
            </a:r>
            <a:endParaRPr sz="1800">
              <a:latin typeface="Gulim"/>
              <a:cs typeface="Gulim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777115" y="4087986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J6</a:t>
            </a:r>
            <a:endParaRPr sz="1800">
              <a:latin typeface="Gulim"/>
              <a:cs typeface="Gulim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31279" y="4393561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Gulim"/>
                <a:cs typeface="Gulim"/>
              </a:rPr>
              <a:t>J7</a:t>
            </a:r>
            <a:endParaRPr sz="1800">
              <a:latin typeface="Gulim"/>
              <a:cs typeface="Gulim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56753" y="5169380"/>
            <a:ext cx="8248015" cy="811530"/>
          </a:xfrm>
          <a:prstGeom prst="rect">
            <a:avLst/>
          </a:prstGeom>
        </p:spPr>
        <p:txBody>
          <a:bodyPr wrap="square" lIns="0" tIns="1003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  <a:tabLst>
                <a:tab pos="1484630" algn="l"/>
                <a:tab pos="2143760" algn="l"/>
                <a:tab pos="3056890" algn="l"/>
                <a:tab pos="4731385" algn="l"/>
                <a:tab pos="5899150" algn="l"/>
              </a:tabLst>
            </a:pPr>
            <a:r>
              <a:rPr dirty="0" sz="2000">
                <a:latin typeface="Gulim"/>
                <a:cs typeface="Gulim"/>
              </a:rPr>
              <a:t>학생</a:t>
            </a:r>
            <a:r>
              <a:rPr dirty="0" sz="2000">
                <a:latin typeface="Lucida Console"/>
                <a:cs typeface="Lucida Console"/>
              </a:rPr>
              <a:t>&gt;</a:t>
            </a:r>
            <a:r>
              <a:rPr dirty="0" sz="2000" spc="-30">
                <a:latin typeface="Lucida Console"/>
                <a:cs typeface="Lucida Console"/>
              </a:rPr>
              <a:t> </a:t>
            </a:r>
            <a:r>
              <a:rPr dirty="0" sz="2000" spc="-25">
                <a:latin typeface="Gulim"/>
                <a:cs typeface="Gulim"/>
              </a:rPr>
              <a:t>콘솔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35">
                <a:latin typeface="Gulim"/>
                <a:cs typeface="Gulim"/>
              </a:rPr>
              <a:t>출력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결과와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머쉰스케줄링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0">
                <a:latin typeface="Gulim"/>
                <a:cs typeface="Gulim"/>
              </a:rPr>
              <a:t>테이블이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일치하네요</a:t>
            </a:r>
            <a:endParaRPr sz="20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5"/>
              </a:spcBef>
              <a:tabLst>
                <a:tab pos="2245360" algn="l"/>
                <a:tab pos="3919854" algn="l"/>
                <a:tab pos="5086350" algn="l"/>
                <a:tab pos="6151880" algn="l"/>
                <a:tab pos="7065009" algn="l"/>
                <a:tab pos="7472045" algn="l"/>
              </a:tabLst>
            </a:pPr>
            <a:r>
              <a:rPr dirty="0" sz="2000">
                <a:latin typeface="Gulim"/>
                <a:cs typeface="Gulim"/>
              </a:rPr>
              <a:t>교수</a:t>
            </a:r>
            <a:r>
              <a:rPr dirty="0" sz="2000">
                <a:latin typeface="Lucida Console"/>
                <a:cs typeface="Lucida Console"/>
              </a:rPr>
              <a:t>&gt;</a:t>
            </a:r>
            <a:r>
              <a:rPr dirty="0" sz="2000" spc="-30">
                <a:latin typeface="Lucida Console"/>
                <a:cs typeface="Lucida Console"/>
              </a:rPr>
              <a:t> </a:t>
            </a:r>
            <a:r>
              <a:rPr dirty="0" sz="2000" spc="-10">
                <a:latin typeface="Gulim"/>
                <a:cs typeface="Gulim"/>
              </a:rPr>
              <a:t>그림으로된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10">
                <a:latin typeface="Gulim"/>
                <a:cs typeface="Gulim"/>
              </a:rPr>
              <a:t>머쉰스케줄링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0">
                <a:latin typeface="Gulim"/>
                <a:cs typeface="Gulim"/>
              </a:rPr>
              <a:t>테이블을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0">
                <a:latin typeface="Lucida Console"/>
                <a:cs typeface="Lucida Console"/>
              </a:rPr>
              <a:t>C</a:t>
            </a:r>
            <a:r>
              <a:rPr dirty="0" sz="2000" spc="-20">
                <a:latin typeface="Gulim"/>
                <a:cs typeface="Gulim"/>
              </a:rPr>
              <a:t>코드로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구현을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50">
                <a:latin typeface="Gulim"/>
                <a:cs typeface="Gulim"/>
              </a:rPr>
              <a:t>잘</a:t>
            </a:r>
            <a:r>
              <a:rPr dirty="0" sz="2000">
                <a:latin typeface="Gulim"/>
                <a:cs typeface="Gulim"/>
              </a:rPr>
              <a:t>	</a:t>
            </a:r>
            <a:r>
              <a:rPr dirty="0" sz="2000" spc="-25">
                <a:latin typeface="Gulim"/>
                <a:cs typeface="Gulim"/>
              </a:rPr>
              <a:t>했네요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0169" y="6954390"/>
            <a:ext cx="132969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3798227" y="3283978"/>
            <a:ext cx="5711825" cy="3922395"/>
            <a:chOff x="3798227" y="3283978"/>
            <a:chExt cx="5711825" cy="3922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798227" y="3283978"/>
              <a:ext cx="5632640" cy="3867353"/>
            </a:xfrm>
            <a:prstGeom prst="rect">
              <a:avLst/>
            </a:prstGeom>
          </p:spPr>
        </p:pic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3322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95"/>
              </a:spcBef>
            </a:pPr>
            <a:r>
              <a:rPr dirty="0" sz="2800" spc="-600"/>
              <a:t>학생</a:t>
            </a:r>
            <a:r>
              <a:rPr dirty="0" sz="2800" spc="-600">
                <a:latin typeface="Tw Cen MT"/>
                <a:cs typeface="Tw Cen MT"/>
              </a:rPr>
              <a:t>&gt;</a:t>
            </a:r>
            <a:r>
              <a:rPr dirty="0" sz="2800" spc="10">
                <a:latin typeface="Tw Cen MT"/>
                <a:cs typeface="Tw Cen MT"/>
              </a:rPr>
              <a:t> </a:t>
            </a:r>
            <a:r>
              <a:rPr dirty="0" sz="2800" spc="-1105"/>
              <a:t>교수님</a:t>
            </a:r>
            <a:r>
              <a:rPr dirty="0" sz="2800" spc="-1105">
                <a:latin typeface="Tw Cen MT"/>
                <a:cs typeface="Tw Cen MT"/>
              </a:rPr>
              <a:t>~</a:t>
            </a:r>
            <a:r>
              <a:rPr dirty="0" sz="2800" spc="5">
                <a:latin typeface="Tw Cen MT"/>
                <a:cs typeface="Tw Cen MT"/>
              </a:rPr>
              <a:t> </a:t>
            </a:r>
            <a:r>
              <a:rPr dirty="0" sz="2800">
                <a:latin typeface="Tw Cen MT"/>
                <a:cs typeface="Tw Cen MT"/>
              </a:rPr>
              <a:t>lpt_change.c</a:t>
            </a:r>
            <a:r>
              <a:rPr dirty="0" sz="2800" spc="-75">
                <a:latin typeface="Tw Cen MT"/>
                <a:cs typeface="Tw Cen MT"/>
              </a:rPr>
              <a:t> </a:t>
            </a:r>
            <a:r>
              <a:rPr dirty="0" sz="2800" spc="-1145"/>
              <a:t>어려워요</a:t>
            </a:r>
            <a:r>
              <a:rPr dirty="0" sz="2800" spc="-1145">
                <a:latin typeface="Tw Cen MT"/>
                <a:cs typeface="Tw Cen MT"/>
              </a:rPr>
              <a:t>.</a:t>
            </a:r>
            <a:r>
              <a:rPr dirty="0" sz="2800" spc="15">
                <a:latin typeface="Tw Cen MT"/>
                <a:cs typeface="Tw Cen MT"/>
              </a:rPr>
              <a:t> </a:t>
            </a:r>
            <a:r>
              <a:rPr dirty="0" sz="2800" spc="-1655"/>
              <a:t>코드</a:t>
            </a:r>
            <a:r>
              <a:rPr dirty="0" sz="2800" spc="-170"/>
              <a:t> </a:t>
            </a:r>
            <a:r>
              <a:rPr dirty="0" sz="2800" spc="-1275"/>
              <a:t>한줄</a:t>
            </a:r>
            <a:r>
              <a:rPr dirty="0" sz="2800" spc="-160"/>
              <a:t> </a:t>
            </a:r>
            <a:r>
              <a:rPr dirty="0" sz="2800" spc="-620"/>
              <a:t>씩</a:t>
            </a:r>
            <a:r>
              <a:rPr dirty="0" sz="2800" spc="-160"/>
              <a:t> </a:t>
            </a:r>
            <a:r>
              <a:rPr dirty="0" sz="2800" spc="-1050"/>
              <a:t>설명해주세요</a:t>
            </a:r>
            <a:r>
              <a:rPr dirty="0" sz="2800" spc="-1050">
                <a:latin typeface="Tw Cen MT"/>
                <a:cs typeface="Tw Cen MT"/>
              </a:rPr>
              <a:t>.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146665" y="1913670"/>
            <a:ext cx="732409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2160"/>
              </a:lnSpc>
              <a:spcBef>
                <a:spcPts val="100"/>
              </a:spcBef>
              <a:tabLst>
                <a:tab pos="3457575" algn="l"/>
                <a:tab pos="6168390" algn="l"/>
              </a:tabLst>
            </a:pPr>
            <a:r>
              <a:rPr dirty="0" sz="1800">
                <a:latin typeface="Gulim"/>
                <a:cs typeface="Gulim"/>
              </a:rPr>
              <a:t>학생</a:t>
            </a:r>
            <a:r>
              <a:rPr dirty="0" sz="1800">
                <a:latin typeface="Lucida Console"/>
                <a:cs typeface="Lucida Console"/>
              </a:rPr>
              <a:t>&gt;</a:t>
            </a:r>
            <a:r>
              <a:rPr dirty="0" sz="1800" spc="-40">
                <a:latin typeface="Lucida Console"/>
                <a:cs typeface="Lucida Console"/>
              </a:rPr>
              <a:t> </a:t>
            </a:r>
            <a:r>
              <a:rPr dirty="0" sz="1800" spc="-10">
                <a:latin typeface="Lucida Console"/>
                <a:cs typeface="Lucida Console"/>
              </a:rPr>
              <a:t>insert_min_heap()</a:t>
            </a:r>
            <a:r>
              <a:rPr dirty="0" sz="1800" spc="-10">
                <a:latin typeface="Gulim"/>
                <a:cs typeface="Gulim"/>
              </a:rPr>
              <a:t>과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Lucida Console"/>
                <a:cs typeface="Lucida Console"/>
              </a:rPr>
              <a:t>delete_min_heap()</a:t>
            </a:r>
            <a:r>
              <a:rPr dirty="0" sz="1800" spc="-10">
                <a:latin typeface="Gulim"/>
                <a:cs typeface="Gulim"/>
              </a:rPr>
              <a:t>을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사용하는데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tabLst>
                <a:tab pos="1800860" algn="l"/>
                <a:tab pos="4512310" algn="l"/>
              </a:tabLst>
            </a:pPr>
            <a:r>
              <a:rPr dirty="0" sz="1800" spc="-10">
                <a:latin typeface="Lucida Console"/>
                <a:cs typeface="Lucida Console"/>
              </a:rPr>
              <a:t>heap1.c</a:t>
            </a:r>
            <a:r>
              <a:rPr dirty="0" sz="1800" spc="-10">
                <a:latin typeface="Gulim"/>
                <a:cs typeface="Gulim"/>
              </a:rPr>
              <a:t>에서는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Lucida Console"/>
                <a:cs typeface="Lucida Console"/>
              </a:rPr>
              <a:t>insert_max_heap()</a:t>
            </a:r>
            <a:r>
              <a:rPr dirty="0" sz="1800" spc="-10">
                <a:latin typeface="Gulim"/>
                <a:cs typeface="Gulim"/>
              </a:rPr>
              <a:t>을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배웠습니다</a:t>
            </a:r>
            <a:r>
              <a:rPr dirty="0" sz="1800" spc="-10">
                <a:latin typeface="Lucida Console"/>
                <a:cs typeface="Lucida Console"/>
              </a:rPr>
              <a:t>.</a:t>
            </a:r>
            <a:endParaRPr sz="1800">
              <a:latin typeface="Lucida Console"/>
              <a:cs typeface="Lucida Consol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6665" y="2462009"/>
            <a:ext cx="3502660" cy="11150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>
              <a:lnSpc>
                <a:spcPct val="132400"/>
              </a:lnSpc>
              <a:spcBef>
                <a:spcPts val="95"/>
              </a:spcBef>
            </a:pP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Lucida Console"/>
                <a:cs typeface="Lucida Console"/>
              </a:rPr>
              <a:t>&gt;</a:t>
            </a:r>
            <a:r>
              <a:rPr dirty="0" sz="1800" spc="-80">
                <a:latin typeface="Lucida Console"/>
                <a:cs typeface="Lucida Console"/>
              </a:rPr>
              <a:t> </a:t>
            </a:r>
            <a:r>
              <a:rPr dirty="0" sz="1800">
                <a:latin typeface="Gulim"/>
                <a:cs typeface="Gulim"/>
              </a:rPr>
              <a:t>교재</a:t>
            </a:r>
            <a:r>
              <a:rPr dirty="0" sz="1800" spc="415">
                <a:latin typeface="Gulim"/>
                <a:cs typeface="Gulim"/>
              </a:rPr>
              <a:t> </a:t>
            </a:r>
            <a:r>
              <a:rPr dirty="0" sz="1800">
                <a:latin typeface="Lucida Console"/>
                <a:cs typeface="Lucida Console"/>
              </a:rPr>
              <a:t>328</a:t>
            </a:r>
            <a:r>
              <a:rPr dirty="0" sz="1800">
                <a:latin typeface="Gulim"/>
                <a:cs typeface="Gulim"/>
              </a:rPr>
              <a:t>페이지에서</a:t>
            </a:r>
            <a:r>
              <a:rPr dirty="0" sz="1800" spc="4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보면 </a:t>
            </a:r>
            <a:r>
              <a:rPr dirty="0" sz="1800">
                <a:latin typeface="Lucida Console"/>
                <a:cs typeface="Lucida Console"/>
              </a:rPr>
              <a:t>min_heap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41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삭제연산시</a:t>
            </a:r>
            <a:r>
              <a:rPr dirty="0" sz="1800" spc="35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최소값 </a:t>
            </a:r>
            <a:r>
              <a:rPr dirty="0" sz="1800">
                <a:latin typeface="Lucida Console"/>
                <a:cs typeface="Lucida Console"/>
              </a:rPr>
              <a:t>max_heap</a:t>
            </a:r>
            <a:r>
              <a:rPr dirty="0" sz="1800">
                <a:latin typeface="Gulim"/>
                <a:cs typeface="Gulim"/>
              </a:rPr>
              <a:t>는</a:t>
            </a:r>
            <a:r>
              <a:rPr dirty="0" sz="1800" spc="41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삭제연산시</a:t>
            </a:r>
            <a:r>
              <a:rPr dirty="0" sz="1800" spc="35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최대값</a:t>
            </a:r>
            <a:endParaRPr sz="18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19586" y="2462009"/>
            <a:ext cx="3367404" cy="11150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42545">
              <a:lnSpc>
                <a:spcPct val="132200"/>
              </a:lnSpc>
              <a:spcBef>
                <a:spcPts val="100"/>
              </a:spcBef>
              <a:tabLst>
                <a:tab pos="1525270" algn="l"/>
              </a:tabLst>
            </a:pPr>
            <a:r>
              <a:rPr dirty="0" sz="1800" spc="-10">
                <a:latin typeface="Lucida Console"/>
                <a:cs typeface="Lucida Console"/>
              </a:rPr>
              <a:t>max_heap</a:t>
            </a:r>
            <a:r>
              <a:rPr dirty="0" sz="1800" spc="-10">
                <a:latin typeface="Gulim"/>
                <a:cs typeface="Gulim"/>
              </a:rPr>
              <a:t>과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Lucida Console"/>
                <a:cs typeface="Lucida Console"/>
              </a:rPr>
              <a:t>min_heap()</a:t>
            </a:r>
            <a:r>
              <a:rPr dirty="0" sz="1800" spc="-10">
                <a:latin typeface="Gulim"/>
                <a:cs typeface="Gulim"/>
              </a:rPr>
              <a:t>설명 </a:t>
            </a:r>
            <a:r>
              <a:rPr dirty="0" sz="1800" spc="-25">
                <a:latin typeface="Gulim"/>
                <a:cs typeface="Gulim"/>
              </a:rPr>
              <a:t>반환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800" spc="-25">
                <a:latin typeface="Gulim"/>
                <a:cs typeface="Gulim"/>
              </a:rPr>
              <a:t>반환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3322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95"/>
              </a:spcBef>
            </a:pPr>
            <a:r>
              <a:rPr dirty="0" sz="2800" spc="-600"/>
              <a:t>학생</a:t>
            </a:r>
            <a:r>
              <a:rPr dirty="0" sz="2800" spc="-600">
                <a:latin typeface="Tw Cen MT"/>
                <a:cs typeface="Tw Cen MT"/>
              </a:rPr>
              <a:t>&gt;</a:t>
            </a:r>
            <a:r>
              <a:rPr dirty="0" sz="2800" spc="10">
                <a:latin typeface="Tw Cen MT"/>
                <a:cs typeface="Tw Cen MT"/>
              </a:rPr>
              <a:t> </a:t>
            </a:r>
            <a:r>
              <a:rPr dirty="0" sz="2800" spc="-1105"/>
              <a:t>교수님</a:t>
            </a:r>
            <a:r>
              <a:rPr dirty="0" sz="2800" spc="-1105">
                <a:latin typeface="Tw Cen MT"/>
                <a:cs typeface="Tw Cen MT"/>
              </a:rPr>
              <a:t>~</a:t>
            </a:r>
            <a:r>
              <a:rPr dirty="0" sz="2800" spc="5">
                <a:latin typeface="Tw Cen MT"/>
                <a:cs typeface="Tw Cen MT"/>
              </a:rPr>
              <a:t> </a:t>
            </a:r>
            <a:r>
              <a:rPr dirty="0" sz="2800">
                <a:latin typeface="Tw Cen MT"/>
                <a:cs typeface="Tw Cen MT"/>
              </a:rPr>
              <a:t>lpt_change.c</a:t>
            </a:r>
            <a:r>
              <a:rPr dirty="0" sz="2800" spc="-75">
                <a:latin typeface="Tw Cen MT"/>
                <a:cs typeface="Tw Cen MT"/>
              </a:rPr>
              <a:t> </a:t>
            </a:r>
            <a:r>
              <a:rPr dirty="0" sz="2800" spc="-1145"/>
              <a:t>어려워요</a:t>
            </a:r>
            <a:r>
              <a:rPr dirty="0" sz="2800" spc="-1145">
                <a:latin typeface="Tw Cen MT"/>
                <a:cs typeface="Tw Cen MT"/>
              </a:rPr>
              <a:t>.</a:t>
            </a:r>
            <a:r>
              <a:rPr dirty="0" sz="2800" spc="15">
                <a:latin typeface="Tw Cen MT"/>
                <a:cs typeface="Tw Cen MT"/>
              </a:rPr>
              <a:t> </a:t>
            </a:r>
            <a:r>
              <a:rPr dirty="0" sz="2800" spc="-1655"/>
              <a:t>코드</a:t>
            </a:r>
            <a:r>
              <a:rPr dirty="0" sz="2800" spc="-170"/>
              <a:t> </a:t>
            </a:r>
            <a:r>
              <a:rPr dirty="0" sz="2800" spc="-1275"/>
              <a:t>한줄</a:t>
            </a:r>
            <a:r>
              <a:rPr dirty="0" sz="2800" spc="-160"/>
              <a:t> </a:t>
            </a:r>
            <a:r>
              <a:rPr dirty="0" sz="2800" spc="-620"/>
              <a:t>씩</a:t>
            </a:r>
            <a:r>
              <a:rPr dirty="0" sz="2800" spc="-160"/>
              <a:t> </a:t>
            </a:r>
            <a:r>
              <a:rPr dirty="0" sz="2800" spc="-1050"/>
              <a:t>설명해주세요</a:t>
            </a:r>
            <a:r>
              <a:rPr dirty="0" sz="2800" spc="-1050">
                <a:latin typeface="Tw Cen MT"/>
                <a:cs typeface="Tw Cen MT"/>
              </a:rPr>
              <a:t>.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46665" y="1958652"/>
            <a:ext cx="8357234" cy="414845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12700" marR="4826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Lucida Console"/>
                <a:cs typeface="Lucida Console"/>
              </a:rPr>
              <a:t>&gt;</a:t>
            </a:r>
            <a:r>
              <a:rPr dirty="0" sz="1600" spc="-65">
                <a:latin typeface="Lucida Console"/>
                <a:cs typeface="Lucida Console"/>
              </a:rPr>
              <a:t> </a:t>
            </a:r>
            <a:r>
              <a:rPr dirty="0" sz="1600">
                <a:latin typeface="Lucida Console"/>
                <a:cs typeface="Lucida Console"/>
              </a:rPr>
              <a:t>max_heap</a:t>
            </a:r>
            <a:r>
              <a:rPr dirty="0" sz="1600">
                <a:latin typeface="Gulim"/>
                <a:cs typeface="Gulim"/>
              </a:rPr>
              <a:t>에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대한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삽입연산과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삭제연산은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9.4</a:t>
            </a:r>
            <a:r>
              <a:rPr dirty="0" sz="1600">
                <a:latin typeface="Gulim"/>
                <a:cs typeface="Gulim"/>
              </a:rPr>
              <a:t>절에서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자세히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배웠고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 spc="-10">
                <a:latin typeface="Lucida Console"/>
                <a:cs typeface="Lucida Console"/>
              </a:rPr>
              <a:t>min_heap </a:t>
            </a:r>
            <a:r>
              <a:rPr dirty="0" sz="1600">
                <a:latin typeface="Gulim"/>
                <a:cs typeface="Gulim"/>
              </a:rPr>
              <a:t>에</a:t>
            </a:r>
            <a:r>
              <a:rPr dirty="0" sz="1600" spc="35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대한</a:t>
            </a:r>
            <a:r>
              <a:rPr dirty="0" sz="1600" spc="34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삽입연산과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삭제연산은</a:t>
            </a:r>
            <a:r>
              <a:rPr dirty="0" sz="1600" spc="36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유사하므로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lpt_change.c</a:t>
            </a:r>
            <a:r>
              <a:rPr dirty="0" sz="1600">
                <a:latin typeface="Gulim"/>
                <a:cs typeface="Gulim"/>
              </a:rPr>
              <a:t>에서는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main()</a:t>
            </a:r>
            <a:r>
              <a:rPr dirty="0" sz="1600" spc="-80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함수에</a:t>
            </a:r>
            <a:r>
              <a:rPr dirty="0" sz="1600" spc="36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대 </a:t>
            </a:r>
            <a:r>
              <a:rPr dirty="0" sz="1600">
                <a:latin typeface="Gulim"/>
                <a:cs typeface="Gulim"/>
              </a:rPr>
              <a:t>해</a:t>
            </a:r>
            <a:r>
              <a:rPr dirty="0" sz="1600" spc="4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자세히</a:t>
            </a:r>
            <a:r>
              <a:rPr dirty="0" sz="1600" spc="409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합니다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dirty="0" sz="1600">
                <a:latin typeface="Lucida Console"/>
                <a:cs typeface="Lucida Console"/>
              </a:rPr>
              <a:t>typedef</a:t>
            </a:r>
            <a:r>
              <a:rPr dirty="0" sz="1600" spc="-80">
                <a:latin typeface="Lucida Console"/>
                <a:cs typeface="Lucida Console"/>
              </a:rPr>
              <a:t> </a:t>
            </a:r>
            <a:r>
              <a:rPr dirty="0" sz="1600">
                <a:latin typeface="Lucida Console"/>
                <a:cs typeface="Lucida Console"/>
              </a:rPr>
              <a:t>struct</a:t>
            </a:r>
            <a:r>
              <a:rPr dirty="0" sz="1600" spc="-95">
                <a:latin typeface="Lucida Console"/>
                <a:cs typeface="Lucida Console"/>
              </a:rPr>
              <a:t> </a:t>
            </a:r>
            <a:r>
              <a:rPr dirty="0" sz="1600" spc="-50">
                <a:latin typeface="Lucida Console"/>
                <a:cs typeface="Lucida Console"/>
              </a:rPr>
              <a:t>{</a:t>
            </a:r>
            <a:endParaRPr sz="1600">
              <a:latin typeface="Lucida Console"/>
              <a:cs typeface="Lucida Console"/>
            </a:endParaRPr>
          </a:p>
          <a:p>
            <a:pPr marL="925830" marR="6202680">
              <a:lnSpc>
                <a:spcPct val="136200"/>
              </a:lnSpc>
            </a:pPr>
            <a:r>
              <a:rPr dirty="0" sz="1600">
                <a:latin typeface="Lucida Console"/>
                <a:cs typeface="Lucida Console"/>
              </a:rPr>
              <a:t>int</a:t>
            </a:r>
            <a:r>
              <a:rPr dirty="0" sz="1600" spc="-50">
                <a:latin typeface="Lucida Console"/>
                <a:cs typeface="Lucida Console"/>
              </a:rPr>
              <a:t> </a:t>
            </a:r>
            <a:r>
              <a:rPr dirty="0" sz="1600" spc="-25">
                <a:latin typeface="Lucida Console"/>
                <a:cs typeface="Lucida Console"/>
              </a:rPr>
              <a:t>id; </a:t>
            </a:r>
            <a:r>
              <a:rPr dirty="0" sz="1600">
                <a:latin typeface="Lucida Console"/>
                <a:cs typeface="Lucida Console"/>
              </a:rPr>
              <a:t>int</a:t>
            </a:r>
            <a:r>
              <a:rPr dirty="0" sz="1600" spc="-50">
                <a:latin typeface="Lucida Console"/>
                <a:cs typeface="Lucida Console"/>
              </a:rPr>
              <a:t> </a:t>
            </a:r>
            <a:r>
              <a:rPr dirty="0" sz="1600" spc="-10">
                <a:latin typeface="Lucida Console"/>
                <a:cs typeface="Lucida Console"/>
              </a:rPr>
              <a:t>avail;</a:t>
            </a:r>
            <a:endParaRPr sz="16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600">
                <a:latin typeface="Lucida Console"/>
                <a:cs typeface="Lucida Console"/>
              </a:rPr>
              <a:t>}</a:t>
            </a:r>
            <a:r>
              <a:rPr dirty="0" sz="1600" spc="-20">
                <a:latin typeface="Lucida Console"/>
                <a:cs typeface="Lucida Console"/>
              </a:rPr>
              <a:t> </a:t>
            </a:r>
            <a:r>
              <a:rPr dirty="0" sz="1600" spc="-10">
                <a:latin typeface="Lucida Console"/>
                <a:cs typeface="Lucida Console"/>
              </a:rPr>
              <a:t>element;</a:t>
            </a:r>
            <a:endParaRPr sz="16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dirty="0" sz="1600">
                <a:latin typeface="Lucida Console"/>
                <a:cs typeface="Lucida Console"/>
              </a:rPr>
              <a:t>lpt</a:t>
            </a:r>
            <a:r>
              <a:rPr dirty="0" sz="1600" spc="-70">
                <a:latin typeface="Lucida Console"/>
                <a:cs typeface="Lucida Console"/>
              </a:rPr>
              <a:t> </a:t>
            </a:r>
            <a:r>
              <a:rPr dirty="0" sz="1600">
                <a:latin typeface="Lucida Console"/>
                <a:cs typeface="Lucida Console"/>
              </a:rPr>
              <a:t>min_heap</a:t>
            </a:r>
            <a:r>
              <a:rPr dirty="0" sz="1600">
                <a:latin typeface="Gulim"/>
                <a:cs typeface="Gulim"/>
              </a:rPr>
              <a:t>에서는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element</a:t>
            </a:r>
            <a:r>
              <a:rPr dirty="0" sz="1600">
                <a:latin typeface="Gulim"/>
                <a:cs typeface="Gulim"/>
              </a:rPr>
              <a:t>의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avail</a:t>
            </a:r>
            <a:r>
              <a:rPr dirty="0" sz="1600" spc="-70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값이</a:t>
            </a:r>
            <a:r>
              <a:rPr dirty="0" sz="1600" spc="36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최소값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비교</a:t>
            </a:r>
            <a:r>
              <a:rPr dirty="0" sz="1600" spc="36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대상입니다</a:t>
            </a:r>
            <a:r>
              <a:rPr dirty="0" sz="1600">
                <a:latin typeface="Lucida Console"/>
                <a:cs typeface="Lucida Console"/>
              </a:rPr>
              <a:t>.</a:t>
            </a:r>
            <a:r>
              <a:rPr dirty="0" sz="1600" spc="-55">
                <a:latin typeface="Lucida Console"/>
                <a:cs typeface="Lucida Console"/>
              </a:rPr>
              <a:t> </a:t>
            </a:r>
            <a:r>
              <a:rPr dirty="0" sz="1600">
                <a:latin typeface="Lucida Console"/>
                <a:cs typeface="Lucida Console"/>
              </a:rPr>
              <a:t>id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36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아니고</a:t>
            </a:r>
            <a:endParaRPr sz="16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530"/>
              </a:spcBef>
            </a:pPr>
            <a:endParaRPr sz="1600">
              <a:latin typeface="Gulim"/>
              <a:cs typeface="Gulim"/>
            </a:endParaRPr>
          </a:p>
          <a:p>
            <a:pPr marL="255270" indent="-242570">
              <a:lnSpc>
                <a:spcPct val="100000"/>
              </a:lnSpc>
              <a:spcBef>
                <a:spcPts val="5"/>
              </a:spcBef>
              <a:buSzPct val="93750"/>
              <a:buAutoNum type="arabicPeriod"/>
              <a:tabLst>
                <a:tab pos="255270" algn="l"/>
              </a:tabLst>
            </a:pPr>
            <a:r>
              <a:rPr dirty="0" sz="1600">
                <a:latin typeface="Lucida Console"/>
                <a:cs typeface="Lucida Console"/>
              </a:rPr>
              <a:t>lpt_change.c</a:t>
            </a:r>
            <a:r>
              <a:rPr dirty="0" sz="1600">
                <a:latin typeface="Gulim"/>
                <a:cs typeface="Gulim"/>
              </a:rPr>
              <a:t>의</a:t>
            </a:r>
            <a:r>
              <a:rPr dirty="0" sz="1600" spc="35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83</a:t>
            </a:r>
            <a:r>
              <a:rPr dirty="0" sz="1600">
                <a:latin typeface="Gulim"/>
                <a:cs typeface="Gulim"/>
              </a:rPr>
              <a:t>번줄에</a:t>
            </a:r>
            <a:r>
              <a:rPr dirty="0" sz="1600" spc="34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중단점</a:t>
            </a:r>
            <a:r>
              <a:rPr dirty="0" sz="1600" spc="33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설정</a:t>
            </a:r>
            <a:endParaRPr sz="1600">
              <a:latin typeface="Gulim"/>
              <a:cs typeface="Gulim"/>
            </a:endParaRPr>
          </a:p>
          <a:p>
            <a:pPr algn="just" marL="255270" indent="-242570">
              <a:lnSpc>
                <a:spcPct val="100000"/>
              </a:lnSpc>
              <a:spcBef>
                <a:spcPts val="705"/>
              </a:spcBef>
              <a:buSzPct val="93750"/>
              <a:buFont typeface="Lucida Console"/>
              <a:buAutoNum type="arabicPeriod"/>
              <a:tabLst>
                <a:tab pos="255270" algn="l"/>
              </a:tabLst>
            </a:pPr>
            <a:r>
              <a:rPr dirty="0" sz="1600">
                <a:latin typeface="Gulim"/>
                <a:cs typeface="Gulim"/>
              </a:rPr>
              <a:t>진행후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h</a:t>
            </a:r>
            <a:r>
              <a:rPr dirty="0" sz="1600">
                <a:latin typeface="Gulim"/>
                <a:cs typeface="Gulim"/>
              </a:rPr>
              <a:t>변수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자료구조를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보면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기계</a:t>
            </a:r>
            <a:r>
              <a:rPr dirty="0" sz="1600">
                <a:latin typeface="Lucida Console"/>
                <a:cs typeface="Lucida Console"/>
              </a:rPr>
              <a:t>1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 spc="-10">
                <a:latin typeface="Lucida Console"/>
                <a:cs typeface="Lucida Console"/>
              </a:rPr>
              <a:t>root</a:t>
            </a:r>
            <a:r>
              <a:rPr dirty="0" sz="1600" spc="-10">
                <a:latin typeface="Gulim"/>
                <a:cs typeface="Gulim"/>
              </a:rPr>
              <a:t>임</a:t>
            </a:r>
            <a:endParaRPr sz="1600">
              <a:latin typeface="Gulim"/>
              <a:cs typeface="Gulim"/>
            </a:endParaRPr>
          </a:p>
          <a:p>
            <a:pPr marL="254635" marR="3260725" indent="-242570">
              <a:lnSpc>
                <a:spcPct val="100000"/>
              </a:lnSpc>
              <a:spcBef>
                <a:spcPts val="695"/>
              </a:spcBef>
              <a:buSzPct val="93750"/>
              <a:buAutoNum type="arabicPeriod"/>
              <a:tabLst>
                <a:tab pos="255904" algn="l"/>
              </a:tabLst>
            </a:pPr>
            <a:r>
              <a:rPr dirty="0" sz="1600">
                <a:latin typeface="Lucida Console"/>
                <a:cs typeface="Lucida Console"/>
              </a:rPr>
              <a:t>84</a:t>
            </a:r>
            <a:r>
              <a:rPr dirty="0" sz="1600">
                <a:latin typeface="Gulim"/>
                <a:cs typeface="Gulim"/>
              </a:rPr>
              <a:t>번줄까지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진행하면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84</a:t>
            </a:r>
            <a:r>
              <a:rPr dirty="0" sz="1600">
                <a:latin typeface="Gulim"/>
                <a:cs typeface="Gulim"/>
              </a:rPr>
              <a:t>번줄의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내용을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변수창에서 </a:t>
            </a:r>
            <a:r>
              <a:rPr dirty="0" sz="1600" spc="-10">
                <a:latin typeface="Gulim"/>
                <a:cs typeface="Gulim"/>
              </a:rPr>
              <a:t>	</a:t>
            </a:r>
            <a:r>
              <a:rPr dirty="0" sz="1600">
                <a:latin typeface="Gulim"/>
                <a:cs typeface="Gulim"/>
              </a:rPr>
              <a:t>볼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있음</a:t>
            </a:r>
            <a:r>
              <a:rPr dirty="0" sz="1600">
                <a:latin typeface="Lucida Console"/>
                <a:cs typeface="Lucida Console"/>
              </a:rPr>
              <a:t>.</a:t>
            </a:r>
            <a:r>
              <a:rPr dirty="0" sz="1600" spc="-40">
                <a:latin typeface="Lucida Console"/>
                <a:cs typeface="Lucida Console"/>
              </a:rPr>
              <a:t> </a:t>
            </a:r>
            <a:r>
              <a:rPr dirty="0" sz="1600">
                <a:latin typeface="Lucida Console"/>
                <a:cs typeface="Lucida Console"/>
              </a:rPr>
              <a:t>i,</a:t>
            </a:r>
            <a:r>
              <a:rPr dirty="0" sz="1600" spc="-60">
                <a:latin typeface="Lucida Console"/>
                <a:cs typeface="Lucida Console"/>
              </a:rPr>
              <a:t> </a:t>
            </a:r>
            <a:r>
              <a:rPr dirty="0" sz="1600">
                <a:latin typeface="Lucida Console"/>
                <a:cs typeface="Lucida Console"/>
              </a:rPr>
              <a:t>m.avail,</a:t>
            </a:r>
            <a:r>
              <a:rPr dirty="0" sz="1600" spc="-40">
                <a:latin typeface="Lucida Console"/>
                <a:cs typeface="Lucida Console"/>
              </a:rPr>
              <a:t> </a:t>
            </a:r>
            <a:r>
              <a:rPr dirty="0" sz="1600">
                <a:latin typeface="Lucida Console"/>
                <a:cs typeface="Lucida Console"/>
              </a:rPr>
              <a:t>jobs[i],</a:t>
            </a:r>
            <a:r>
              <a:rPr dirty="0" sz="1600" spc="-40">
                <a:latin typeface="Lucida Console"/>
                <a:cs typeface="Lucida Console"/>
              </a:rPr>
              <a:t> </a:t>
            </a:r>
            <a:r>
              <a:rPr dirty="0" sz="1600" spc="-20">
                <a:latin typeface="Lucida Console"/>
                <a:cs typeface="Lucida Console"/>
              </a:rPr>
              <a:t>m.id</a:t>
            </a:r>
            <a:endParaRPr sz="1600">
              <a:latin typeface="Lucida Console"/>
              <a:cs typeface="Lucida Console"/>
            </a:endParaRPr>
          </a:p>
          <a:p>
            <a:pPr lvl="1" marL="596265" indent="-340360">
              <a:lnSpc>
                <a:spcPts val="1920"/>
              </a:lnSpc>
              <a:buFont typeface="Meiryo UI"/>
              <a:buChar char="➔"/>
              <a:tabLst>
                <a:tab pos="596265" algn="l"/>
              </a:tabLst>
            </a:pPr>
            <a:r>
              <a:rPr dirty="0" sz="1600">
                <a:latin typeface="Lucida Console"/>
                <a:cs typeface="Lucida Console"/>
              </a:rPr>
              <a:t>printf()</a:t>
            </a:r>
            <a:r>
              <a:rPr dirty="0" sz="1600" spc="-105">
                <a:latin typeface="Lucida Console"/>
                <a:cs typeface="Lucida Console"/>
              </a:rPr>
              <a:t> </a:t>
            </a:r>
            <a:r>
              <a:rPr dirty="0" sz="1600" spc="-20">
                <a:latin typeface="Gulim"/>
                <a:cs typeface="Gulim"/>
              </a:rPr>
              <a:t>필요없음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702844" y="4922926"/>
            <a:ext cx="2140407" cy="1818678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392454" y="5379872"/>
            <a:ext cx="2117725" cy="1826895"/>
            <a:chOff x="7392454" y="5379872"/>
            <a:chExt cx="2117725" cy="1826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92454" y="5379872"/>
              <a:ext cx="2082558" cy="1637423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3322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95"/>
              </a:spcBef>
            </a:pPr>
            <a:r>
              <a:rPr dirty="0" sz="2800" spc="-600"/>
              <a:t>학생</a:t>
            </a:r>
            <a:r>
              <a:rPr dirty="0" sz="2800" spc="-600">
                <a:latin typeface="Tw Cen MT"/>
                <a:cs typeface="Tw Cen MT"/>
              </a:rPr>
              <a:t>&gt;</a:t>
            </a:r>
            <a:r>
              <a:rPr dirty="0" sz="2800" spc="10">
                <a:latin typeface="Tw Cen MT"/>
                <a:cs typeface="Tw Cen MT"/>
              </a:rPr>
              <a:t> </a:t>
            </a:r>
            <a:r>
              <a:rPr dirty="0" sz="2800" spc="-1105"/>
              <a:t>교수님</a:t>
            </a:r>
            <a:r>
              <a:rPr dirty="0" sz="2800" spc="-1105">
                <a:latin typeface="Tw Cen MT"/>
                <a:cs typeface="Tw Cen MT"/>
              </a:rPr>
              <a:t>~</a:t>
            </a:r>
            <a:r>
              <a:rPr dirty="0" sz="2800" spc="5">
                <a:latin typeface="Tw Cen MT"/>
                <a:cs typeface="Tw Cen MT"/>
              </a:rPr>
              <a:t> </a:t>
            </a:r>
            <a:r>
              <a:rPr dirty="0" sz="2800">
                <a:latin typeface="Tw Cen MT"/>
                <a:cs typeface="Tw Cen MT"/>
              </a:rPr>
              <a:t>lpt_change.c</a:t>
            </a:r>
            <a:r>
              <a:rPr dirty="0" sz="2800" spc="-75">
                <a:latin typeface="Tw Cen MT"/>
                <a:cs typeface="Tw Cen MT"/>
              </a:rPr>
              <a:t> </a:t>
            </a:r>
            <a:r>
              <a:rPr dirty="0" sz="2800" spc="-1145"/>
              <a:t>어려워요</a:t>
            </a:r>
            <a:r>
              <a:rPr dirty="0" sz="2800" spc="-1145">
                <a:latin typeface="Tw Cen MT"/>
                <a:cs typeface="Tw Cen MT"/>
              </a:rPr>
              <a:t>.</a:t>
            </a:r>
            <a:r>
              <a:rPr dirty="0" sz="2800" spc="15">
                <a:latin typeface="Tw Cen MT"/>
                <a:cs typeface="Tw Cen MT"/>
              </a:rPr>
              <a:t> </a:t>
            </a:r>
            <a:r>
              <a:rPr dirty="0" sz="2800" spc="-1655"/>
              <a:t>코드</a:t>
            </a:r>
            <a:r>
              <a:rPr dirty="0" sz="2800" spc="-170"/>
              <a:t> </a:t>
            </a:r>
            <a:r>
              <a:rPr dirty="0" sz="2800" spc="-1275"/>
              <a:t>한줄</a:t>
            </a:r>
            <a:r>
              <a:rPr dirty="0" sz="2800" spc="-160"/>
              <a:t> </a:t>
            </a:r>
            <a:r>
              <a:rPr dirty="0" sz="2800" spc="-620"/>
              <a:t>씩</a:t>
            </a:r>
            <a:r>
              <a:rPr dirty="0" sz="2800" spc="-160"/>
              <a:t> </a:t>
            </a:r>
            <a:r>
              <a:rPr dirty="0" sz="2800" spc="-1050"/>
              <a:t>설명해주세요</a:t>
            </a:r>
            <a:r>
              <a:rPr dirty="0" sz="2800" spc="-1050">
                <a:latin typeface="Tw Cen MT"/>
                <a:cs typeface="Tw Cen MT"/>
              </a:rPr>
              <a:t>.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46665" y="4712203"/>
            <a:ext cx="4591050" cy="26860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950" spc="-25">
                <a:solidFill>
                  <a:srgbClr val="DD8046"/>
                </a:solidFill>
                <a:latin typeface="Lucida Console"/>
                <a:cs typeface="Lucida Console"/>
              </a:rPr>
              <a:t>3.</a:t>
            </a:r>
            <a:r>
              <a:rPr dirty="0" sz="950">
                <a:solidFill>
                  <a:srgbClr val="DD8046"/>
                </a:solidFill>
                <a:latin typeface="Lucida Console"/>
                <a:cs typeface="Lucida Console"/>
              </a:rPr>
              <a:t>	</a:t>
            </a:r>
            <a:r>
              <a:rPr dirty="0" sz="1600">
                <a:latin typeface="Gulim"/>
                <a:cs typeface="Gulim"/>
              </a:rPr>
              <a:t>계속버튼을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눌러서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JOB2</a:t>
            </a:r>
            <a:r>
              <a:rPr dirty="0" sz="1600" spc="-60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할당까지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수행하면</a:t>
            </a:r>
            <a:endParaRPr sz="16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9189" y="4955916"/>
            <a:ext cx="1974214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할당을</a:t>
            </a:r>
            <a:r>
              <a:rPr dirty="0" sz="1600" spc="4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받고</a:t>
            </a:r>
            <a:r>
              <a:rPr dirty="0" sz="1600" spc="400">
                <a:latin typeface="Gulim"/>
                <a:cs typeface="Gulim"/>
              </a:rPr>
              <a:t> </a:t>
            </a:r>
            <a:r>
              <a:rPr dirty="0" sz="1600" spc="-10">
                <a:latin typeface="Lucida Console"/>
                <a:cs typeface="Lucida Console"/>
              </a:rPr>
              <a:t>JOB3</a:t>
            </a:r>
            <a:r>
              <a:rPr dirty="0" sz="1600" spc="-10">
                <a:latin typeface="Gulim"/>
                <a:cs typeface="Gulim"/>
              </a:rPr>
              <a:t>을 </a:t>
            </a:r>
            <a:r>
              <a:rPr dirty="0" sz="1600">
                <a:latin typeface="Gulim"/>
                <a:cs typeface="Gulim"/>
              </a:rPr>
              <a:t>기계</a:t>
            </a:r>
            <a:r>
              <a:rPr dirty="0" sz="1600">
                <a:latin typeface="Lucida Console"/>
                <a:cs typeface="Lucida Console"/>
              </a:rPr>
              <a:t>3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시간</a:t>
            </a:r>
            <a:r>
              <a:rPr dirty="0" sz="1600" spc="-10">
                <a:latin typeface="Lucida Console"/>
                <a:cs typeface="Lucida Console"/>
              </a:rPr>
              <a:t>=6</a:t>
            </a:r>
            <a:r>
              <a:rPr dirty="0" sz="1600" spc="-10">
                <a:latin typeface="Gulim"/>
                <a:cs typeface="Gulim"/>
              </a:rPr>
              <a:t>부터</a:t>
            </a:r>
            <a:endParaRPr sz="16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519982" y="4955916"/>
            <a:ext cx="225869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334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할당할</a:t>
            </a:r>
            <a:r>
              <a:rPr dirty="0" sz="1600" spc="41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있는</a:t>
            </a:r>
            <a:r>
              <a:rPr dirty="0" sz="1600" spc="40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기계는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Lucida Console"/>
                <a:cs typeface="Lucida Console"/>
              </a:rPr>
              <a:t>avail</a:t>
            </a:r>
            <a:r>
              <a:rPr dirty="0" sz="1600" spc="-40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하다는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것을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알</a:t>
            </a:r>
            <a:endParaRPr sz="1600">
              <a:latin typeface="Gulim"/>
              <a:cs typeface="Gulim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835459" y="4712203"/>
            <a:ext cx="1325880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3970" marR="5080" indent="-1905">
              <a:lnSpc>
                <a:spcPct val="100000"/>
              </a:lnSpc>
              <a:spcBef>
                <a:spcPts val="95"/>
              </a:spcBef>
            </a:pPr>
            <a:r>
              <a:rPr dirty="0" sz="1600" spc="-10">
                <a:latin typeface="Gulim"/>
                <a:cs typeface="Gulim"/>
              </a:rPr>
              <a:t>모든기계가 </a:t>
            </a:r>
            <a:r>
              <a:rPr dirty="0" sz="1600">
                <a:latin typeface="Lucida Console"/>
                <a:cs typeface="Lucida Console"/>
              </a:rPr>
              <a:t>h</a:t>
            </a:r>
            <a:r>
              <a:rPr dirty="0" sz="1600">
                <a:latin typeface="Gulim"/>
                <a:cs typeface="Gulim"/>
              </a:rPr>
              <a:t>변수를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보면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42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있음</a:t>
            </a:r>
            <a:endParaRPr sz="16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146665" y="5443329"/>
            <a:ext cx="5973445" cy="8445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>
              <a:lnSpc>
                <a:spcPts val="1905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그다음은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기계</a:t>
            </a:r>
            <a:r>
              <a:rPr dirty="0" sz="1600">
                <a:latin typeface="Lucida Console"/>
                <a:cs typeface="Lucida Console"/>
              </a:rPr>
              <a:t>2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시간</a:t>
            </a:r>
            <a:r>
              <a:rPr dirty="0" sz="1600">
                <a:latin typeface="Lucida Console"/>
                <a:cs typeface="Lucida Console"/>
              </a:rPr>
              <a:t>=7</a:t>
            </a:r>
            <a:r>
              <a:rPr dirty="0" sz="1600">
                <a:latin typeface="Gulim"/>
                <a:cs typeface="Gulim"/>
              </a:rPr>
              <a:t>부터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avail</a:t>
            </a:r>
            <a:r>
              <a:rPr dirty="0" sz="1600" spc="-65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기계</a:t>
            </a:r>
            <a:r>
              <a:rPr dirty="0" sz="1600">
                <a:latin typeface="Lucida Console"/>
                <a:cs typeface="Lucida Console"/>
              </a:rPr>
              <a:t>1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시간</a:t>
            </a:r>
            <a:r>
              <a:rPr dirty="0" sz="1600" spc="-10">
                <a:latin typeface="Lucida Console"/>
                <a:cs typeface="Lucida Console"/>
              </a:rPr>
              <a:t>=8</a:t>
            </a:r>
            <a:r>
              <a:rPr dirty="0" sz="1600" spc="-10">
                <a:latin typeface="Gulim"/>
                <a:cs typeface="Gulim"/>
              </a:rPr>
              <a:t>부터</a:t>
            </a:r>
            <a:endParaRPr sz="1600">
              <a:latin typeface="Gulim"/>
              <a:cs typeface="Gulim"/>
            </a:endParaRPr>
          </a:p>
          <a:p>
            <a:pPr marL="354965">
              <a:lnSpc>
                <a:spcPts val="1905"/>
              </a:lnSpc>
            </a:pPr>
            <a:r>
              <a:rPr dirty="0" sz="1600" spc="-10">
                <a:latin typeface="Lucida Console"/>
                <a:cs typeface="Lucida Console"/>
              </a:rPr>
              <a:t>avail</a:t>
            </a:r>
            <a:endParaRPr sz="1600">
              <a:latin typeface="Lucida Console"/>
              <a:cs typeface="Lucida Console"/>
            </a:endParaRPr>
          </a:p>
          <a:p>
            <a:pPr marL="12700">
              <a:lnSpc>
                <a:spcPct val="100000"/>
              </a:lnSpc>
              <a:spcBef>
                <a:spcPts val="715"/>
              </a:spcBef>
              <a:tabLst>
                <a:tab pos="354965" algn="l"/>
              </a:tabLst>
            </a:pPr>
            <a:r>
              <a:rPr dirty="0" sz="950" spc="-25">
                <a:solidFill>
                  <a:srgbClr val="DD8046"/>
                </a:solidFill>
                <a:latin typeface="Lucida Console"/>
                <a:cs typeface="Lucida Console"/>
              </a:rPr>
              <a:t>4.</a:t>
            </a:r>
            <a:r>
              <a:rPr dirty="0" sz="950">
                <a:solidFill>
                  <a:srgbClr val="DD8046"/>
                </a:solidFill>
                <a:latin typeface="Lucida Console"/>
                <a:cs typeface="Lucida Console"/>
              </a:rPr>
              <a:t>	</a:t>
            </a:r>
            <a:r>
              <a:rPr dirty="0" sz="1600">
                <a:latin typeface="Gulim"/>
                <a:cs typeface="Gulim"/>
              </a:rPr>
              <a:t>계속버튼을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눌러서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JOB5</a:t>
            </a:r>
            <a:r>
              <a:rPr dirty="0" sz="1600">
                <a:latin typeface="Gulim"/>
                <a:cs typeface="Gulim"/>
              </a:rPr>
              <a:t>까지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할당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수행</a:t>
            </a:r>
            <a:endParaRPr sz="1600">
              <a:latin typeface="Gulim"/>
              <a:cs typeface="Gulim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51254" y="2010600"/>
            <a:ext cx="7295515" cy="1625600"/>
            <a:chOff x="1551254" y="2010600"/>
            <a:chExt cx="7295515" cy="1625600"/>
          </a:xfrm>
        </p:grpSpPr>
        <p:sp>
          <p:nvSpPr>
            <p:cNvPr id="12" name="object 12"/>
            <p:cNvSpPr/>
            <p:nvPr/>
          </p:nvSpPr>
          <p:spPr>
            <a:xfrm>
              <a:off x="1563433" y="2024316"/>
              <a:ext cx="7270750" cy="1599565"/>
            </a:xfrm>
            <a:custGeom>
              <a:avLst/>
              <a:gdLst/>
              <a:ahLst/>
              <a:cxnLst/>
              <a:rect l="l" t="t" r="r" b="b"/>
              <a:pathLst>
                <a:path w="7270750" h="1599564">
                  <a:moveTo>
                    <a:pt x="7270673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7270673" y="1599336"/>
                  </a:lnTo>
                  <a:lnTo>
                    <a:pt x="727067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51254" y="2010600"/>
              <a:ext cx="7295515" cy="1625600"/>
            </a:xfrm>
            <a:custGeom>
              <a:avLst/>
              <a:gdLst/>
              <a:ahLst/>
              <a:cxnLst/>
              <a:rect l="l" t="t" r="r" b="b"/>
              <a:pathLst>
                <a:path w="7295515" h="1625600">
                  <a:moveTo>
                    <a:pt x="7295032" y="0"/>
                  </a:moveTo>
                  <a:lnTo>
                    <a:pt x="0" y="0"/>
                  </a:lnTo>
                  <a:lnTo>
                    <a:pt x="0" y="1625231"/>
                  </a:lnTo>
                  <a:lnTo>
                    <a:pt x="7295032" y="1625231"/>
                  </a:lnTo>
                  <a:lnTo>
                    <a:pt x="7295032" y="1613052"/>
                  </a:lnTo>
                  <a:lnTo>
                    <a:pt x="24358" y="1613052"/>
                  </a:lnTo>
                  <a:lnTo>
                    <a:pt x="12179" y="1600860"/>
                  </a:lnTo>
                  <a:lnTo>
                    <a:pt x="24358" y="1600860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3703"/>
                  </a:lnTo>
                  <a:lnTo>
                    <a:pt x="7295032" y="13703"/>
                  </a:lnTo>
                  <a:lnTo>
                    <a:pt x="7295032" y="0"/>
                  </a:lnTo>
                  <a:close/>
                </a:path>
                <a:path w="7295515" h="1625600">
                  <a:moveTo>
                    <a:pt x="24358" y="1600860"/>
                  </a:moveTo>
                  <a:lnTo>
                    <a:pt x="12179" y="1600860"/>
                  </a:lnTo>
                  <a:lnTo>
                    <a:pt x="24358" y="1613052"/>
                  </a:lnTo>
                  <a:lnTo>
                    <a:pt x="24358" y="1600860"/>
                  </a:lnTo>
                  <a:close/>
                </a:path>
                <a:path w="7295515" h="1625600">
                  <a:moveTo>
                    <a:pt x="7270673" y="1600860"/>
                  </a:moveTo>
                  <a:lnTo>
                    <a:pt x="24358" y="1600860"/>
                  </a:lnTo>
                  <a:lnTo>
                    <a:pt x="24358" y="1613052"/>
                  </a:lnTo>
                  <a:lnTo>
                    <a:pt x="7270673" y="1613052"/>
                  </a:lnTo>
                  <a:lnTo>
                    <a:pt x="7270673" y="1600860"/>
                  </a:lnTo>
                  <a:close/>
                </a:path>
                <a:path w="7295515" h="1625600">
                  <a:moveTo>
                    <a:pt x="7270673" y="13703"/>
                  </a:moveTo>
                  <a:lnTo>
                    <a:pt x="7270673" y="1613052"/>
                  </a:lnTo>
                  <a:lnTo>
                    <a:pt x="7282853" y="1600860"/>
                  </a:lnTo>
                  <a:lnTo>
                    <a:pt x="7295032" y="1600860"/>
                  </a:lnTo>
                  <a:lnTo>
                    <a:pt x="7295032" y="25895"/>
                  </a:lnTo>
                  <a:lnTo>
                    <a:pt x="7282853" y="25895"/>
                  </a:lnTo>
                  <a:lnTo>
                    <a:pt x="7270673" y="13703"/>
                  </a:lnTo>
                  <a:close/>
                </a:path>
                <a:path w="7295515" h="1625600">
                  <a:moveTo>
                    <a:pt x="7295032" y="1600860"/>
                  </a:moveTo>
                  <a:lnTo>
                    <a:pt x="7282853" y="1600860"/>
                  </a:lnTo>
                  <a:lnTo>
                    <a:pt x="7270673" y="1613052"/>
                  </a:lnTo>
                  <a:lnTo>
                    <a:pt x="7295032" y="1613052"/>
                  </a:lnTo>
                  <a:lnTo>
                    <a:pt x="7295032" y="1600860"/>
                  </a:lnTo>
                  <a:close/>
                </a:path>
                <a:path w="7295515" h="1625600">
                  <a:moveTo>
                    <a:pt x="24358" y="13703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3703"/>
                  </a:lnTo>
                  <a:close/>
                </a:path>
                <a:path w="7295515" h="1625600">
                  <a:moveTo>
                    <a:pt x="7270673" y="13703"/>
                  </a:moveTo>
                  <a:lnTo>
                    <a:pt x="24358" y="13703"/>
                  </a:lnTo>
                  <a:lnTo>
                    <a:pt x="24358" y="25895"/>
                  </a:lnTo>
                  <a:lnTo>
                    <a:pt x="7270673" y="25895"/>
                  </a:lnTo>
                  <a:lnTo>
                    <a:pt x="7270673" y="13703"/>
                  </a:lnTo>
                  <a:close/>
                </a:path>
                <a:path w="7295515" h="1625600">
                  <a:moveTo>
                    <a:pt x="7295032" y="13703"/>
                  </a:moveTo>
                  <a:lnTo>
                    <a:pt x="7270673" y="13703"/>
                  </a:lnTo>
                  <a:lnTo>
                    <a:pt x="7282853" y="25895"/>
                  </a:lnTo>
                  <a:lnTo>
                    <a:pt x="7295032" y="25895"/>
                  </a:lnTo>
                  <a:lnTo>
                    <a:pt x="7295032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146665" y="2060798"/>
            <a:ext cx="5321935" cy="25882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506730" marR="19685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0을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시간=7까지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시간=6까지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시간=5까지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시간=6부터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시간=10까지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3번에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4을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시간=7부터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시간=9까지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5을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시간=8부터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시간=9까지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6을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시간=10까지</a:t>
            </a:r>
            <a:r>
              <a:rPr dirty="0" sz="1400" spc="-4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</a:t>
            </a:r>
            <a:endParaRPr sz="1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tabLst>
                <a:tab pos="354965" algn="l"/>
              </a:tabLst>
            </a:pPr>
            <a:r>
              <a:rPr dirty="0" sz="950" spc="-25">
                <a:solidFill>
                  <a:srgbClr val="DD8046"/>
                </a:solidFill>
                <a:latin typeface="Lucida Console"/>
                <a:cs typeface="Lucida Console"/>
              </a:rPr>
              <a:t>1.</a:t>
            </a:r>
            <a:r>
              <a:rPr dirty="0" sz="950">
                <a:solidFill>
                  <a:srgbClr val="DD8046"/>
                </a:solidFill>
                <a:latin typeface="Lucida Console"/>
                <a:cs typeface="Lucida Console"/>
              </a:rPr>
              <a:t>	</a:t>
            </a:r>
            <a:r>
              <a:rPr dirty="0" sz="1600">
                <a:latin typeface="Lucida Console"/>
                <a:cs typeface="Lucida Console"/>
              </a:rPr>
              <a:t>84</a:t>
            </a:r>
            <a:r>
              <a:rPr dirty="0" sz="1600">
                <a:latin typeface="Gulim"/>
                <a:cs typeface="Gulim"/>
              </a:rPr>
              <a:t>번줄에서</a:t>
            </a:r>
            <a:r>
              <a:rPr dirty="0" sz="1600" spc="37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JOB0</a:t>
            </a:r>
            <a:r>
              <a:rPr dirty="0" sz="1600" spc="-75">
                <a:latin typeface="Lucida Console"/>
                <a:cs typeface="Lucida Console"/>
              </a:rPr>
              <a:t> </a:t>
            </a:r>
            <a:r>
              <a:rPr dirty="0" sz="1600" spc="-25">
                <a:latin typeface="Gulim"/>
                <a:cs typeface="Gulim"/>
              </a:rPr>
              <a:t>출력됨</a:t>
            </a:r>
            <a:endParaRPr sz="1600">
              <a:latin typeface="Gulim"/>
              <a:cs typeface="Gulim"/>
            </a:endParaRPr>
          </a:p>
          <a:p>
            <a:pPr marL="354965" marR="5080" indent="-342900">
              <a:lnSpc>
                <a:spcPct val="100000"/>
              </a:lnSpc>
              <a:spcBef>
                <a:spcPts val="705"/>
              </a:spcBef>
              <a:tabLst>
                <a:tab pos="354965" algn="l"/>
              </a:tabLst>
            </a:pPr>
            <a:r>
              <a:rPr dirty="0" sz="950" spc="-25">
                <a:solidFill>
                  <a:srgbClr val="DD8046"/>
                </a:solidFill>
                <a:latin typeface="Lucida Console"/>
                <a:cs typeface="Lucida Console"/>
              </a:rPr>
              <a:t>2.</a:t>
            </a:r>
            <a:r>
              <a:rPr dirty="0" sz="950">
                <a:solidFill>
                  <a:srgbClr val="DD8046"/>
                </a:solidFill>
                <a:latin typeface="Lucida Console"/>
                <a:cs typeface="Lucida Console"/>
              </a:rPr>
              <a:t>	</a:t>
            </a:r>
            <a:r>
              <a:rPr dirty="0" sz="1600">
                <a:latin typeface="Lucida Console"/>
                <a:cs typeface="Lucida Console"/>
              </a:rPr>
              <a:t>87</a:t>
            </a:r>
            <a:r>
              <a:rPr dirty="0" sz="1600">
                <a:latin typeface="Gulim"/>
                <a:cs typeface="Gulim"/>
              </a:rPr>
              <a:t>번줄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수행된후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h</a:t>
            </a:r>
            <a:r>
              <a:rPr dirty="0" sz="1600">
                <a:latin typeface="Gulim"/>
                <a:cs typeface="Gulim"/>
              </a:rPr>
              <a:t>변수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자료구조를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보면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기계</a:t>
            </a:r>
            <a:r>
              <a:rPr dirty="0" sz="1600" spc="-10">
                <a:latin typeface="Lucida Console"/>
                <a:cs typeface="Lucida Console"/>
              </a:rPr>
              <a:t>1</a:t>
            </a:r>
            <a:r>
              <a:rPr dirty="0" sz="1600" spc="-10">
                <a:latin typeface="Gulim"/>
                <a:cs typeface="Gulim"/>
              </a:rPr>
              <a:t>번이 </a:t>
            </a:r>
            <a:r>
              <a:rPr dirty="0" sz="1600">
                <a:latin typeface="Gulim"/>
                <a:cs typeface="Gulim"/>
              </a:rPr>
              <a:t>시간</a:t>
            </a:r>
            <a:r>
              <a:rPr dirty="0" sz="1600">
                <a:latin typeface="Lucida Console"/>
                <a:cs typeface="Lucida Console"/>
              </a:rPr>
              <a:t>=8</a:t>
            </a:r>
            <a:r>
              <a:rPr dirty="0" sz="1600">
                <a:latin typeface="Gulim"/>
                <a:cs typeface="Gulim"/>
              </a:rPr>
              <a:t>부터</a:t>
            </a:r>
            <a:r>
              <a:rPr dirty="0" sz="1600" spc="355">
                <a:latin typeface="Gulim"/>
                <a:cs typeface="Gulim"/>
              </a:rPr>
              <a:t> </a:t>
            </a:r>
            <a:r>
              <a:rPr dirty="0" sz="1600" spc="-10">
                <a:latin typeface="Lucida Console"/>
                <a:cs typeface="Lucida Console"/>
              </a:rPr>
              <a:t>avail</a:t>
            </a:r>
            <a:endParaRPr sz="1600">
              <a:latin typeface="Lucida Console"/>
              <a:cs typeface="Lucida Console"/>
            </a:endParaRPr>
          </a:p>
        </p:txBody>
      </p:sp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72197" y="3283978"/>
            <a:ext cx="2131263" cy="1722716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73682" y="6954390"/>
            <a:ext cx="4306570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976245" algn="l"/>
              </a:tabLst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423322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95"/>
              </a:spcBef>
            </a:pPr>
            <a:r>
              <a:rPr dirty="0" sz="2800" spc="-600"/>
              <a:t>학생</a:t>
            </a:r>
            <a:r>
              <a:rPr dirty="0" sz="2800" spc="-600">
                <a:latin typeface="Tw Cen MT"/>
                <a:cs typeface="Tw Cen MT"/>
              </a:rPr>
              <a:t>&gt;</a:t>
            </a:r>
            <a:r>
              <a:rPr dirty="0" sz="2800" spc="10">
                <a:latin typeface="Tw Cen MT"/>
                <a:cs typeface="Tw Cen MT"/>
              </a:rPr>
              <a:t> </a:t>
            </a:r>
            <a:r>
              <a:rPr dirty="0" sz="2800" spc="-1105"/>
              <a:t>교수님</a:t>
            </a:r>
            <a:r>
              <a:rPr dirty="0" sz="2800" spc="-1105">
                <a:latin typeface="Tw Cen MT"/>
                <a:cs typeface="Tw Cen MT"/>
              </a:rPr>
              <a:t>~</a:t>
            </a:r>
            <a:r>
              <a:rPr dirty="0" sz="2800" spc="5">
                <a:latin typeface="Tw Cen MT"/>
                <a:cs typeface="Tw Cen MT"/>
              </a:rPr>
              <a:t> </a:t>
            </a:r>
            <a:r>
              <a:rPr dirty="0" sz="2800">
                <a:latin typeface="Tw Cen MT"/>
                <a:cs typeface="Tw Cen MT"/>
              </a:rPr>
              <a:t>lpt_change.c</a:t>
            </a:r>
            <a:r>
              <a:rPr dirty="0" sz="2800" spc="-75">
                <a:latin typeface="Tw Cen MT"/>
                <a:cs typeface="Tw Cen MT"/>
              </a:rPr>
              <a:t> </a:t>
            </a:r>
            <a:r>
              <a:rPr dirty="0" sz="2800" spc="-1145"/>
              <a:t>어려워요</a:t>
            </a:r>
            <a:r>
              <a:rPr dirty="0" sz="2800" spc="-1145">
                <a:latin typeface="Tw Cen MT"/>
                <a:cs typeface="Tw Cen MT"/>
              </a:rPr>
              <a:t>.</a:t>
            </a:r>
            <a:r>
              <a:rPr dirty="0" sz="2800" spc="15">
                <a:latin typeface="Tw Cen MT"/>
                <a:cs typeface="Tw Cen MT"/>
              </a:rPr>
              <a:t> </a:t>
            </a:r>
            <a:r>
              <a:rPr dirty="0" sz="2800" spc="-1655"/>
              <a:t>코드</a:t>
            </a:r>
            <a:r>
              <a:rPr dirty="0" sz="2800" spc="-170"/>
              <a:t> </a:t>
            </a:r>
            <a:r>
              <a:rPr dirty="0" sz="2800" spc="-1275"/>
              <a:t>한줄</a:t>
            </a:r>
            <a:r>
              <a:rPr dirty="0" sz="2800" spc="-160"/>
              <a:t> </a:t>
            </a:r>
            <a:r>
              <a:rPr dirty="0" sz="2800" spc="-620"/>
              <a:t>씩</a:t>
            </a:r>
            <a:r>
              <a:rPr dirty="0" sz="2800" spc="-160"/>
              <a:t> </a:t>
            </a:r>
            <a:r>
              <a:rPr dirty="0" sz="2800" spc="-1050"/>
              <a:t>설명해주세요</a:t>
            </a:r>
            <a:r>
              <a:rPr dirty="0" sz="2800" spc="-1050">
                <a:latin typeface="Tw Cen MT"/>
                <a:cs typeface="Tw Cen MT"/>
              </a:rPr>
              <a:t>.</a:t>
            </a:r>
            <a:endParaRPr sz="2800">
              <a:latin typeface="Tw Cen MT"/>
              <a:cs typeface="Tw Cen MT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6665" y="3622949"/>
            <a:ext cx="5608320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1920"/>
              </a:lnSpc>
              <a:spcBef>
                <a:spcPts val="95"/>
              </a:spcBef>
              <a:tabLst>
                <a:tab pos="354965" algn="l"/>
              </a:tabLst>
            </a:pPr>
            <a:r>
              <a:rPr dirty="0" sz="950" spc="-25">
                <a:solidFill>
                  <a:srgbClr val="DD8046"/>
                </a:solidFill>
                <a:latin typeface="Lucida Console"/>
                <a:cs typeface="Lucida Console"/>
              </a:rPr>
              <a:t>1.</a:t>
            </a:r>
            <a:r>
              <a:rPr dirty="0" sz="950">
                <a:solidFill>
                  <a:srgbClr val="DD8046"/>
                </a:solidFill>
                <a:latin typeface="Lucida Console"/>
                <a:cs typeface="Lucida Console"/>
              </a:rPr>
              <a:t>	</a:t>
            </a:r>
            <a:r>
              <a:rPr dirty="0" sz="1600">
                <a:latin typeface="Gulim"/>
                <a:cs typeface="Gulim"/>
              </a:rPr>
              <a:t>계속버튼을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눌러서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JOB5</a:t>
            </a:r>
            <a:r>
              <a:rPr dirty="0" sz="1600" spc="-65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할당까지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수행하면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모든기계</a:t>
            </a:r>
            <a:endParaRPr sz="1600">
              <a:latin typeface="Gulim"/>
              <a:cs typeface="Gulim"/>
            </a:endParaRPr>
          </a:p>
          <a:p>
            <a:pPr marL="3809365">
              <a:lnSpc>
                <a:spcPct val="100000"/>
              </a:lnSpc>
            </a:pPr>
            <a:r>
              <a:rPr dirty="0" sz="1600">
                <a:latin typeface="Gulim"/>
                <a:cs typeface="Gulim"/>
              </a:rPr>
              <a:t>있는</a:t>
            </a:r>
            <a:r>
              <a:rPr dirty="0" sz="1600" spc="4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기계는</a:t>
            </a:r>
            <a:r>
              <a:rPr dirty="0" sz="1600" spc="400">
                <a:latin typeface="Gulim"/>
                <a:cs typeface="Gulim"/>
              </a:rPr>
              <a:t> </a:t>
            </a:r>
            <a:r>
              <a:rPr dirty="0" sz="1600" spc="-25">
                <a:latin typeface="Lucida Console"/>
                <a:cs typeface="Lucida Console"/>
              </a:rPr>
              <a:t>h</a:t>
            </a:r>
            <a:r>
              <a:rPr dirty="0" sz="1600" spc="-25">
                <a:latin typeface="Gulim"/>
                <a:cs typeface="Gulim"/>
              </a:rPr>
              <a:t>변수</a:t>
            </a:r>
            <a:endParaRPr sz="1600">
              <a:latin typeface="Gulim"/>
              <a:cs typeface="Gulim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489189" y="3866650"/>
            <a:ext cx="3356610" cy="100012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할당을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받고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JOB6</a:t>
            </a:r>
            <a:r>
              <a:rPr dirty="0" sz="1600">
                <a:latin typeface="Gulim"/>
                <a:cs typeface="Gulim"/>
              </a:rPr>
              <a:t>을</a:t>
            </a:r>
            <a:r>
              <a:rPr dirty="0" sz="1600" spc="4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할당할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수 를</a:t>
            </a:r>
            <a:endParaRPr sz="1600">
              <a:latin typeface="Gulim"/>
              <a:cs typeface="Gulim"/>
            </a:endParaRPr>
          </a:p>
          <a:p>
            <a:pPr marL="12700" marR="3133090">
              <a:lnSpc>
                <a:spcPts val="1920"/>
              </a:lnSpc>
              <a:spcBef>
                <a:spcPts val="60"/>
              </a:spcBef>
            </a:pPr>
            <a:r>
              <a:rPr dirty="0" sz="1600" spc="-50">
                <a:latin typeface="Gulim"/>
                <a:cs typeface="Gulim"/>
              </a:rPr>
              <a:t>수 알</a:t>
            </a:r>
            <a:endParaRPr sz="16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14969" y="4110363"/>
            <a:ext cx="490029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보면</a:t>
            </a:r>
            <a:r>
              <a:rPr dirty="0" sz="1600" spc="36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기계</a:t>
            </a:r>
            <a:r>
              <a:rPr dirty="0" sz="1600">
                <a:latin typeface="Lucida Console"/>
                <a:cs typeface="Lucida Console"/>
              </a:rPr>
              <a:t>2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시간</a:t>
            </a:r>
            <a:r>
              <a:rPr dirty="0" sz="1600">
                <a:latin typeface="Lucida Console"/>
                <a:cs typeface="Lucida Console"/>
              </a:rPr>
              <a:t>=10</a:t>
            </a:r>
            <a:r>
              <a:rPr dirty="0" sz="1600">
                <a:latin typeface="Gulim"/>
                <a:cs typeface="Gulim"/>
              </a:rPr>
              <a:t>부터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avail</a:t>
            </a:r>
            <a:r>
              <a:rPr dirty="0" sz="1600" spc="-55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하다는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것을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알 </a:t>
            </a:r>
            <a:r>
              <a:rPr dirty="0" sz="1600">
                <a:latin typeface="Gulim"/>
                <a:cs typeface="Gulim"/>
              </a:rPr>
              <a:t>있음</a:t>
            </a:r>
            <a:r>
              <a:rPr dirty="0" sz="1600">
                <a:latin typeface="Lucida Console"/>
                <a:cs typeface="Lucida Console"/>
              </a:rPr>
              <a:t>.</a:t>
            </a:r>
            <a:r>
              <a:rPr dirty="0" sz="1600" spc="-60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기계</a:t>
            </a:r>
            <a:r>
              <a:rPr dirty="0" sz="1600">
                <a:latin typeface="Lucida Console"/>
                <a:cs typeface="Lucida Console"/>
              </a:rPr>
              <a:t>1</a:t>
            </a:r>
            <a:r>
              <a:rPr dirty="0" sz="1600">
                <a:latin typeface="Gulim"/>
                <a:cs typeface="Gulim"/>
              </a:rPr>
              <a:t>도</a:t>
            </a:r>
            <a:r>
              <a:rPr dirty="0" sz="1600" spc="37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시간</a:t>
            </a:r>
            <a:r>
              <a:rPr dirty="0" sz="1600">
                <a:latin typeface="Lucida Console"/>
                <a:cs typeface="Lucida Console"/>
              </a:rPr>
              <a:t>=10</a:t>
            </a:r>
            <a:r>
              <a:rPr dirty="0" sz="1600">
                <a:latin typeface="Gulim"/>
                <a:cs typeface="Gulim"/>
              </a:rPr>
              <a:t>부터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>
                <a:latin typeface="Lucida Console"/>
                <a:cs typeface="Lucida Console"/>
              </a:rPr>
              <a:t>avail</a:t>
            </a:r>
            <a:r>
              <a:rPr dirty="0" sz="1600" spc="-65">
                <a:latin typeface="Lucida Console"/>
                <a:cs typeface="Lucida Console"/>
              </a:rPr>
              <a:t> </a:t>
            </a:r>
            <a:r>
              <a:rPr dirty="0" sz="1600">
                <a:latin typeface="Gulim"/>
                <a:cs typeface="Gulim"/>
              </a:rPr>
              <a:t>하다는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것을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40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있음</a:t>
            </a:r>
            <a:endParaRPr sz="16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46665" y="4931354"/>
            <a:ext cx="5484495" cy="756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tabLst>
                <a:tab pos="354965" algn="l"/>
                <a:tab pos="2755265" algn="l"/>
              </a:tabLst>
            </a:pPr>
            <a:r>
              <a:rPr dirty="0" sz="950" spc="-25">
                <a:solidFill>
                  <a:srgbClr val="DD8046"/>
                </a:solidFill>
                <a:latin typeface="Lucida Console"/>
                <a:cs typeface="Lucida Console"/>
              </a:rPr>
              <a:t>2.</a:t>
            </a:r>
            <a:r>
              <a:rPr dirty="0" sz="950">
                <a:solidFill>
                  <a:srgbClr val="DD8046"/>
                </a:solidFill>
                <a:latin typeface="Lucida Console"/>
                <a:cs typeface="Lucida Console"/>
              </a:rPr>
              <a:t>	</a:t>
            </a:r>
            <a:r>
              <a:rPr dirty="0" sz="1600">
                <a:latin typeface="Lucida Console"/>
                <a:cs typeface="Lucida Console"/>
              </a:rPr>
              <a:t>C</a:t>
            </a:r>
            <a:r>
              <a:rPr dirty="0" sz="1600">
                <a:latin typeface="Gulim"/>
                <a:cs typeface="Gulim"/>
              </a:rPr>
              <a:t>코드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이해완료</a:t>
            </a:r>
            <a:r>
              <a:rPr dirty="0" sz="1600" spc="4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했기에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나도</a:t>
            </a:r>
            <a:r>
              <a:rPr dirty="0" sz="1600" spc="390">
                <a:latin typeface="Gulim"/>
                <a:cs typeface="Gulim"/>
              </a:rPr>
              <a:t> </a:t>
            </a:r>
            <a:r>
              <a:rPr dirty="0" sz="1600" spc="-10">
                <a:latin typeface="Lucida Console"/>
                <a:cs typeface="Lucida Console"/>
              </a:rPr>
              <a:t>insert_min_heap()</a:t>
            </a:r>
            <a:r>
              <a:rPr dirty="0" sz="1600" spc="-10">
                <a:latin typeface="Gulim"/>
                <a:cs typeface="Gulim"/>
              </a:rPr>
              <a:t>과 </a:t>
            </a:r>
            <a:r>
              <a:rPr dirty="0" sz="1600" spc="-10">
                <a:latin typeface="Lucida Console"/>
                <a:cs typeface="Lucida Console"/>
              </a:rPr>
              <a:t>delete_min_heap()</a:t>
            </a:r>
            <a:r>
              <a:rPr dirty="0" sz="1600" spc="-10">
                <a:latin typeface="Gulim"/>
                <a:cs typeface="Gulim"/>
              </a:rPr>
              <a:t>을</a:t>
            </a:r>
            <a:r>
              <a:rPr dirty="0" sz="1600">
                <a:latin typeface="Gulim"/>
                <a:cs typeface="Gulim"/>
              </a:rPr>
              <a:t>	이용하여</a:t>
            </a:r>
            <a:r>
              <a:rPr dirty="0" sz="1600" spc="38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머쉰스케줄링을 </a:t>
            </a:r>
            <a:r>
              <a:rPr dirty="0" sz="1600">
                <a:latin typeface="Lucida Console"/>
                <a:cs typeface="Lucida Console"/>
              </a:rPr>
              <a:t>C</a:t>
            </a:r>
            <a:r>
              <a:rPr dirty="0" sz="1600">
                <a:latin typeface="Gulim"/>
                <a:cs typeface="Gulim"/>
              </a:rPr>
              <a:t>코드로</a:t>
            </a:r>
            <a:r>
              <a:rPr dirty="0" sz="1600" spc="3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구현할</a:t>
            </a:r>
            <a:r>
              <a:rPr dirty="0" sz="1600" spc="409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38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있음</a:t>
            </a:r>
            <a:endParaRPr sz="1600">
              <a:latin typeface="Gulim"/>
              <a:cs typeface="Gulim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1551254" y="2010600"/>
            <a:ext cx="7295515" cy="1625600"/>
            <a:chOff x="1551254" y="2010600"/>
            <a:chExt cx="7295515" cy="1625600"/>
          </a:xfrm>
        </p:grpSpPr>
        <p:sp>
          <p:nvSpPr>
            <p:cNvPr id="10" name="object 10"/>
            <p:cNvSpPr/>
            <p:nvPr/>
          </p:nvSpPr>
          <p:spPr>
            <a:xfrm>
              <a:off x="1563433" y="2024316"/>
              <a:ext cx="7270750" cy="1599565"/>
            </a:xfrm>
            <a:custGeom>
              <a:avLst/>
              <a:gdLst/>
              <a:ahLst/>
              <a:cxnLst/>
              <a:rect l="l" t="t" r="r" b="b"/>
              <a:pathLst>
                <a:path w="7270750" h="1599564">
                  <a:moveTo>
                    <a:pt x="7270673" y="0"/>
                  </a:moveTo>
                  <a:lnTo>
                    <a:pt x="0" y="0"/>
                  </a:lnTo>
                  <a:lnTo>
                    <a:pt x="0" y="1599336"/>
                  </a:lnTo>
                  <a:lnTo>
                    <a:pt x="7270673" y="1599336"/>
                  </a:lnTo>
                  <a:lnTo>
                    <a:pt x="727067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1551254" y="2010600"/>
              <a:ext cx="7295515" cy="1625600"/>
            </a:xfrm>
            <a:custGeom>
              <a:avLst/>
              <a:gdLst/>
              <a:ahLst/>
              <a:cxnLst/>
              <a:rect l="l" t="t" r="r" b="b"/>
              <a:pathLst>
                <a:path w="7295515" h="1625600">
                  <a:moveTo>
                    <a:pt x="7295032" y="0"/>
                  </a:moveTo>
                  <a:lnTo>
                    <a:pt x="0" y="0"/>
                  </a:lnTo>
                  <a:lnTo>
                    <a:pt x="0" y="1625231"/>
                  </a:lnTo>
                  <a:lnTo>
                    <a:pt x="7295032" y="1625231"/>
                  </a:lnTo>
                  <a:lnTo>
                    <a:pt x="7295032" y="1613052"/>
                  </a:lnTo>
                  <a:lnTo>
                    <a:pt x="24358" y="1613052"/>
                  </a:lnTo>
                  <a:lnTo>
                    <a:pt x="12179" y="1600860"/>
                  </a:lnTo>
                  <a:lnTo>
                    <a:pt x="24358" y="1600860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3703"/>
                  </a:lnTo>
                  <a:lnTo>
                    <a:pt x="7295032" y="13703"/>
                  </a:lnTo>
                  <a:lnTo>
                    <a:pt x="7295032" y="0"/>
                  </a:lnTo>
                  <a:close/>
                </a:path>
                <a:path w="7295515" h="1625600">
                  <a:moveTo>
                    <a:pt x="24358" y="1600860"/>
                  </a:moveTo>
                  <a:lnTo>
                    <a:pt x="12179" y="1600860"/>
                  </a:lnTo>
                  <a:lnTo>
                    <a:pt x="24358" y="1613052"/>
                  </a:lnTo>
                  <a:lnTo>
                    <a:pt x="24358" y="1600860"/>
                  </a:lnTo>
                  <a:close/>
                </a:path>
                <a:path w="7295515" h="1625600">
                  <a:moveTo>
                    <a:pt x="7270673" y="1600860"/>
                  </a:moveTo>
                  <a:lnTo>
                    <a:pt x="24358" y="1600860"/>
                  </a:lnTo>
                  <a:lnTo>
                    <a:pt x="24358" y="1613052"/>
                  </a:lnTo>
                  <a:lnTo>
                    <a:pt x="7270673" y="1613052"/>
                  </a:lnTo>
                  <a:lnTo>
                    <a:pt x="7270673" y="1600860"/>
                  </a:lnTo>
                  <a:close/>
                </a:path>
                <a:path w="7295515" h="1625600">
                  <a:moveTo>
                    <a:pt x="7270673" y="13703"/>
                  </a:moveTo>
                  <a:lnTo>
                    <a:pt x="7270673" y="1613052"/>
                  </a:lnTo>
                  <a:lnTo>
                    <a:pt x="7282853" y="1600860"/>
                  </a:lnTo>
                  <a:lnTo>
                    <a:pt x="7295032" y="1600860"/>
                  </a:lnTo>
                  <a:lnTo>
                    <a:pt x="7295032" y="25895"/>
                  </a:lnTo>
                  <a:lnTo>
                    <a:pt x="7282853" y="25895"/>
                  </a:lnTo>
                  <a:lnTo>
                    <a:pt x="7270673" y="13703"/>
                  </a:lnTo>
                  <a:close/>
                </a:path>
                <a:path w="7295515" h="1625600">
                  <a:moveTo>
                    <a:pt x="7295032" y="1600860"/>
                  </a:moveTo>
                  <a:lnTo>
                    <a:pt x="7282853" y="1600860"/>
                  </a:lnTo>
                  <a:lnTo>
                    <a:pt x="7270673" y="1613052"/>
                  </a:lnTo>
                  <a:lnTo>
                    <a:pt x="7295032" y="1613052"/>
                  </a:lnTo>
                  <a:lnTo>
                    <a:pt x="7295032" y="1600860"/>
                  </a:lnTo>
                  <a:close/>
                </a:path>
                <a:path w="7295515" h="1625600">
                  <a:moveTo>
                    <a:pt x="24358" y="13703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3703"/>
                  </a:lnTo>
                  <a:close/>
                </a:path>
                <a:path w="7295515" h="1625600">
                  <a:moveTo>
                    <a:pt x="7270673" y="13703"/>
                  </a:moveTo>
                  <a:lnTo>
                    <a:pt x="24358" y="13703"/>
                  </a:lnTo>
                  <a:lnTo>
                    <a:pt x="24358" y="25895"/>
                  </a:lnTo>
                  <a:lnTo>
                    <a:pt x="7270673" y="25895"/>
                  </a:lnTo>
                  <a:lnTo>
                    <a:pt x="7270673" y="13703"/>
                  </a:lnTo>
                  <a:close/>
                </a:path>
                <a:path w="7295515" h="1625600">
                  <a:moveTo>
                    <a:pt x="7295032" y="13703"/>
                  </a:moveTo>
                  <a:lnTo>
                    <a:pt x="7270673" y="13703"/>
                  </a:lnTo>
                  <a:lnTo>
                    <a:pt x="7282853" y="25895"/>
                  </a:lnTo>
                  <a:lnTo>
                    <a:pt x="7295032" y="25895"/>
                  </a:lnTo>
                  <a:lnTo>
                    <a:pt x="7295032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1641182" y="2060798"/>
            <a:ext cx="4635500" cy="15189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0을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시간=7까지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시간=6까지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시간=5까지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시간=6부터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시간=10까지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3번에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4을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시간=7부터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시간=9까지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5을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시간=8부터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시간=9까지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1번에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JOB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6을</a:t>
            </a:r>
            <a:r>
              <a:rPr dirty="0" sz="1400" spc="-3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시간=10부터</a:t>
            </a:r>
            <a:r>
              <a:rPr dirty="0" sz="1400" spc="-3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시간=10까지</a:t>
            </a:r>
            <a:r>
              <a:rPr dirty="0" sz="1400" spc="-4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기계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2번에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할당한다.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48308" y="5667755"/>
            <a:ext cx="7360488" cy="1401330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2107641" y="6026448"/>
            <a:ext cx="299085" cy="9702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just" marL="12700" marR="5080" indent="27940">
              <a:lnSpc>
                <a:spcPct val="114799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J1 J2 J3</a:t>
            </a:r>
            <a:endParaRPr sz="1800">
              <a:latin typeface="Gulim"/>
              <a:cs typeface="Gulim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98174" y="6651890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J4</a:t>
            </a:r>
            <a:endParaRPr sz="1800">
              <a:latin typeface="Gulim"/>
              <a:cs typeface="Gulim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74716" y="6372719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J5</a:t>
            </a:r>
            <a:endParaRPr sz="18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552338" y="6067141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Gulim"/>
                <a:cs typeface="Gulim"/>
              </a:rPr>
              <a:t>J6</a:t>
            </a:r>
            <a:endParaRPr sz="18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406489" y="6372719"/>
            <a:ext cx="2711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solidFill>
                  <a:srgbClr val="FFFFFF"/>
                </a:solidFill>
                <a:latin typeface="Gulim"/>
                <a:cs typeface="Gulim"/>
              </a:rPr>
              <a:t>J7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864210" y="2924517"/>
            <a:ext cx="2207386" cy="1617611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435620" y="4177369"/>
            <a:ext cx="8074659" cy="3028950"/>
            <a:chOff x="1435620" y="4177369"/>
            <a:chExt cx="8074659" cy="302895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435620" y="4177369"/>
              <a:ext cx="5906961" cy="816557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86690">
              <a:lnSpc>
                <a:spcPct val="100000"/>
              </a:lnSpc>
              <a:spcBef>
                <a:spcPts val="100"/>
              </a:spcBef>
            </a:pPr>
            <a:r>
              <a:rPr dirty="0">
                <a:latin typeface="Tw Cen MT"/>
                <a:cs typeface="Tw Cen MT"/>
              </a:rPr>
              <a:t>LPT</a:t>
            </a:r>
            <a:r>
              <a:rPr dirty="0" spc="-50">
                <a:latin typeface="Tw Cen MT"/>
                <a:cs typeface="Tw Cen MT"/>
              </a:rPr>
              <a:t> </a:t>
            </a:r>
            <a:r>
              <a:rPr dirty="0" spc="-1775"/>
              <a:t>가상실습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1797" y="1791132"/>
            <a:ext cx="5882005" cy="1018540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1800">
                <a:latin typeface="Gulim"/>
                <a:cs typeface="Gulim"/>
              </a:rPr>
              <a:t>학생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교수님</a:t>
            </a:r>
            <a:r>
              <a:rPr dirty="0" sz="1800">
                <a:latin typeface="Arial"/>
                <a:cs typeface="Arial"/>
              </a:rPr>
              <a:t>~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LPT</a:t>
            </a:r>
            <a:r>
              <a:rPr dirty="0" sz="1800" spc="-65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가상실습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없는데요</a:t>
            </a:r>
            <a:r>
              <a:rPr dirty="0" sz="1800" spc="-1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ts val="2160"/>
              </a:lnSpc>
              <a:spcBef>
                <a:spcPts val="670"/>
              </a:spcBef>
              <a:tabLst>
                <a:tab pos="1945639" algn="l"/>
                <a:tab pos="2767965" algn="l"/>
                <a:tab pos="4276090" algn="l"/>
                <a:tab pos="5099685" algn="l"/>
              </a:tabLst>
            </a:pP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45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그림으로된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단계별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머쉰스케줄링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테이블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만들고</a:t>
            </a:r>
            <a:endParaRPr sz="1800">
              <a:latin typeface="Gulim"/>
              <a:cs typeface="Gulim"/>
            </a:endParaRPr>
          </a:p>
          <a:p>
            <a:pPr marL="702310">
              <a:lnSpc>
                <a:spcPct val="100000"/>
              </a:lnSpc>
              <a:tabLst>
                <a:tab pos="1572895" algn="l"/>
                <a:tab pos="2396490" algn="l"/>
                <a:tab pos="3675379" algn="l"/>
                <a:tab pos="4955540" algn="l"/>
              </a:tabLst>
            </a:pPr>
            <a:r>
              <a:rPr dirty="0" sz="1800" spc="-20">
                <a:latin typeface="Lucida Console"/>
                <a:cs typeface="Lucida Console"/>
              </a:rPr>
              <a:t>VS</a:t>
            </a:r>
            <a:r>
              <a:rPr dirty="0" sz="1800" spc="-20">
                <a:latin typeface="Gulim"/>
                <a:cs typeface="Gulim"/>
              </a:rPr>
              <a:t>에서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5">
                <a:latin typeface="Gulim"/>
                <a:cs typeface="Gulim"/>
              </a:rPr>
              <a:t>한줄씩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수행하면서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10">
                <a:latin typeface="Gulim"/>
                <a:cs typeface="Gulim"/>
              </a:rPr>
              <a:t>변수창에서</a:t>
            </a:r>
            <a:r>
              <a:rPr dirty="0" sz="1800">
                <a:latin typeface="Gulim"/>
                <a:cs typeface="Gulim"/>
              </a:rPr>
              <a:t>	</a:t>
            </a:r>
            <a:r>
              <a:rPr dirty="0" sz="1800" spc="-20">
                <a:latin typeface="Gulim"/>
                <a:cs typeface="Gulim"/>
              </a:rPr>
              <a:t>자료구조</a:t>
            </a:r>
            <a:endParaRPr sz="1800">
              <a:latin typeface="Gulim"/>
              <a:cs typeface="Gulim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006755" y="2510075"/>
            <a:ext cx="162433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10">
                <a:latin typeface="Gulim"/>
                <a:cs typeface="Gulim"/>
              </a:rPr>
              <a:t>변화보면됩니다</a:t>
            </a:r>
            <a:endParaRPr sz="1800">
              <a:latin typeface="Gulim"/>
              <a:cs typeface="Gulim"/>
            </a:endParaRPr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35230" y="3053764"/>
            <a:ext cx="5811074" cy="859283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2051215" y="3274576"/>
            <a:ext cx="201295" cy="60515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indent="12065">
              <a:lnSpc>
                <a:spcPct val="100000"/>
              </a:lnSpc>
              <a:spcBef>
                <a:spcPts val="300"/>
              </a:spcBef>
            </a:pPr>
            <a:r>
              <a:rPr dirty="0" sz="1200" spc="-25">
                <a:latin typeface="Gulim"/>
                <a:cs typeface="Gulim"/>
              </a:rPr>
              <a:t>J1</a:t>
            </a:r>
            <a:endParaRPr sz="1200">
              <a:latin typeface="Gulim"/>
              <a:cs typeface="Gulim"/>
            </a:endParaRPr>
          </a:p>
          <a:p>
            <a:pPr marL="12700" marR="17145">
              <a:lnSpc>
                <a:spcPts val="1280"/>
              </a:lnSpc>
              <a:spcBef>
                <a:spcPts val="380"/>
              </a:spcBef>
            </a:pPr>
            <a:r>
              <a:rPr dirty="0" sz="1200" spc="-25">
                <a:latin typeface="Gulim"/>
                <a:cs typeface="Gulim"/>
              </a:rPr>
              <a:t>J2 J3</a:t>
            </a:r>
            <a:endParaRPr sz="1200">
              <a:latin typeface="Gulim"/>
              <a:cs typeface="Gulim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56676" y="4401044"/>
            <a:ext cx="174625" cy="576580"/>
          </a:xfrm>
          <a:prstGeom prst="rect">
            <a:avLst/>
          </a:prstGeom>
        </p:spPr>
        <p:txBody>
          <a:bodyPr wrap="square" lIns="0" tIns="59054" rIns="0" bIns="0" rtlCol="0" vert="horz">
            <a:spAutoFit/>
          </a:bodyPr>
          <a:lstStyle/>
          <a:p>
            <a:pPr marL="12700" indent="12065">
              <a:lnSpc>
                <a:spcPct val="100000"/>
              </a:lnSpc>
              <a:spcBef>
                <a:spcPts val="464"/>
              </a:spcBef>
            </a:pPr>
            <a:r>
              <a:rPr dirty="0" sz="1000" spc="-25">
                <a:latin typeface="Gulim"/>
                <a:cs typeface="Gulim"/>
              </a:rPr>
              <a:t>J1</a:t>
            </a:r>
            <a:endParaRPr sz="1000">
              <a:latin typeface="Gulim"/>
              <a:cs typeface="Gulim"/>
            </a:endParaRPr>
          </a:p>
          <a:p>
            <a:pPr marL="12700" marR="17145">
              <a:lnSpc>
                <a:spcPct val="101099"/>
              </a:lnSpc>
              <a:spcBef>
                <a:spcPts val="345"/>
              </a:spcBef>
            </a:pPr>
            <a:r>
              <a:rPr dirty="0" sz="1000" spc="-25">
                <a:latin typeface="Gulim"/>
                <a:cs typeface="Gulim"/>
              </a:rPr>
              <a:t>J2 J3</a:t>
            </a:r>
            <a:endParaRPr sz="1000">
              <a:latin typeface="Gulim"/>
              <a:cs typeface="Gulim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217809" y="4795232"/>
            <a:ext cx="16192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latin typeface="Gulim"/>
                <a:cs typeface="Gulim"/>
              </a:rPr>
              <a:t>J4</a:t>
            </a:r>
            <a:endParaRPr sz="1000">
              <a:latin typeface="Gulim"/>
              <a:cs typeface="Gulim"/>
            </a:endParaRPr>
          </a:p>
        </p:txBody>
      </p:sp>
      <p:pic>
        <p:nvPicPr>
          <p:cNvPr id="12" name="object 12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473619" y="5172722"/>
            <a:ext cx="2140407" cy="181867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343573" y="4791925"/>
            <a:ext cx="3375012" cy="2281720"/>
          </a:xfrm>
          <a:prstGeom prst="rect">
            <a:avLst/>
          </a:prstGeom>
        </p:spPr>
      </p:pic>
      <p:sp>
        <p:nvSpPr>
          <p:cNvPr id="14" name="object 1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2165"/>
              <a:t>휴식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11797" y="1923026"/>
            <a:ext cx="4896485" cy="3937000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추상</a:t>
            </a:r>
            <a:r>
              <a:rPr dirty="0" sz="2400" spc="-165">
                <a:latin typeface="Gulim"/>
                <a:cs typeface="Gulim"/>
              </a:rPr>
              <a:t> </a:t>
            </a:r>
            <a:r>
              <a:rPr dirty="0" sz="2400" spc="-10">
                <a:latin typeface="Gulim"/>
                <a:cs typeface="Gulim"/>
              </a:rPr>
              <a:t>데이터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타입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0">
                <a:latin typeface="Gulim"/>
                <a:cs typeface="Gulim"/>
              </a:rPr>
              <a:t>우선순위</a:t>
            </a:r>
            <a:r>
              <a:rPr dirty="0" sz="2400" spc="-180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큐의</a:t>
            </a:r>
            <a:r>
              <a:rPr dirty="0" sz="2400" spc="-17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구현</a:t>
            </a:r>
            <a:r>
              <a:rPr dirty="0" sz="2400" spc="-170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방법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25">
                <a:latin typeface="Gulim"/>
                <a:cs typeface="Gulim"/>
              </a:rPr>
              <a:t>히프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10">
                <a:latin typeface="Gulim"/>
                <a:cs typeface="Gulim"/>
              </a:rPr>
              <a:t>히프의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>
                <a:latin typeface="Gulim"/>
                <a:cs typeface="Gulim"/>
              </a:rPr>
              <a:t>구현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10">
                <a:latin typeface="Arial"/>
                <a:cs typeface="Arial"/>
              </a:rPr>
              <a:t>(</a:t>
            </a:r>
            <a:r>
              <a:rPr dirty="0" sz="2400" spc="-10">
                <a:latin typeface="Gulim"/>
                <a:cs typeface="Gulim"/>
              </a:rPr>
              <a:t>삽입연산</a:t>
            </a:r>
            <a:r>
              <a:rPr dirty="0" sz="2400" spc="-10">
                <a:latin typeface="Arial"/>
                <a:cs typeface="Arial"/>
              </a:rPr>
              <a:t>,</a:t>
            </a:r>
            <a:r>
              <a:rPr dirty="0" sz="2400" spc="-10">
                <a:latin typeface="Gulim"/>
                <a:cs typeface="Gulim"/>
              </a:rPr>
              <a:t>삭제연산</a:t>
            </a:r>
            <a:r>
              <a:rPr dirty="0" sz="2400" spc="-1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815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히프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5">
                <a:latin typeface="Gulim"/>
                <a:cs typeface="Gulim"/>
              </a:rPr>
              <a:t>정렬</a:t>
            </a: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>
                <a:latin typeface="Gulim"/>
                <a:cs typeface="Gulim"/>
              </a:rPr>
              <a:t>머쉰</a:t>
            </a:r>
            <a:r>
              <a:rPr dirty="0" sz="2400" spc="-190">
                <a:latin typeface="Gulim"/>
                <a:cs typeface="Gulim"/>
              </a:rPr>
              <a:t> </a:t>
            </a:r>
            <a:r>
              <a:rPr dirty="0" sz="2400" spc="-20">
                <a:latin typeface="Gulim"/>
                <a:cs typeface="Gulim"/>
              </a:rPr>
              <a:t>스케쥴링</a:t>
            </a:r>
            <a:endParaRPr sz="2400">
              <a:latin typeface="Gulim"/>
              <a:cs typeface="Gulim"/>
            </a:endParaRPr>
          </a:p>
          <a:p>
            <a:pPr>
              <a:lnSpc>
                <a:spcPct val="100000"/>
              </a:lnSpc>
              <a:spcBef>
                <a:spcPts val="465"/>
              </a:spcBef>
              <a:buClr>
                <a:srgbClr val="DD8046"/>
              </a:buClr>
              <a:buFont typeface="Arial"/>
              <a:buAutoNum type="arabicPeriod"/>
            </a:pPr>
            <a:endParaRPr sz="2400">
              <a:latin typeface="Gulim"/>
              <a:cs typeface="Gulim"/>
            </a:endParaRPr>
          </a:p>
          <a:p>
            <a:pPr marL="469265" indent="-456565">
              <a:lnSpc>
                <a:spcPct val="100000"/>
              </a:lnSpc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400" spc="-10">
                <a:latin typeface="Gulim"/>
                <a:cs typeface="Gulim"/>
              </a:rPr>
              <a:t>허프만</a:t>
            </a:r>
            <a:r>
              <a:rPr dirty="0" sz="2400" spc="-185">
                <a:latin typeface="Gulim"/>
                <a:cs typeface="Gulim"/>
              </a:rPr>
              <a:t> </a:t>
            </a:r>
            <a:r>
              <a:rPr dirty="0" sz="2400" spc="-35">
                <a:latin typeface="Gulim"/>
                <a:cs typeface="Gulim"/>
              </a:rPr>
              <a:t>코드</a:t>
            </a:r>
            <a:endParaRPr sz="2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16739" y="3408883"/>
            <a:ext cx="3393440" cy="3797300"/>
            <a:chOff x="6116739" y="3408883"/>
            <a:chExt cx="3393440" cy="3797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6739" y="3408883"/>
              <a:ext cx="3274542" cy="339669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60"/>
              <a:t> </a:t>
            </a:r>
            <a:r>
              <a:rPr dirty="0" spc="-2635"/>
              <a:t>코드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462443" y="1978099"/>
            <a:ext cx="7826375" cy="13303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60000"/>
              <a:buFont typeface="Meiryo UI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이진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각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글자의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빈도가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알려져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메시지의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내용을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압축하 </a:t>
            </a:r>
            <a:r>
              <a:rPr dirty="0" sz="2000">
                <a:latin typeface="Gulim"/>
                <a:cs typeface="Gulim"/>
              </a:rPr>
              <a:t>는데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사용될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있다</a:t>
            </a:r>
            <a:r>
              <a:rPr dirty="0" sz="2000" spc="-25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332105" marR="1412240" indent="-320040">
              <a:lnSpc>
                <a:spcPts val="2370"/>
              </a:lnSpc>
              <a:spcBef>
                <a:spcPts val="800"/>
              </a:spcBef>
              <a:buClr>
                <a:srgbClr val="DD8046"/>
              </a:buClr>
              <a:buSzPct val="60000"/>
              <a:buFont typeface="Meiryo UI"/>
              <a:buChar char="□"/>
              <a:tabLst>
                <a:tab pos="332105" algn="l"/>
              </a:tabLst>
            </a:pPr>
            <a:r>
              <a:rPr dirty="0" sz="2000">
                <a:latin typeface="Gulim"/>
                <a:cs typeface="Gulim"/>
              </a:rPr>
              <a:t>이런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종류의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이진트리를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허프만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코딩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트리라고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부른다</a:t>
            </a:r>
            <a:r>
              <a:rPr dirty="0" sz="2000" spc="-20">
                <a:latin typeface="Arial"/>
                <a:cs typeface="Arial"/>
              </a:rPr>
              <a:t>. </a:t>
            </a:r>
            <a:r>
              <a:rPr dirty="0" sz="2000" spc="-10">
                <a:latin typeface="Arial"/>
                <a:cs typeface="Arial"/>
              </a:rPr>
              <a:t>(</a:t>
            </a:r>
            <a:r>
              <a:rPr dirty="0" sz="2000" spc="-10">
                <a:latin typeface="Arial"/>
                <a:cs typeface="Arial"/>
                <a:hlinkClick r:id="rId4"/>
              </a:rPr>
              <a:t>https://en.wikipedia.org/wiki/Huffman_coding)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14348" y="3541395"/>
            <a:ext cx="4326783" cy="2966228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014032" y="639554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7771396" y="639554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75565" y="543398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097342" y="5384896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956458" y="5384896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264183" y="544021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590030" y="4384136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09787" y="436255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407262" y="355754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45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291198" y="4100280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15786" y="5043242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816213" y="4029630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843684" y="4950152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29090" y="4917969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359218" y="4979514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685610" y="5981328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881302" y="5933284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글자의</a:t>
            </a:r>
            <a:r>
              <a:rPr dirty="0" spc="-260"/>
              <a:t> </a:t>
            </a:r>
            <a:r>
              <a:rPr dirty="0" spc="-2320"/>
              <a:t>빈도수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978098"/>
            <a:ext cx="796925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1800">
                <a:latin typeface="Gulim"/>
                <a:cs typeface="Gulim"/>
              </a:rPr>
              <a:t>예를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들어보자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만약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텍스트가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e,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t,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n,</a:t>
            </a:r>
            <a:r>
              <a:rPr dirty="0" sz="1800" spc="-2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i,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Arial"/>
                <a:cs typeface="Arial"/>
              </a:rPr>
              <a:t>s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5</a:t>
            </a:r>
            <a:r>
              <a:rPr dirty="0" sz="1800">
                <a:latin typeface="Gulim"/>
                <a:cs typeface="Gulim"/>
              </a:rPr>
              <a:t>개의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글자로만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이루어졌다고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가 </a:t>
            </a:r>
            <a:r>
              <a:rPr dirty="0" sz="1800" spc="-10">
                <a:latin typeface="Gulim"/>
                <a:cs typeface="Gulim"/>
              </a:rPr>
              <a:t>정하고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각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글자의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빈도수가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다음과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같다고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가정하자</a:t>
            </a:r>
            <a:r>
              <a:rPr dirty="0" sz="1800" spc="-10">
                <a:latin typeface="Arial"/>
                <a:cs typeface="Arial"/>
              </a:rPr>
              <a:t>.</a:t>
            </a:r>
            <a:endParaRPr sz="1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62443" y="5156971"/>
            <a:ext cx="7816850" cy="9366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32105" marR="5080" indent="-320040">
              <a:lnSpc>
                <a:spcPct val="100000"/>
              </a:lnSpc>
              <a:spcBef>
                <a:spcPts val="10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1800">
                <a:latin typeface="Arial"/>
                <a:cs typeface="Arial"/>
              </a:rPr>
              <a:t>5</a:t>
            </a:r>
            <a:r>
              <a:rPr dirty="0" sz="1800">
                <a:latin typeface="Gulim"/>
                <a:cs typeface="Gulim"/>
              </a:rPr>
              <a:t>개의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글자이므로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고정길이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비트가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필요한데</a:t>
            </a:r>
            <a:r>
              <a:rPr dirty="0" sz="1800" spc="-114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가변</a:t>
            </a:r>
            <a:r>
              <a:rPr dirty="0" sz="1800" spc="-20">
                <a:latin typeface="Arial"/>
                <a:cs typeface="Arial"/>
              </a:rPr>
              <a:t>(</a:t>
            </a:r>
            <a:r>
              <a:rPr dirty="0" sz="1800" spc="-20">
                <a:latin typeface="Gulim"/>
                <a:cs typeface="Gulim"/>
              </a:rPr>
              <a:t>길이</a:t>
            </a:r>
            <a:r>
              <a:rPr dirty="0" sz="1800" spc="-20">
                <a:latin typeface="Arial"/>
                <a:cs typeface="Arial"/>
              </a:rPr>
              <a:t>)</a:t>
            </a:r>
            <a:r>
              <a:rPr dirty="0" sz="1800" spc="-20">
                <a:latin typeface="Gulim"/>
                <a:cs typeface="Gulim"/>
              </a:rPr>
              <a:t>비트로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하여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전체 </a:t>
            </a:r>
            <a:r>
              <a:rPr dirty="0" sz="1800" spc="-10">
                <a:latin typeface="Gulim"/>
                <a:cs typeface="Gulim"/>
              </a:rPr>
              <a:t>비트수를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줄임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100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비트로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통일하면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3*15+3*12+3*8+3*6+3*4=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 spc="-20">
                <a:latin typeface="Arial"/>
                <a:cs typeface="Arial"/>
              </a:rPr>
              <a:t>135</a:t>
            </a:r>
            <a:r>
              <a:rPr dirty="0" sz="1800" spc="-20">
                <a:latin typeface="Gulim"/>
                <a:cs typeface="Gulim"/>
              </a:rPr>
              <a:t>비트</a:t>
            </a:r>
            <a:endParaRPr sz="1800">
              <a:latin typeface="Gulim"/>
              <a:cs typeface="Gulim"/>
            </a:endParaRPr>
          </a:p>
          <a:p>
            <a:pPr marL="332105" indent="-319405">
              <a:lnSpc>
                <a:spcPct val="100000"/>
              </a:lnSpc>
              <a:spcBef>
                <a:spcPts val="690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1800" spc="-20">
                <a:latin typeface="Gulim"/>
                <a:cs typeface="Gulim"/>
              </a:rPr>
              <a:t>가변</a:t>
            </a:r>
            <a:r>
              <a:rPr dirty="0" sz="1800" spc="-20">
                <a:latin typeface="Arial"/>
                <a:cs typeface="Arial"/>
              </a:rPr>
              <a:t>(</a:t>
            </a:r>
            <a:r>
              <a:rPr dirty="0" sz="1800" spc="-20">
                <a:latin typeface="Gulim"/>
                <a:cs typeface="Gulim"/>
              </a:rPr>
              <a:t>길이</a:t>
            </a:r>
            <a:r>
              <a:rPr dirty="0" sz="1800" spc="-20">
                <a:latin typeface="Arial"/>
                <a:cs typeface="Arial"/>
              </a:rPr>
              <a:t>)</a:t>
            </a:r>
            <a:r>
              <a:rPr dirty="0" sz="1800" spc="-20">
                <a:latin typeface="Gulim"/>
                <a:cs typeface="Gulim"/>
              </a:rPr>
              <a:t>비트를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통해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135</a:t>
            </a:r>
            <a:r>
              <a:rPr dirty="0" sz="1800" spc="-10">
                <a:latin typeface="Gulim"/>
                <a:cs typeface="Gulim"/>
              </a:rPr>
              <a:t>비트에서</a:t>
            </a:r>
            <a:r>
              <a:rPr dirty="0" sz="1800" spc="-10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88</a:t>
            </a:r>
            <a:r>
              <a:rPr dirty="0" sz="1800" spc="-10">
                <a:latin typeface="Gulim"/>
                <a:cs typeface="Gulim"/>
              </a:rPr>
              <a:t>비트로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줄어듬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15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즉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압축효과</a:t>
            </a:r>
            <a:endParaRPr sz="1800">
              <a:latin typeface="Gulim"/>
              <a:cs typeface="Gulim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2231739" y="2613780"/>
          <a:ext cx="6177915" cy="2459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095"/>
                <a:gridCol w="1522095"/>
                <a:gridCol w="1522094"/>
                <a:gridCol w="1522095"/>
              </a:tblGrid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4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글자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코드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7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빈도수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6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e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15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30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t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24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n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i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s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459">
                          <a:latin typeface="Dotum"/>
                          <a:cs typeface="Dotum"/>
                        </a:rPr>
                        <a:t>합계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88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pc="-925"/>
              <a:t>학생</a:t>
            </a:r>
            <a:r>
              <a:rPr dirty="0" spc="-925">
                <a:latin typeface="Tw Cen MT"/>
                <a:cs typeface="Tw Cen MT"/>
              </a:rPr>
              <a:t>&gt;</a:t>
            </a:r>
            <a:r>
              <a:rPr dirty="0">
                <a:latin typeface="Tw Cen MT"/>
                <a:cs typeface="Tw Cen MT"/>
              </a:rPr>
              <a:t> </a:t>
            </a:r>
            <a:r>
              <a:rPr dirty="0" spc="-1835"/>
              <a:t>가변비트면</a:t>
            </a:r>
            <a:r>
              <a:rPr dirty="0" spc="-260"/>
              <a:t> </a:t>
            </a:r>
            <a:r>
              <a:rPr dirty="0" spc="-2190"/>
              <a:t>해독은</a:t>
            </a:r>
            <a:r>
              <a:rPr dirty="0" spc="-240"/>
              <a:t> </a:t>
            </a:r>
            <a:r>
              <a:rPr dirty="0" spc="-1385"/>
              <a:t>어떻게</a:t>
            </a:r>
            <a:r>
              <a:rPr dirty="0" spc="-275"/>
              <a:t> </a:t>
            </a:r>
            <a:r>
              <a:rPr dirty="0" spc="-1355"/>
              <a:t>하나요</a:t>
            </a:r>
            <a:r>
              <a:rPr dirty="0" spc="-1355">
                <a:latin typeface="Tw Cen MT"/>
                <a:cs typeface="Tw Cen MT"/>
              </a:rPr>
              <a:t>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888223"/>
            <a:ext cx="7713980" cy="211709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7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01000011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은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무슨</a:t>
            </a:r>
            <a:r>
              <a:rPr dirty="0" sz="1800" spc="-15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문자열일까요</a:t>
            </a:r>
            <a:r>
              <a:rPr dirty="0" sz="1800" spc="-10">
                <a:latin typeface="Arial"/>
                <a:cs typeface="Arial"/>
              </a:rPr>
              <a:t>?</a:t>
            </a:r>
            <a:endParaRPr sz="1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800">
                <a:latin typeface="Gulim"/>
                <a:cs typeface="Gulim"/>
              </a:rPr>
              <a:t>학생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20">
                <a:latin typeface="Gulim"/>
                <a:cs typeface="Gulim"/>
              </a:rPr>
              <a:t>고정길이</a:t>
            </a:r>
            <a:r>
              <a:rPr dirty="0" sz="1800" spc="-20">
                <a:latin typeface="Arial"/>
                <a:cs typeface="Arial"/>
              </a:rPr>
              <a:t>3</a:t>
            </a:r>
            <a:r>
              <a:rPr dirty="0" sz="1800" spc="-20">
                <a:latin typeface="Gulim"/>
                <a:cs typeface="Gulim"/>
              </a:rPr>
              <a:t>비트라면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비트씩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구분하여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해독하면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되는데</a:t>
            </a:r>
            <a:endParaRPr sz="1800">
              <a:latin typeface="Gulim"/>
              <a:cs typeface="Gulim"/>
            </a:endParaRPr>
          </a:p>
          <a:p>
            <a:pPr marL="12700" marR="5080" indent="634365">
              <a:lnSpc>
                <a:spcPts val="2850"/>
              </a:lnSpc>
              <a:spcBef>
                <a:spcPts val="215"/>
              </a:spcBef>
            </a:pPr>
            <a:r>
              <a:rPr dirty="0" sz="1800" spc="-20">
                <a:latin typeface="Gulim"/>
                <a:cs typeface="Gulim"/>
              </a:rPr>
              <a:t>가변비트라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비트로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구분해야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할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비트로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구분해야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어떻게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아나요</a:t>
            </a:r>
            <a:r>
              <a:rPr dirty="0" sz="1800" spc="-20">
                <a:latin typeface="Arial"/>
                <a:cs typeface="Arial"/>
              </a:rPr>
              <a:t>? </a:t>
            </a:r>
            <a:r>
              <a:rPr dirty="0" sz="1800">
                <a:latin typeface="Gulim"/>
                <a:cs typeface="Gulim"/>
              </a:rPr>
              <a:t>교수</a:t>
            </a:r>
            <a:r>
              <a:rPr dirty="0" sz="1800">
                <a:latin typeface="Arial"/>
                <a:cs typeface="Arial"/>
              </a:rPr>
              <a:t>&gt;</a:t>
            </a:r>
            <a:r>
              <a:rPr dirty="0" sz="1800" spc="-25">
                <a:latin typeface="Arial"/>
                <a:cs typeface="Arial"/>
              </a:rPr>
              <a:t> </a:t>
            </a:r>
            <a:r>
              <a:rPr dirty="0" sz="1800" spc="-20">
                <a:latin typeface="Gulim"/>
                <a:cs typeface="Gulim"/>
              </a:rPr>
              <a:t>허프만코드는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모든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코드가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앞의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비트가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다르게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인코딩되어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있음</a:t>
            </a:r>
            <a:endParaRPr sz="1800">
              <a:latin typeface="Gulim"/>
              <a:cs typeface="Gulim"/>
            </a:endParaRPr>
          </a:p>
          <a:p>
            <a:pPr marL="12700" marR="10160">
              <a:lnSpc>
                <a:spcPct val="100000"/>
              </a:lnSpc>
              <a:spcBef>
                <a:spcPts val="500"/>
              </a:spcBef>
            </a:pPr>
            <a:r>
              <a:rPr dirty="0" sz="1800" spc="-10">
                <a:latin typeface="Arial"/>
                <a:cs typeface="Arial"/>
              </a:rPr>
              <a:t>01000011</a:t>
            </a:r>
            <a:r>
              <a:rPr dirty="0" sz="1800" spc="-40">
                <a:latin typeface="Arial"/>
                <a:cs typeface="Arial"/>
              </a:rPr>
              <a:t> 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처음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비트를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보면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01</a:t>
            </a:r>
            <a:r>
              <a:rPr dirty="0" sz="1800">
                <a:latin typeface="Gulim"/>
                <a:cs typeface="Gulim"/>
              </a:rPr>
              <a:t>은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t</a:t>
            </a:r>
            <a:r>
              <a:rPr dirty="0" sz="1800">
                <a:latin typeface="Gulim"/>
                <a:cs typeface="Gulim"/>
              </a:rPr>
              <a:t>만</a:t>
            </a:r>
            <a:r>
              <a:rPr dirty="0" sz="1800" spc="-14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해당하고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비트에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해당하는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>
                <a:latin typeface="Gulim"/>
                <a:cs typeface="Gulim"/>
              </a:rPr>
              <a:t>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s</a:t>
            </a:r>
            <a:r>
              <a:rPr dirty="0" sz="1800" spc="-25">
                <a:latin typeface="Gulim"/>
                <a:cs typeface="Gulim"/>
              </a:rPr>
              <a:t>의 </a:t>
            </a:r>
            <a:r>
              <a:rPr dirty="0" sz="1800">
                <a:latin typeface="Gulim"/>
                <a:cs typeface="Gulim"/>
              </a:rPr>
              <a:t>앞의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다름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그래서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01</a:t>
            </a:r>
            <a:r>
              <a:rPr dirty="0" sz="1800">
                <a:latin typeface="Gulim"/>
                <a:cs typeface="Gulim"/>
              </a:rPr>
              <a:t>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t</a:t>
            </a:r>
            <a:r>
              <a:rPr dirty="0" sz="1800" spc="-25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31739" y="4356296"/>
          <a:ext cx="6177915" cy="2459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095"/>
                <a:gridCol w="1522095"/>
                <a:gridCol w="1522094"/>
                <a:gridCol w="1522095"/>
              </a:tblGrid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4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글자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코드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7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빈도수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6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e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15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30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t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24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n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i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s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459">
                          <a:latin typeface="Dotum"/>
                          <a:cs typeface="Dotum"/>
                        </a:rPr>
                        <a:t>합계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88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pc="-925"/>
              <a:t>학생</a:t>
            </a:r>
            <a:r>
              <a:rPr dirty="0" spc="-925">
                <a:latin typeface="Tw Cen MT"/>
                <a:cs typeface="Tw Cen MT"/>
              </a:rPr>
              <a:t>&gt;</a:t>
            </a:r>
            <a:r>
              <a:rPr dirty="0">
                <a:latin typeface="Tw Cen MT"/>
                <a:cs typeface="Tw Cen MT"/>
              </a:rPr>
              <a:t> </a:t>
            </a:r>
            <a:r>
              <a:rPr dirty="0" spc="-1835"/>
              <a:t>가변비트면</a:t>
            </a:r>
            <a:r>
              <a:rPr dirty="0" spc="-260"/>
              <a:t> </a:t>
            </a:r>
            <a:r>
              <a:rPr dirty="0" spc="-2190"/>
              <a:t>해독은</a:t>
            </a:r>
            <a:r>
              <a:rPr dirty="0" spc="-240"/>
              <a:t> </a:t>
            </a:r>
            <a:r>
              <a:rPr dirty="0" spc="-1385"/>
              <a:t>어떻게</a:t>
            </a:r>
            <a:r>
              <a:rPr dirty="0" spc="-275"/>
              <a:t> </a:t>
            </a:r>
            <a:r>
              <a:rPr dirty="0" spc="-1355"/>
              <a:t>하나요</a:t>
            </a:r>
            <a:r>
              <a:rPr dirty="0" spc="-1355">
                <a:latin typeface="Tw Cen MT"/>
                <a:cs typeface="Tw Cen MT"/>
              </a:rPr>
              <a:t>?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462443" y="1978098"/>
            <a:ext cx="7975600" cy="1574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 sz="1800" spc="-25">
                <a:latin typeface="Arial"/>
                <a:cs typeface="Arial"/>
              </a:rPr>
              <a:t>t000011</a:t>
            </a:r>
            <a:r>
              <a:rPr dirty="0" sz="1800" spc="-25">
                <a:latin typeface="Gulim"/>
                <a:cs typeface="Gulim"/>
              </a:rPr>
              <a:t>에서</a:t>
            </a:r>
            <a:r>
              <a:rPr dirty="0" sz="1800" spc="-11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처음</a:t>
            </a:r>
            <a:r>
              <a:rPr dirty="0" sz="1800" spc="-20">
                <a:latin typeface="Arial"/>
                <a:cs typeface="Arial"/>
              </a:rPr>
              <a:t>2</a:t>
            </a:r>
            <a:r>
              <a:rPr dirty="0" sz="1800" spc="-20">
                <a:latin typeface="Gulim"/>
                <a:cs typeface="Gulim"/>
              </a:rPr>
              <a:t>비트를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보면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00</a:t>
            </a:r>
            <a:r>
              <a:rPr dirty="0" sz="1800">
                <a:latin typeface="Gulim"/>
                <a:cs typeface="Gulim"/>
              </a:rPr>
              <a:t>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e</a:t>
            </a:r>
            <a:r>
              <a:rPr dirty="0" sz="1800">
                <a:latin typeface="Gulim"/>
                <a:cs typeface="Gulim"/>
              </a:rPr>
              <a:t>만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해당하고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비트에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해당하는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>
                <a:latin typeface="Gulim"/>
                <a:cs typeface="Gulim"/>
              </a:rPr>
              <a:t>와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s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앞 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비트와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다름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그래서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00</a:t>
            </a:r>
            <a:r>
              <a:rPr dirty="0" sz="1800">
                <a:latin typeface="Gulim"/>
                <a:cs typeface="Gulim"/>
              </a:rPr>
              <a:t>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e</a:t>
            </a:r>
            <a:r>
              <a:rPr dirty="0" sz="1800" spc="-25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ts val="2160"/>
              </a:lnSpc>
              <a:spcBef>
                <a:spcPts val="705"/>
              </a:spcBef>
            </a:pPr>
            <a:r>
              <a:rPr dirty="0" sz="1800" spc="-30">
                <a:latin typeface="Arial"/>
                <a:cs typeface="Arial"/>
              </a:rPr>
              <a:t>tee11</a:t>
            </a:r>
            <a:r>
              <a:rPr dirty="0" sz="1800" spc="-30">
                <a:latin typeface="Gulim"/>
                <a:cs typeface="Gulim"/>
              </a:rPr>
              <a:t>에서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처음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보면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55">
                <a:latin typeface="Arial"/>
                <a:cs typeface="Arial"/>
              </a:rPr>
              <a:t>11</a:t>
            </a:r>
            <a:r>
              <a:rPr dirty="0" sz="1800" spc="-55">
                <a:latin typeface="Gulim"/>
                <a:cs typeface="Gulim"/>
              </a:rPr>
              <a:t>은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n</a:t>
            </a:r>
            <a:r>
              <a:rPr dirty="0" sz="1800">
                <a:latin typeface="Gulim"/>
                <a:cs typeface="Gulim"/>
              </a:rPr>
              <a:t>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해당하고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3</a:t>
            </a:r>
            <a:r>
              <a:rPr dirty="0" sz="1800" spc="-10">
                <a:latin typeface="Gulim"/>
                <a:cs typeface="Gulim"/>
              </a:rPr>
              <a:t>비트에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해당하는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i</a:t>
            </a:r>
            <a:r>
              <a:rPr dirty="0" sz="1800">
                <a:latin typeface="Gulim"/>
                <a:cs typeface="Gulim"/>
              </a:rPr>
              <a:t>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s</a:t>
            </a:r>
            <a:r>
              <a:rPr dirty="0" sz="1800">
                <a:latin typeface="Gulim"/>
                <a:cs typeface="Gulim"/>
              </a:rPr>
              <a:t>의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앞의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비트와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다름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0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그래서</a:t>
            </a:r>
            <a:r>
              <a:rPr dirty="0" sz="1800" spc="-120">
                <a:latin typeface="Gulim"/>
                <a:cs typeface="Gulim"/>
              </a:rPr>
              <a:t> </a:t>
            </a:r>
            <a:r>
              <a:rPr dirty="0" sz="1800" spc="-60">
                <a:latin typeface="Arial"/>
                <a:cs typeface="Arial"/>
              </a:rPr>
              <a:t>11</a:t>
            </a:r>
            <a:r>
              <a:rPr dirty="0" sz="1800" spc="-60">
                <a:latin typeface="Gulim"/>
                <a:cs typeface="Gulim"/>
              </a:rPr>
              <a:t>은</a:t>
            </a:r>
            <a:r>
              <a:rPr dirty="0" sz="1800" spc="-100">
                <a:latin typeface="Gulim"/>
                <a:cs typeface="Gulim"/>
              </a:rPr>
              <a:t> </a:t>
            </a:r>
            <a:r>
              <a:rPr dirty="0" sz="1800" spc="-25">
                <a:latin typeface="Arial"/>
                <a:cs typeface="Arial"/>
              </a:rPr>
              <a:t>n</a:t>
            </a:r>
            <a:r>
              <a:rPr dirty="0" sz="1800" spc="-25">
                <a:latin typeface="Gulim"/>
                <a:cs typeface="Gulim"/>
              </a:rPr>
              <a:t>임</a:t>
            </a:r>
            <a:endParaRPr sz="18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dirty="0" sz="1800" spc="-10">
                <a:latin typeface="Arial"/>
                <a:cs typeface="Arial"/>
              </a:rPr>
              <a:t>01000011</a:t>
            </a:r>
            <a:r>
              <a:rPr dirty="0" sz="1800" spc="-50">
                <a:latin typeface="Arial"/>
                <a:cs typeface="Arial"/>
              </a:rPr>
              <a:t> </a:t>
            </a:r>
            <a:r>
              <a:rPr dirty="0" sz="1800" spc="-10">
                <a:latin typeface="Gulim"/>
                <a:cs typeface="Gulim"/>
              </a:rPr>
              <a:t>해독결과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teen</a:t>
            </a:r>
            <a:r>
              <a:rPr dirty="0" sz="1800">
                <a:latin typeface="Gulim"/>
                <a:cs typeface="Gulim"/>
              </a:rPr>
              <a:t>임</a:t>
            </a:r>
            <a:r>
              <a:rPr dirty="0" sz="1800">
                <a:latin typeface="Arial"/>
                <a:cs typeface="Arial"/>
              </a:rPr>
              <a:t>.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20">
                <a:latin typeface="Gulim"/>
                <a:cs typeface="Gulim"/>
              </a:rPr>
              <a:t>가변비트라도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해독은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한가지로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나옴</a:t>
            </a:r>
            <a:endParaRPr sz="1800">
              <a:latin typeface="Gulim"/>
              <a:cs typeface="Gulim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/>
        </p:nvGraphicFramePr>
        <p:xfrm>
          <a:off x="2231739" y="3727227"/>
          <a:ext cx="6177915" cy="24599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095"/>
                <a:gridCol w="1522095"/>
                <a:gridCol w="1522094"/>
                <a:gridCol w="1522095"/>
              </a:tblGrid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64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글자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코드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7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빈도수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6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e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15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30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t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24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n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i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s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459">
                          <a:latin typeface="Dotum"/>
                          <a:cs typeface="Dotum"/>
                        </a:rPr>
                        <a:t>합계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88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16739" y="3408883"/>
            <a:ext cx="3393440" cy="3797300"/>
            <a:chOff x="6116739" y="3408883"/>
            <a:chExt cx="3393440" cy="37973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16739" y="3408883"/>
              <a:ext cx="3274542" cy="3396691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0"/>
              </a:spcBef>
            </a:pPr>
            <a:r>
              <a:rPr dirty="0" spc="-925"/>
              <a:t>학생</a:t>
            </a:r>
            <a:r>
              <a:rPr dirty="0" spc="-925">
                <a:latin typeface="Tw Cen MT"/>
                <a:cs typeface="Tw Cen MT"/>
              </a:rPr>
              <a:t>&gt;</a:t>
            </a:r>
            <a:r>
              <a:rPr dirty="0">
                <a:latin typeface="Tw Cen MT"/>
                <a:cs typeface="Tw Cen MT"/>
              </a:rPr>
              <a:t> </a:t>
            </a:r>
            <a:r>
              <a:rPr dirty="0" spc="-1835"/>
              <a:t>가변비트면</a:t>
            </a:r>
            <a:r>
              <a:rPr dirty="0" spc="-260"/>
              <a:t> </a:t>
            </a:r>
            <a:r>
              <a:rPr dirty="0" spc="-2190"/>
              <a:t>해독은</a:t>
            </a:r>
            <a:r>
              <a:rPr dirty="0" spc="-240"/>
              <a:t> </a:t>
            </a:r>
            <a:r>
              <a:rPr dirty="0" spc="-1385"/>
              <a:t>어떻게</a:t>
            </a:r>
            <a:r>
              <a:rPr dirty="0" spc="-275"/>
              <a:t> </a:t>
            </a:r>
            <a:r>
              <a:rPr dirty="0" spc="-1355"/>
              <a:t>하나요</a:t>
            </a:r>
            <a:r>
              <a:rPr dirty="0" spc="-1355">
                <a:latin typeface="Tw Cen MT"/>
                <a:cs typeface="Tw Cen MT"/>
              </a:rPr>
              <a:t>?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5" name="object 2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1152404" y="4447685"/>
          <a:ext cx="4655820" cy="2155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095"/>
                <a:gridCol w="1522095"/>
                <a:gridCol w="1522094"/>
              </a:tblGrid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4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글자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코드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1400" spc="-7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빈도수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810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e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15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t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n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i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s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7014032" y="639554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71396" y="639554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375565" y="543398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097342" y="5384896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956458" y="5384896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264183" y="544021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90030" y="4384136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409787" y="436255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91620" y="1888223"/>
            <a:ext cx="8363584" cy="1908810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marL="332105" indent="-319405">
              <a:lnSpc>
                <a:spcPct val="100000"/>
              </a:lnSpc>
              <a:spcBef>
                <a:spcPts val="80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1800" spc="-10">
                <a:latin typeface="Gulim"/>
                <a:cs typeface="Gulim"/>
              </a:rPr>
              <a:t>허프만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코딩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트리를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보면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앞의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비트가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다르게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인코딩되었다는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것을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알수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25">
                <a:latin typeface="Gulim"/>
                <a:cs typeface="Gulim"/>
              </a:rPr>
              <a:t>있음</a:t>
            </a:r>
            <a:endParaRPr sz="1800">
              <a:latin typeface="Gulim"/>
              <a:cs typeface="Gulim"/>
            </a:endParaRPr>
          </a:p>
          <a:p>
            <a:pPr marL="332105" marR="5080" indent="-320040">
              <a:lnSpc>
                <a:spcPct val="100000"/>
              </a:lnSpc>
              <a:spcBef>
                <a:spcPts val="70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32105" algn="l"/>
              </a:tabLst>
            </a:pPr>
            <a:r>
              <a:rPr dirty="0" sz="1800" spc="-10">
                <a:latin typeface="Gulim"/>
                <a:cs typeface="Gulim"/>
              </a:rPr>
              <a:t>글자가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가변비트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즉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L3</a:t>
            </a:r>
            <a:r>
              <a:rPr dirty="0" sz="1800">
                <a:latin typeface="Gulim"/>
                <a:cs typeface="Gulim"/>
              </a:rPr>
              <a:t>에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있을수도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있고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L4</a:t>
            </a:r>
            <a:r>
              <a:rPr dirty="0" sz="1800">
                <a:latin typeface="Gulim"/>
                <a:cs typeface="Gulim"/>
              </a:rPr>
              <a:t>에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있을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수도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있지만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앞의</a:t>
            </a:r>
            <a:r>
              <a:rPr dirty="0" sz="1800" spc="-13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비트는</a:t>
            </a:r>
            <a:r>
              <a:rPr dirty="0" sz="1800" spc="-125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다 </a:t>
            </a:r>
            <a:r>
              <a:rPr dirty="0" sz="1800">
                <a:latin typeface="Gulim"/>
                <a:cs typeface="Gulim"/>
              </a:rPr>
              <a:t>르게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20">
                <a:latin typeface="Gulim"/>
                <a:cs typeface="Gulim"/>
              </a:rPr>
              <a:t>인코딩됨</a:t>
            </a:r>
            <a:endParaRPr sz="1800">
              <a:latin typeface="Gulim"/>
              <a:cs typeface="Gulim"/>
            </a:endParaRPr>
          </a:p>
          <a:p>
            <a:pPr marL="332105" marR="1883410" indent="-320040">
              <a:lnSpc>
                <a:spcPct val="100000"/>
              </a:lnSpc>
              <a:spcBef>
                <a:spcPts val="695"/>
              </a:spcBef>
              <a:buClr>
                <a:srgbClr val="DD8046"/>
              </a:buClr>
              <a:buSzPct val="58333"/>
              <a:buFont typeface="Meiryo UI"/>
              <a:buChar char="□"/>
              <a:tabLst>
                <a:tab pos="396240" algn="l"/>
              </a:tabLst>
            </a:pPr>
            <a:r>
              <a:rPr dirty="0" sz="1800">
                <a:latin typeface="Gulim"/>
                <a:cs typeface="Gulim"/>
              </a:rPr>
              <a:t>앞의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10">
                <a:latin typeface="Arial"/>
                <a:cs typeface="Arial"/>
              </a:rPr>
              <a:t>2</a:t>
            </a:r>
            <a:r>
              <a:rPr dirty="0" sz="1800" spc="-10">
                <a:latin typeface="Gulim"/>
                <a:cs typeface="Gulim"/>
              </a:rPr>
              <a:t>비트만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Gulim"/>
                <a:cs typeface="Gulim"/>
              </a:rPr>
              <a:t>보면</a:t>
            </a:r>
            <a:r>
              <a:rPr dirty="0" sz="1800" spc="-14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2</a:t>
            </a:r>
            <a:r>
              <a:rPr dirty="0" sz="1800">
                <a:latin typeface="Gulim"/>
                <a:cs typeface="Gulim"/>
              </a:rPr>
              <a:t>비트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글자인지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>
                <a:latin typeface="Arial"/>
                <a:cs typeface="Arial"/>
              </a:rPr>
              <a:t>3</a:t>
            </a:r>
            <a:r>
              <a:rPr dirty="0" sz="1800">
                <a:latin typeface="Gulim"/>
                <a:cs typeface="Gulim"/>
              </a:rPr>
              <a:t>비트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글자인지</a:t>
            </a:r>
            <a:r>
              <a:rPr dirty="0" sz="1800" spc="-135">
                <a:latin typeface="Gulim"/>
                <a:cs typeface="Gulim"/>
              </a:rPr>
              <a:t> </a:t>
            </a:r>
            <a:r>
              <a:rPr dirty="0" sz="1800" spc="-10">
                <a:latin typeface="Gulim"/>
                <a:cs typeface="Gulim"/>
              </a:rPr>
              <a:t>해독이</a:t>
            </a:r>
            <a:r>
              <a:rPr dirty="0" sz="1800" spc="-140">
                <a:latin typeface="Gulim"/>
                <a:cs typeface="Gulim"/>
              </a:rPr>
              <a:t> </a:t>
            </a:r>
            <a:r>
              <a:rPr dirty="0" sz="1800" spc="-50">
                <a:latin typeface="Gulim"/>
                <a:cs typeface="Gulim"/>
              </a:rPr>
              <a:t>됨 </a:t>
            </a:r>
            <a:r>
              <a:rPr dirty="0" sz="1800" spc="-50">
                <a:latin typeface="Gulim"/>
                <a:cs typeface="Gulim"/>
              </a:rPr>
              <a:t>	</a:t>
            </a:r>
            <a:r>
              <a:rPr dirty="0" sz="1800">
                <a:latin typeface="Gulim"/>
                <a:cs typeface="Gulim"/>
              </a:rPr>
              <a:t>예</a:t>
            </a:r>
            <a:r>
              <a:rPr dirty="0" sz="1800">
                <a:latin typeface="Arial"/>
                <a:cs typeface="Arial"/>
              </a:rPr>
              <a:t>)</a:t>
            </a:r>
            <a:r>
              <a:rPr dirty="0" sz="1800" spc="-35">
                <a:latin typeface="Arial"/>
                <a:cs typeface="Arial"/>
              </a:rPr>
              <a:t> </a:t>
            </a:r>
            <a:r>
              <a:rPr dirty="0" sz="1800" spc="-10">
                <a:latin typeface="Arial"/>
                <a:cs typeface="Arial"/>
              </a:rPr>
              <a:t>01000011</a:t>
            </a:r>
            <a:endParaRPr sz="1800">
              <a:latin typeface="Arial"/>
              <a:cs typeface="Arial"/>
            </a:endParaRPr>
          </a:p>
          <a:p>
            <a:pPr algn="r" marR="1929764">
              <a:lnSpc>
                <a:spcPct val="100000"/>
              </a:lnSpc>
              <a:spcBef>
                <a:spcPts val="24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45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291198" y="4100280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5915786" y="5043242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8816213" y="4029630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843684" y="4950152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9129090" y="4917969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359218" y="4979514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685610" y="5981328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881302" y="5933284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689140" y="4578680"/>
            <a:ext cx="2820873" cy="2627490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462443" y="703197"/>
            <a:ext cx="6700520" cy="69659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65"/>
              <a:t> </a:t>
            </a:r>
            <a:r>
              <a:rPr dirty="0" spc="-2600"/>
              <a:t>코드</a:t>
            </a:r>
            <a:r>
              <a:rPr dirty="0" spc="-265"/>
              <a:t> </a:t>
            </a:r>
            <a:r>
              <a:rPr dirty="0" spc="-1525"/>
              <a:t>생성</a:t>
            </a:r>
            <a:r>
              <a:rPr dirty="0" spc="-265"/>
              <a:t> </a:t>
            </a:r>
            <a:r>
              <a:rPr dirty="0" spc="-1525"/>
              <a:t>절차</a:t>
            </a:r>
            <a:r>
              <a:rPr dirty="0" spc="-254"/>
              <a:t> </a:t>
            </a:r>
            <a:r>
              <a:rPr dirty="0" spc="-1905">
                <a:latin typeface="Tw Cen MT"/>
                <a:cs typeface="Tw Cen MT"/>
              </a:rPr>
              <a:t>(</a:t>
            </a:r>
            <a:r>
              <a:rPr dirty="0" spc="-1905"/>
              <a:t>빈도수</a:t>
            </a:r>
            <a:r>
              <a:rPr dirty="0" spc="-265"/>
              <a:t> </a:t>
            </a:r>
            <a:r>
              <a:rPr dirty="0">
                <a:latin typeface="Tw Cen MT"/>
                <a:cs typeface="Tw Cen MT"/>
              </a:rPr>
              <a:t>=&gt;</a:t>
            </a:r>
            <a:r>
              <a:rPr dirty="0" spc="-30">
                <a:latin typeface="Tw Cen MT"/>
                <a:cs typeface="Tw Cen MT"/>
              </a:rPr>
              <a:t> </a:t>
            </a:r>
            <a:r>
              <a:rPr dirty="0" spc="-2025"/>
              <a:t>비트코드</a:t>
            </a:r>
            <a:r>
              <a:rPr dirty="0" spc="-2025">
                <a:latin typeface="Tw Cen MT"/>
                <a:cs typeface="Tw Cen MT"/>
              </a:rPr>
              <a:t>)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360970" y="3815562"/>
            <a:ext cx="644525" cy="559435"/>
            <a:chOff x="1360970" y="3815562"/>
            <a:chExt cx="644525" cy="559435"/>
          </a:xfrm>
        </p:grpSpPr>
        <p:sp>
          <p:nvSpPr>
            <p:cNvPr id="5" name="object 5"/>
            <p:cNvSpPr/>
            <p:nvPr/>
          </p:nvSpPr>
          <p:spPr>
            <a:xfrm>
              <a:off x="1370101" y="3824706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10" h="541020">
                  <a:moveTo>
                    <a:pt x="313601" y="0"/>
                  </a:moveTo>
                  <a:lnTo>
                    <a:pt x="262648" y="3518"/>
                  </a:lnTo>
                  <a:lnTo>
                    <a:pt x="214345" y="13708"/>
                  </a:lnTo>
                  <a:lnTo>
                    <a:pt x="169329" y="30022"/>
                  </a:lnTo>
                  <a:lnTo>
                    <a:pt x="128241" y="51910"/>
                  </a:lnTo>
                  <a:lnTo>
                    <a:pt x="91720" y="78825"/>
                  </a:lnTo>
                  <a:lnTo>
                    <a:pt x="60406" y="110219"/>
                  </a:lnTo>
                  <a:lnTo>
                    <a:pt x="34937" y="145542"/>
                  </a:lnTo>
                  <a:lnTo>
                    <a:pt x="15954" y="184247"/>
                  </a:lnTo>
                  <a:lnTo>
                    <a:pt x="4095" y="225785"/>
                  </a:lnTo>
                  <a:lnTo>
                    <a:pt x="0" y="269608"/>
                  </a:lnTo>
                  <a:lnTo>
                    <a:pt x="4095" y="313470"/>
                  </a:lnTo>
                  <a:lnTo>
                    <a:pt x="15954" y="355121"/>
                  </a:lnTo>
                  <a:lnTo>
                    <a:pt x="34937" y="393995"/>
                  </a:lnTo>
                  <a:lnTo>
                    <a:pt x="60406" y="429524"/>
                  </a:lnTo>
                  <a:lnTo>
                    <a:pt x="91720" y="461141"/>
                  </a:lnTo>
                  <a:lnTo>
                    <a:pt x="128241" y="488281"/>
                  </a:lnTo>
                  <a:lnTo>
                    <a:pt x="169329" y="510376"/>
                  </a:lnTo>
                  <a:lnTo>
                    <a:pt x="214345" y="526860"/>
                  </a:lnTo>
                  <a:lnTo>
                    <a:pt x="262648" y="537166"/>
                  </a:lnTo>
                  <a:lnTo>
                    <a:pt x="313601" y="540727"/>
                  </a:lnTo>
                  <a:lnTo>
                    <a:pt x="364140" y="537166"/>
                  </a:lnTo>
                  <a:lnTo>
                    <a:pt x="412113" y="526860"/>
                  </a:lnTo>
                  <a:lnTo>
                    <a:pt x="456871" y="510376"/>
                  </a:lnTo>
                  <a:lnTo>
                    <a:pt x="497765" y="488281"/>
                  </a:lnTo>
                  <a:lnTo>
                    <a:pt x="534147" y="461141"/>
                  </a:lnTo>
                  <a:lnTo>
                    <a:pt x="565369" y="429524"/>
                  </a:lnTo>
                  <a:lnTo>
                    <a:pt x="590781" y="393995"/>
                  </a:lnTo>
                  <a:lnTo>
                    <a:pt x="609736" y="355121"/>
                  </a:lnTo>
                  <a:lnTo>
                    <a:pt x="621584" y="313470"/>
                  </a:lnTo>
                  <a:lnTo>
                    <a:pt x="625678" y="269608"/>
                  </a:lnTo>
                  <a:lnTo>
                    <a:pt x="621584" y="225785"/>
                  </a:lnTo>
                  <a:lnTo>
                    <a:pt x="609736" y="184247"/>
                  </a:lnTo>
                  <a:lnTo>
                    <a:pt x="590781" y="145542"/>
                  </a:lnTo>
                  <a:lnTo>
                    <a:pt x="565369" y="110219"/>
                  </a:lnTo>
                  <a:lnTo>
                    <a:pt x="534147" y="78825"/>
                  </a:lnTo>
                  <a:lnTo>
                    <a:pt x="497765" y="51910"/>
                  </a:lnTo>
                  <a:lnTo>
                    <a:pt x="456871" y="30022"/>
                  </a:lnTo>
                  <a:lnTo>
                    <a:pt x="412113" y="13708"/>
                  </a:lnTo>
                  <a:lnTo>
                    <a:pt x="364140" y="3518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360970" y="3815562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81" y="0"/>
                  </a:lnTo>
                  <a:lnTo>
                    <a:pt x="272491" y="3048"/>
                  </a:lnTo>
                  <a:lnTo>
                    <a:pt x="226822" y="12192"/>
                  </a:lnTo>
                  <a:lnTo>
                    <a:pt x="168973" y="33515"/>
                  </a:lnTo>
                  <a:lnTo>
                    <a:pt x="117221" y="63982"/>
                  </a:lnTo>
                  <a:lnTo>
                    <a:pt x="74587" y="100533"/>
                  </a:lnTo>
                  <a:lnTo>
                    <a:pt x="47193" y="134048"/>
                  </a:lnTo>
                  <a:lnTo>
                    <a:pt x="19786" y="182791"/>
                  </a:lnTo>
                  <a:lnTo>
                    <a:pt x="10655" y="210210"/>
                  </a:lnTo>
                  <a:lnTo>
                    <a:pt x="6083" y="222389"/>
                  </a:lnTo>
                  <a:lnTo>
                    <a:pt x="3048" y="236093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4559" y="322922"/>
                  </a:lnTo>
                  <a:lnTo>
                    <a:pt x="6083" y="336626"/>
                  </a:lnTo>
                  <a:lnTo>
                    <a:pt x="10655" y="350342"/>
                  </a:lnTo>
                  <a:lnTo>
                    <a:pt x="15214" y="362521"/>
                  </a:lnTo>
                  <a:lnTo>
                    <a:pt x="19786" y="376224"/>
                  </a:lnTo>
                  <a:lnTo>
                    <a:pt x="31965" y="400596"/>
                  </a:lnTo>
                  <a:lnTo>
                    <a:pt x="47193" y="424967"/>
                  </a:lnTo>
                  <a:lnTo>
                    <a:pt x="56324" y="435635"/>
                  </a:lnTo>
                  <a:lnTo>
                    <a:pt x="63931" y="447814"/>
                  </a:lnTo>
                  <a:lnTo>
                    <a:pt x="95910" y="478282"/>
                  </a:lnTo>
                  <a:lnTo>
                    <a:pt x="143090" y="511797"/>
                  </a:lnTo>
                  <a:lnTo>
                    <a:pt x="182676" y="531596"/>
                  </a:lnTo>
                  <a:lnTo>
                    <a:pt x="226822" y="546823"/>
                  </a:lnTo>
                  <a:lnTo>
                    <a:pt x="274015" y="555967"/>
                  </a:lnTo>
                  <a:lnTo>
                    <a:pt x="305981" y="559015"/>
                  </a:lnTo>
                  <a:lnTo>
                    <a:pt x="337959" y="559015"/>
                  </a:lnTo>
                  <a:lnTo>
                    <a:pt x="371449" y="555967"/>
                  </a:lnTo>
                  <a:lnTo>
                    <a:pt x="417118" y="546823"/>
                  </a:lnTo>
                  <a:lnTo>
                    <a:pt x="432346" y="542251"/>
                  </a:lnTo>
                  <a:lnTo>
                    <a:pt x="439937" y="539216"/>
                  </a:lnTo>
                  <a:lnTo>
                    <a:pt x="305981" y="539216"/>
                  </a:lnTo>
                  <a:lnTo>
                    <a:pt x="260311" y="534644"/>
                  </a:lnTo>
                  <a:lnTo>
                    <a:pt x="203987" y="519404"/>
                  </a:lnTo>
                  <a:lnTo>
                    <a:pt x="152234" y="495033"/>
                  </a:lnTo>
                  <a:lnTo>
                    <a:pt x="106565" y="463054"/>
                  </a:lnTo>
                  <a:lnTo>
                    <a:pt x="79159" y="434111"/>
                  </a:lnTo>
                  <a:lnTo>
                    <a:pt x="70027" y="423443"/>
                  </a:lnTo>
                  <a:lnTo>
                    <a:pt x="54800" y="402120"/>
                  </a:lnTo>
                  <a:lnTo>
                    <a:pt x="48717" y="391464"/>
                  </a:lnTo>
                  <a:lnTo>
                    <a:pt x="42621" y="379272"/>
                  </a:lnTo>
                  <a:lnTo>
                    <a:pt x="36537" y="368617"/>
                  </a:lnTo>
                  <a:lnTo>
                    <a:pt x="31965" y="356425"/>
                  </a:lnTo>
                  <a:lnTo>
                    <a:pt x="28917" y="344246"/>
                  </a:lnTo>
                  <a:lnTo>
                    <a:pt x="25882" y="330530"/>
                  </a:lnTo>
                  <a:lnTo>
                    <a:pt x="22834" y="318350"/>
                  </a:lnTo>
                  <a:lnTo>
                    <a:pt x="21310" y="306158"/>
                  </a:lnTo>
                  <a:lnTo>
                    <a:pt x="19786" y="292455"/>
                  </a:lnTo>
                  <a:lnTo>
                    <a:pt x="19786" y="265036"/>
                  </a:lnTo>
                  <a:lnTo>
                    <a:pt x="21310" y="252857"/>
                  </a:lnTo>
                  <a:lnTo>
                    <a:pt x="22834" y="239140"/>
                  </a:lnTo>
                  <a:lnTo>
                    <a:pt x="31965" y="202590"/>
                  </a:lnTo>
                  <a:lnTo>
                    <a:pt x="38049" y="190398"/>
                  </a:lnTo>
                  <a:lnTo>
                    <a:pt x="42621" y="178219"/>
                  </a:lnTo>
                  <a:lnTo>
                    <a:pt x="70027" y="134048"/>
                  </a:lnTo>
                  <a:lnTo>
                    <a:pt x="108077" y="95961"/>
                  </a:lnTo>
                  <a:lnTo>
                    <a:pt x="152234" y="63982"/>
                  </a:lnTo>
                  <a:lnTo>
                    <a:pt x="190284" y="44183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11" y="24371"/>
                  </a:lnTo>
                  <a:lnTo>
                    <a:pt x="275539" y="21336"/>
                  </a:lnTo>
                  <a:lnTo>
                    <a:pt x="290766" y="19812"/>
                  </a:lnTo>
                  <a:lnTo>
                    <a:pt x="305981" y="19812"/>
                  </a:lnTo>
                  <a:lnTo>
                    <a:pt x="322732" y="18287"/>
                  </a:lnTo>
                  <a:lnTo>
                    <a:pt x="436909" y="18287"/>
                  </a:lnTo>
                  <a:lnTo>
                    <a:pt x="432346" y="16763"/>
                  </a:lnTo>
                  <a:lnTo>
                    <a:pt x="417118" y="12192"/>
                  </a:lnTo>
                  <a:lnTo>
                    <a:pt x="386664" y="6096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09" y="18287"/>
                  </a:moveTo>
                  <a:lnTo>
                    <a:pt x="322732" y="18287"/>
                  </a:lnTo>
                  <a:lnTo>
                    <a:pt x="337959" y="19812"/>
                  </a:lnTo>
                  <a:lnTo>
                    <a:pt x="353174" y="19812"/>
                  </a:lnTo>
                  <a:lnTo>
                    <a:pt x="368401" y="21336"/>
                  </a:lnTo>
                  <a:lnTo>
                    <a:pt x="412546" y="30467"/>
                  </a:lnTo>
                  <a:lnTo>
                    <a:pt x="453656" y="44183"/>
                  </a:lnTo>
                  <a:lnTo>
                    <a:pt x="491705" y="63982"/>
                  </a:lnTo>
                  <a:lnTo>
                    <a:pt x="537375" y="95961"/>
                  </a:lnTo>
                  <a:lnTo>
                    <a:pt x="564781" y="124904"/>
                  </a:lnTo>
                  <a:lnTo>
                    <a:pt x="573913" y="134048"/>
                  </a:lnTo>
                  <a:lnTo>
                    <a:pt x="589140" y="155371"/>
                  </a:lnTo>
                  <a:lnTo>
                    <a:pt x="595223" y="167551"/>
                  </a:lnTo>
                  <a:lnTo>
                    <a:pt x="601319" y="178219"/>
                  </a:lnTo>
                  <a:lnTo>
                    <a:pt x="607402" y="190398"/>
                  </a:lnTo>
                  <a:lnTo>
                    <a:pt x="611974" y="202590"/>
                  </a:lnTo>
                  <a:lnTo>
                    <a:pt x="615022" y="214769"/>
                  </a:lnTo>
                  <a:lnTo>
                    <a:pt x="619582" y="226961"/>
                  </a:lnTo>
                  <a:lnTo>
                    <a:pt x="621106" y="240664"/>
                  </a:lnTo>
                  <a:lnTo>
                    <a:pt x="624154" y="252857"/>
                  </a:lnTo>
                  <a:lnTo>
                    <a:pt x="624154" y="266560"/>
                  </a:lnTo>
                  <a:lnTo>
                    <a:pt x="625678" y="280276"/>
                  </a:lnTo>
                  <a:lnTo>
                    <a:pt x="624154" y="292455"/>
                  </a:lnTo>
                  <a:lnTo>
                    <a:pt x="622630" y="306158"/>
                  </a:lnTo>
                  <a:lnTo>
                    <a:pt x="611974" y="356425"/>
                  </a:lnTo>
                  <a:lnTo>
                    <a:pt x="595223" y="391464"/>
                  </a:lnTo>
                  <a:lnTo>
                    <a:pt x="589140" y="403644"/>
                  </a:lnTo>
                  <a:lnTo>
                    <a:pt x="573913" y="424967"/>
                  </a:lnTo>
                  <a:lnTo>
                    <a:pt x="564781" y="434111"/>
                  </a:lnTo>
                  <a:lnTo>
                    <a:pt x="555650" y="444779"/>
                  </a:lnTo>
                  <a:lnTo>
                    <a:pt x="514540" y="479806"/>
                  </a:lnTo>
                  <a:lnTo>
                    <a:pt x="465835" y="508749"/>
                  </a:lnTo>
                  <a:lnTo>
                    <a:pt x="453656" y="513321"/>
                  </a:lnTo>
                  <a:lnTo>
                    <a:pt x="439953" y="519404"/>
                  </a:lnTo>
                  <a:lnTo>
                    <a:pt x="412546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37959" y="539216"/>
                  </a:lnTo>
                  <a:lnTo>
                    <a:pt x="439937" y="539216"/>
                  </a:lnTo>
                  <a:lnTo>
                    <a:pt x="447560" y="536168"/>
                  </a:lnTo>
                  <a:lnTo>
                    <a:pt x="461264" y="531596"/>
                  </a:lnTo>
                  <a:lnTo>
                    <a:pt x="502361" y="511797"/>
                  </a:lnTo>
                  <a:lnTo>
                    <a:pt x="549554" y="476758"/>
                  </a:lnTo>
                  <a:lnTo>
                    <a:pt x="589140" y="435635"/>
                  </a:lnTo>
                  <a:lnTo>
                    <a:pt x="611974" y="400596"/>
                  </a:lnTo>
                  <a:lnTo>
                    <a:pt x="637857" y="335102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37857" y="222389"/>
                  </a:lnTo>
                  <a:lnTo>
                    <a:pt x="624154" y="182791"/>
                  </a:lnTo>
                  <a:lnTo>
                    <a:pt x="618070" y="170599"/>
                  </a:lnTo>
                  <a:lnTo>
                    <a:pt x="611974" y="156895"/>
                  </a:lnTo>
                  <a:lnTo>
                    <a:pt x="604367" y="144703"/>
                  </a:lnTo>
                  <a:lnTo>
                    <a:pt x="596747" y="134048"/>
                  </a:lnTo>
                  <a:lnTo>
                    <a:pt x="589140" y="121856"/>
                  </a:lnTo>
                  <a:lnTo>
                    <a:pt x="549554" y="80733"/>
                  </a:lnTo>
                  <a:lnTo>
                    <a:pt x="500849" y="47218"/>
                  </a:lnTo>
                  <a:lnTo>
                    <a:pt x="461264" y="27419"/>
                  </a:lnTo>
                  <a:lnTo>
                    <a:pt x="446036" y="21336"/>
                  </a:lnTo>
                  <a:lnTo>
                    <a:pt x="436909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66227" y="3964134"/>
            <a:ext cx="232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s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2119083" y="3815562"/>
            <a:ext cx="644525" cy="559435"/>
            <a:chOff x="2119083" y="3815562"/>
            <a:chExt cx="644525" cy="559435"/>
          </a:xfrm>
        </p:grpSpPr>
        <p:sp>
          <p:nvSpPr>
            <p:cNvPr id="9" name="object 9"/>
            <p:cNvSpPr/>
            <p:nvPr/>
          </p:nvSpPr>
          <p:spPr>
            <a:xfrm>
              <a:off x="2128227" y="3824706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5" h="54102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70"/>
                  </a:lnTo>
                  <a:lnTo>
                    <a:pt x="15941" y="355121"/>
                  </a:lnTo>
                  <a:lnTo>
                    <a:pt x="34896" y="393995"/>
                  </a:lnTo>
                  <a:lnTo>
                    <a:pt x="60308" y="429524"/>
                  </a:lnTo>
                  <a:lnTo>
                    <a:pt x="91530" y="461141"/>
                  </a:lnTo>
                  <a:lnTo>
                    <a:pt x="127912" y="488281"/>
                  </a:lnTo>
                  <a:lnTo>
                    <a:pt x="168806" y="510376"/>
                  </a:lnTo>
                  <a:lnTo>
                    <a:pt x="213564" y="526860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2616" y="537166"/>
                  </a:lnTo>
                  <a:lnTo>
                    <a:pt x="410589" y="526860"/>
                  </a:lnTo>
                  <a:lnTo>
                    <a:pt x="455347" y="510376"/>
                  </a:lnTo>
                  <a:lnTo>
                    <a:pt x="496241" y="488281"/>
                  </a:lnTo>
                  <a:lnTo>
                    <a:pt x="532623" y="461141"/>
                  </a:lnTo>
                  <a:lnTo>
                    <a:pt x="563845" y="429524"/>
                  </a:lnTo>
                  <a:lnTo>
                    <a:pt x="589257" y="393995"/>
                  </a:lnTo>
                  <a:lnTo>
                    <a:pt x="608212" y="355121"/>
                  </a:lnTo>
                  <a:lnTo>
                    <a:pt x="620060" y="313470"/>
                  </a:lnTo>
                  <a:lnTo>
                    <a:pt x="624154" y="269608"/>
                  </a:lnTo>
                  <a:lnTo>
                    <a:pt x="620060" y="225785"/>
                  </a:lnTo>
                  <a:lnTo>
                    <a:pt x="608212" y="184247"/>
                  </a:lnTo>
                  <a:lnTo>
                    <a:pt x="589257" y="145542"/>
                  </a:lnTo>
                  <a:lnTo>
                    <a:pt x="563845" y="110219"/>
                  </a:lnTo>
                  <a:lnTo>
                    <a:pt x="532623" y="78825"/>
                  </a:lnTo>
                  <a:lnTo>
                    <a:pt x="496241" y="51910"/>
                  </a:lnTo>
                  <a:lnTo>
                    <a:pt x="455347" y="30022"/>
                  </a:lnTo>
                  <a:lnTo>
                    <a:pt x="410589" y="13708"/>
                  </a:lnTo>
                  <a:lnTo>
                    <a:pt x="362616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2119083" y="3815562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503" y="3048"/>
                  </a:lnTo>
                  <a:lnTo>
                    <a:pt x="225310" y="12192"/>
                  </a:lnTo>
                  <a:lnTo>
                    <a:pt x="182689" y="27419"/>
                  </a:lnTo>
                  <a:lnTo>
                    <a:pt x="167462" y="33515"/>
                  </a:lnTo>
                  <a:lnTo>
                    <a:pt x="117220" y="63982"/>
                  </a:lnTo>
                  <a:lnTo>
                    <a:pt x="73075" y="100533"/>
                  </a:lnTo>
                  <a:lnTo>
                    <a:pt x="54813" y="123380"/>
                  </a:lnTo>
                  <a:lnTo>
                    <a:pt x="45681" y="134048"/>
                  </a:lnTo>
                  <a:lnTo>
                    <a:pt x="18275" y="182791"/>
                  </a:lnTo>
                  <a:lnTo>
                    <a:pt x="6095" y="222389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3048" y="322922"/>
                  </a:lnTo>
                  <a:lnTo>
                    <a:pt x="9143" y="350342"/>
                  </a:lnTo>
                  <a:lnTo>
                    <a:pt x="13703" y="362521"/>
                  </a:lnTo>
                  <a:lnTo>
                    <a:pt x="19799" y="376224"/>
                  </a:lnTo>
                  <a:lnTo>
                    <a:pt x="24358" y="388416"/>
                  </a:lnTo>
                  <a:lnTo>
                    <a:pt x="31978" y="400596"/>
                  </a:lnTo>
                  <a:lnTo>
                    <a:pt x="38061" y="412788"/>
                  </a:lnTo>
                  <a:lnTo>
                    <a:pt x="45681" y="424967"/>
                  </a:lnTo>
                  <a:lnTo>
                    <a:pt x="54813" y="435635"/>
                  </a:lnTo>
                  <a:lnTo>
                    <a:pt x="63944" y="447814"/>
                  </a:lnTo>
                  <a:lnTo>
                    <a:pt x="73075" y="458482"/>
                  </a:lnTo>
                  <a:lnTo>
                    <a:pt x="117220" y="495033"/>
                  </a:lnTo>
                  <a:lnTo>
                    <a:pt x="168986" y="525500"/>
                  </a:lnTo>
                  <a:lnTo>
                    <a:pt x="226834" y="546823"/>
                  </a:lnTo>
                  <a:lnTo>
                    <a:pt x="272503" y="555967"/>
                  </a:lnTo>
                  <a:lnTo>
                    <a:pt x="304469" y="559015"/>
                  </a:lnTo>
                  <a:lnTo>
                    <a:pt x="337959" y="559015"/>
                  </a:lnTo>
                  <a:lnTo>
                    <a:pt x="386676" y="552919"/>
                  </a:lnTo>
                  <a:lnTo>
                    <a:pt x="432346" y="542251"/>
                  </a:lnTo>
                  <a:lnTo>
                    <a:pt x="439183" y="539216"/>
                  </a:lnTo>
                  <a:lnTo>
                    <a:pt x="305993" y="539216"/>
                  </a:lnTo>
                  <a:lnTo>
                    <a:pt x="274027" y="536168"/>
                  </a:lnTo>
                  <a:lnTo>
                    <a:pt x="231406" y="528548"/>
                  </a:lnTo>
                  <a:lnTo>
                    <a:pt x="188772" y="513321"/>
                  </a:lnTo>
                  <a:lnTo>
                    <a:pt x="176593" y="507225"/>
                  </a:lnTo>
                  <a:lnTo>
                    <a:pt x="150710" y="495033"/>
                  </a:lnTo>
                  <a:lnTo>
                    <a:pt x="106565" y="463054"/>
                  </a:lnTo>
                  <a:lnTo>
                    <a:pt x="77647" y="434111"/>
                  </a:lnTo>
                  <a:lnTo>
                    <a:pt x="70027" y="423443"/>
                  </a:lnTo>
                  <a:lnTo>
                    <a:pt x="60896" y="412788"/>
                  </a:lnTo>
                  <a:lnTo>
                    <a:pt x="54813" y="402120"/>
                  </a:lnTo>
                  <a:lnTo>
                    <a:pt x="47193" y="391464"/>
                  </a:lnTo>
                  <a:lnTo>
                    <a:pt x="41109" y="379272"/>
                  </a:lnTo>
                  <a:lnTo>
                    <a:pt x="36537" y="368617"/>
                  </a:lnTo>
                  <a:lnTo>
                    <a:pt x="27406" y="344246"/>
                  </a:lnTo>
                  <a:lnTo>
                    <a:pt x="24358" y="330530"/>
                  </a:lnTo>
                  <a:lnTo>
                    <a:pt x="21323" y="318350"/>
                  </a:lnTo>
                  <a:lnTo>
                    <a:pt x="19799" y="306158"/>
                  </a:lnTo>
                  <a:lnTo>
                    <a:pt x="18275" y="292455"/>
                  </a:lnTo>
                  <a:lnTo>
                    <a:pt x="18275" y="265036"/>
                  </a:lnTo>
                  <a:lnTo>
                    <a:pt x="19799" y="252857"/>
                  </a:lnTo>
                  <a:lnTo>
                    <a:pt x="21323" y="239140"/>
                  </a:lnTo>
                  <a:lnTo>
                    <a:pt x="36537" y="190398"/>
                  </a:lnTo>
                  <a:lnTo>
                    <a:pt x="54813" y="155371"/>
                  </a:lnTo>
                  <a:lnTo>
                    <a:pt x="77647" y="123380"/>
                  </a:lnTo>
                  <a:lnTo>
                    <a:pt x="106565" y="95961"/>
                  </a:lnTo>
                  <a:lnTo>
                    <a:pt x="152234" y="63982"/>
                  </a:lnTo>
                  <a:lnTo>
                    <a:pt x="190296" y="44183"/>
                  </a:lnTo>
                  <a:lnTo>
                    <a:pt x="231406" y="30467"/>
                  </a:lnTo>
                  <a:lnTo>
                    <a:pt x="275551" y="21336"/>
                  </a:lnTo>
                  <a:lnTo>
                    <a:pt x="290766" y="19812"/>
                  </a:lnTo>
                  <a:lnTo>
                    <a:pt x="305993" y="19812"/>
                  </a:lnTo>
                  <a:lnTo>
                    <a:pt x="321221" y="18287"/>
                  </a:lnTo>
                  <a:lnTo>
                    <a:pt x="435897" y="18287"/>
                  </a:lnTo>
                  <a:lnTo>
                    <a:pt x="430822" y="16763"/>
                  </a:lnTo>
                  <a:lnTo>
                    <a:pt x="417131" y="12192"/>
                  </a:lnTo>
                  <a:lnTo>
                    <a:pt x="401904" y="9144"/>
                  </a:lnTo>
                  <a:lnTo>
                    <a:pt x="385152" y="6096"/>
                  </a:lnTo>
                  <a:lnTo>
                    <a:pt x="369938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5897" y="18287"/>
                  </a:moveTo>
                  <a:lnTo>
                    <a:pt x="321221" y="18287"/>
                  </a:lnTo>
                  <a:lnTo>
                    <a:pt x="336435" y="19812"/>
                  </a:lnTo>
                  <a:lnTo>
                    <a:pt x="353187" y="19812"/>
                  </a:lnTo>
                  <a:lnTo>
                    <a:pt x="368414" y="21336"/>
                  </a:lnTo>
                  <a:lnTo>
                    <a:pt x="382117" y="24371"/>
                  </a:lnTo>
                  <a:lnTo>
                    <a:pt x="412559" y="30467"/>
                  </a:lnTo>
                  <a:lnTo>
                    <a:pt x="453656" y="44183"/>
                  </a:lnTo>
                  <a:lnTo>
                    <a:pt x="491718" y="63982"/>
                  </a:lnTo>
                  <a:lnTo>
                    <a:pt x="535863" y="95961"/>
                  </a:lnTo>
                  <a:lnTo>
                    <a:pt x="564794" y="124904"/>
                  </a:lnTo>
                  <a:lnTo>
                    <a:pt x="572401" y="134048"/>
                  </a:lnTo>
                  <a:lnTo>
                    <a:pt x="581532" y="144703"/>
                  </a:lnTo>
                  <a:lnTo>
                    <a:pt x="587629" y="155371"/>
                  </a:lnTo>
                  <a:lnTo>
                    <a:pt x="595236" y="167551"/>
                  </a:lnTo>
                  <a:lnTo>
                    <a:pt x="601332" y="178219"/>
                  </a:lnTo>
                  <a:lnTo>
                    <a:pt x="615022" y="214769"/>
                  </a:lnTo>
                  <a:lnTo>
                    <a:pt x="622642" y="252857"/>
                  </a:lnTo>
                  <a:lnTo>
                    <a:pt x="624166" y="266560"/>
                  </a:lnTo>
                  <a:lnTo>
                    <a:pt x="624166" y="292455"/>
                  </a:lnTo>
                  <a:lnTo>
                    <a:pt x="618070" y="332054"/>
                  </a:lnTo>
                  <a:lnTo>
                    <a:pt x="605891" y="368617"/>
                  </a:lnTo>
                  <a:lnTo>
                    <a:pt x="593712" y="391464"/>
                  </a:lnTo>
                  <a:lnTo>
                    <a:pt x="587629" y="403644"/>
                  </a:lnTo>
                  <a:lnTo>
                    <a:pt x="555663" y="444779"/>
                  </a:lnTo>
                  <a:lnTo>
                    <a:pt x="514553" y="479806"/>
                  </a:lnTo>
                  <a:lnTo>
                    <a:pt x="465836" y="508749"/>
                  </a:lnTo>
                  <a:lnTo>
                    <a:pt x="453656" y="513321"/>
                  </a:lnTo>
                  <a:lnTo>
                    <a:pt x="439966" y="519404"/>
                  </a:lnTo>
                  <a:lnTo>
                    <a:pt x="397332" y="531596"/>
                  </a:lnTo>
                  <a:lnTo>
                    <a:pt x="336435" y="539216"/>
                  </a:lnTo>
                  <a:lnTo>
                    <a:pt x="439183" y="539216"/>
                  </a:lnTo>
                  <a:lnTo>
                    <a:pt x="446049" y="536168"/>
                  </a:lnTo>
                  <a:lnTo>
                    <a:pt x="461276" y="531596"/>
                  </a:lnTo>
                  <a:lnTo>
                    <a:pt x="474980" y="525500"/>
                  </a:lnTo>
                  <a:lnTo>
                    <a:pt x="525208" y="495033"/>
                  </a:lnTo>
                  <a:lnTo>
                    <a:pt x="569353" y="456958"/>
                  </a:lnTo>
                  <a:lnTo>
                    <a:pt x="596760" y="424967"/>
                  </a:lnTo>
                  <a:lnTo>
                    <a:pt x="624166" y="376224"/>
                  </a:lnTo>
                  <a:lnTo>
                    <a:pt x="639381" y="321398"/>
                  </a:lnTo>
                  <a:lnTo>
                    <a:pt x="643953" y="278752"/>
                  </a:lnTo>
                  <a:lnTo>
                    <a:pt x="642429" y="265036"/>
                  </a:lnTo>
                  <a:lnTo>
                    <a:pt x="640905" y="249809"/>
                  </a:lnTo>
                  <a:lnTo>
                    <a:pt x="633298" y="208686"/>
                  </a:lnTo>
                  <a:lnTo>
                    <a:pt x="618070" y="170599"/>
                  </a:lnTo>
                  <a:lnTo>
                    <a:pt x="610463" y="156895"/>
                  </a:lnTo>
                  <a:lnTo>
                    <a:pt x="604367" y="144703"/>
                  </a:lnTo>
                  <a:lnTo>
                    <a:pt x="569353" y="100533"/>
                  </a:lnTo>
                  <a:lnTo>
                    <a:pt x="525208" y="62458"/>
                  </a:lnTo>
                  <a:lnTo>
                    <a:pt x="473456" y="33515"/>
                  </a:lnTo>
                  <a:lnTo>
                    <a:pt x="446049" y="21336"/>
                  </a:lnTo>
                  <a:lnTo>
                    <a:pt x="435897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2332723" y="3964134"/>
            <a:ext cx="212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2875686" y="3815562"/>
            <a:ext cx="644525" cy="559435"/>
            <a:chOff x="2875686" y="3815562"/>
            <a:chExt cx="644525" cy="559435"/>
          </a:xfrm>
        </p:grpSpPr>
        <p:sp>
          <p:nvSpPr>
            <p:cNvPr id="13" name="object 13"/>
            <p:cNvSpPr/>
            <p:nvPr/>
          </p:nvSpPr>
          <p:spPr>
            <a:xfrm>
              <a:off x="2884830" y="3824706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10" h="541020">
                  <a:moveTo>
                    <a:pt x="313588" y="0"/>
                  </a:moveTo>
                  <a:lnTo>
                    <a:pt x="262636" y="3518"/>
                  </a:lnTo>
                  <a:lnTo>
                    <a:pt x="214333" y="13708"/>
                  </a:lnTo>
                  <a:lnTo>
                    <a:pt x="169319" y="30022"/>
                  </a:lnTo>
                  <a:lnTo>
                    <a:pt x="128233" y="51910"/>
                  </a:lnTo>
                  <a:lnTo>
                    <a:pt x="91714" y="78825"/>
                  </a:lnTo>
                  <a:lnTo>
                    <a:pt x="60402" y="110219"/>
                  </a:lnTo>
                  <a:lnTo>
                    <a:pt x="34934" y="145542"/>
                  </a:lnTo>
                  <a:lnTo>
                    <a:pt x="15952" y="184247"/>
                  </a:lnTo>
                  <a:lnTo>
                    <a:pt x="4094" y="225785"/>
                  </a:lnTo>
                  <a:lnTo>
                    <a:pt x="0" y="269608"/>
                  </a:lnTo>
                  <a:lnTo>
                    <a:pt x="4094" y="313470"/>
                  </a:lnTo>
                  <a:lnTo>
                    <a:pt x="15952" y="355121"/>
                  </a:lnTo>
                  <a:lnTo>
                    <a:pt x="34934" y="393995"/>
                  </a:lnTo>
                  <a:lnTo>
                    <a:pt x="60402" y="429524"/>
                  </a:lnTo>
                  <a:lnTo>
                    <a:pt x="91714" y="461141"/>
                  </a:lnTo>
                  <a:lnTo>
                    <a:pt x="128233" y="488281"/>
                  </a:lnTo>
                  <a:lnTo>
                    <a:pt x="169319" y="510376"/>
                  </a:lnTo>
                  <a:lnTo>
                    <a:pt x="214333" y="526860"/>
                  </a:lnTo>
                  <a:lnTo>
                    <a:pt x="262636" y="537166"/>
                  </a:lnTo>
                  <a:lnTo>
                    <a:pt x="313588" y="540727"/>
                  </a:lnTo>
                  <a:lnTo>
                    <a:pt x="364131" y="537166"/>
                  </a:lnTo>
                  <a:lnTo>
                    <a:pt x="412106" y="526860"/>
                  </a:lnTo>
                  <a:lnTo>
                    <a:pt x="456866" y="510376"/>
                  </a:lnTo>
                  <a:lnTo>
                    <a:pt x="497762" y="488281"/>
                  </a:lnTo>
                  <a:lnTo>
                    <a:pt x="534146" y="461141"/>
                  </a:lnTo>
                  <a:lnTo>
                    <a:pt x="565368" y="429524"/>
                  </a:lnTo>
                  <a:lnTo>
                    <a:pt x="590781" y="393995"/>
                  </a:lnTo>
                  <a:lnTo>
                    <a:pt x="609736" y="355121"/>
                  </a:lnTo>
                  <a:lnTo>
                    <a:pt x="621584" y="313470"/>
                  </a:lnTo>
                  <a:lnTo>
                    <a:pt x="625678" y="269608"/>
                  </a:lnTo>
                  <a:lnTo>
                    <a:pt x="621584" y="225785"/>
                  </a:lnTo>
                  <a:lnTo>
                    <a:pt x="609736" y="184247"/>
                  </a:lnTo>
                  <a:lnTo>
                    <a:pt x="590781" y="145542"/>
                  </a:lnTo>
                  <a:lnTo>
                    <a:pt x="565368" y="110219"/>
                  </a:lnTo>
                  <a:lnTo>
                    <a:pt x="534146" y="78825"/>
                  </a:lnTo>
                  <a:lnTo>
                    <a:pt x="497762" y="51910"/>
                  </a:lnTo>
                  <a:lnTo>
                    <a:pt x="456866" y="30022"/>
                  </a:lnTo>
                  <a:lnTo>
                    <a:pt x="412106" y="13708"/>
                  </a:lnTo>
                  <a:lnTo>
                    <a:pt x="364131" y="3518"/>
                  </a:lnTo>
                  <a:lnTo>
                    <a:pt x="313588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2875686" y="3815562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48"/>
                  </a:lnTo>
                  <a:lnTo>
                    <a:pt x="226834" y="12192"/>
                  </a:lnTo>
                  <a:lnTo>
                    <a:pt x="168986" y="33515"/>
                  </a:lnTo>
                  <a:lnTo>
                    <a:pt x="117221" y="63982"/>
                  </a:lnTo>
                  <a:lnTo>
                    <a:pt x="74599" y="100533"/>
                  </a:lnTo>
                  <a:lnTo>
                    <a:pt x="47193" y="134048"/>
                  </a:lnTo>
                  <a:lnTo>
                    <a:pt x="19799" y="182791"/>
                  </a:lnTo>
                  <a:lnTo>
                    <a:pt x="10655" y="210210"/>
                  </a:lnTo>
                  <a:lnTo>
                    <a:pt x="6096" y="222389"/>
                  </a:lnTo>
                  <a:lnTo>
                    <a:pt x="3048" y="236093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4572" y="322922"/>
                  </a:lnTo>
                  <a:lnTo>
                    <a:pt x="6096" y="336626"/>
                  </a:lnTo>
                  <a:lnTo>
                    <a:pt x="10655" y="350342"/>
                  </a:lnTo>
                  <a:lnTo>
                    <a:pt x="15227" y="362521"/>
                  </a:lnTo>
                  <a:lnTo>
                    <a:pt x="19799" y="376224"/>
                  </a:lnTo>
                  <a:lnTo>
                    <a:pt x="31978" y="400596"/>
                  </a:lnTo>
                  <a:lnTo>
                    <a:pt x="47193" y="424967"/>
                  </a:lnTo>
                  <a:lnTo>
                    <a:pt x="56324" y="435635"/>
                  </a:lnTo>
                  <a:lnTo>
                    <a:pt x="63944" y="447814"/>
                  </a:lnTo>
                  <a:lnTo>
                    <a:pt x="95910" y="478282"/>
                  </a:lnTo>
                  <a:lnTo>
                    <a:pt x="143103" y="511797"/>
                  </a:lnTo>
                  <a:lnTo>
                    <a:pt x="182689" y="531596"/>
                  </a:lnTo>
                  <a:lnTo>
                    <a:pt x="226834" y="546823"/>
                  </a:lnTo>
                  <a:lnTo>
                    <a:pt x="274027" y="555967"/>
                  </a:lnTo>
                  <a:lnTo>
                    <a:pt x="305993" y="559015"/>
                  </a:lnTo>
                  <a:lnTo>
                    <a:pt x="337959" y="559015"/>
                  </a:lnTo>
                  <a:lnTo>
                    <a:pt x="371449" y="555967"/>
                  </a:lnTo>
                  <a:lnTo>
                    <a:pt x="417118" y="546823"/>
                  </a:lnTo>
                  <a:lnTo>
                    <a:pt x="432346" y="542251"/>
                  </a:lnTo>
                  <a:lnTo>
                    <a:pt x="439943" y="539216"/>
                  </a:lnTo>
                  <a:lnTo>
                    <a:pt x="305993" y="539216"/>
                  </a:lnTo>
                  <a:lnTo>
                    <a:pt x="260324" y="534644"/>
                  </a:lnTo>
                  <a:lnTo>
                    <a:pt x="204000" y="519404"/>
                  </a:lnTo>
                  <a:lnTo>
                    <a:pt x="152234" y="495033"/>
                  </a:lnTo>
                  <a:lnTo>
                    <a:pt x="106565" y="463054"/>
                  </a:lnTo>
                  <a:lnTo>
                    <a:pt x="79159" y="434111"/>
                  </a:lnTo>
                  <a:lnTo>
                    <a:pt x="70027" y="423443"/>
                  </a:lnTo>
                  <a:lnTo>
                    <a:pt x="54813" y="402120"/>
                  </a:lnTo>
                  <a:lnTo>
                    <a:pt x="48717" y="391464"/>
                  </a:lnTo>
                  <a:lnTo>
                    <a:pt x="42633" y="379272"/>
                  </a:lnTo>
                  <a:lnTo>
                    <a:pt x="36537" y="368617"/>
                  </a:lnTo>
                  <a:lnTo>
                    <a:pt x="31978" y="356425"/>
                  </a:lnTo>
                  <a:lnTo>
                    <a:pt x="28930" y="344246"/>
                  </a:lnTo>
                  <a:lnTo>
                    <a:pt x="25882" y="330530"/>
                  </a:lnTo>
                  <a:lnTo>
                    <a:pt x="22834" y="318350"/>
                  </a:lnTo>
                  <a:lnTo>
                    <a:pt x="21310" y="306158"/>
                  </a:lnTo>
                  <a:lnTo>
                    <a:pt x="19799" y="292455"/>
                  </a:lnTo>
                  <a:lnTo>
                    <a:pt x="19799" y="265036"/>
                  </a:lnTo>
                  <a:lnTo>
                    <a:pt x="21310" y="252857"/>
                  </a:lnTo>
                  <a:lnTo>
                    <a:pt x="22834" y="239140"/>
                  </a:lnTo>
                  <a:lnTo>
                    <a:pt x="31978" y="202590"/>
                  </a:lnTo>
                  <a:lnTo>
                    <a:pt x="38061" y="190398"/>
                  </a:lnTo>
                  <a:lnTo>
                    <a:pt x="42633" y="178219"/>
                  </a:lnTo>
                  <a:lnTo>
                    <a:pt x="70027" y="134048"/>
                  </a:lnTo>
                  <a:lnTo>
                    <a:pt x="108089" y="95961"/>
                  </a:lnTo>
                  <a:lnTo>
                    <a:pt x="152234" y="63982"/>
                  </a:lnTo>
                  <a:lnTo>
                    <a:pt x="190296" y="44183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51" y="21336"/>
                  </a:lnTo>
                  <a:lnTo>
                    <a:pt x="290766" y="19812"/>
                  </a:lnTo>
                  <a:lnTo>
                    <a:pt x="305993" y="19812"/>
                  </a:lnTo>
                  <a:lnTo>
                    <a:pt x="322732" y="18287"/>
                  </a:lnTo>
                  <a:lnTo>
                    <a:pt x="436913" y="18287"/>
                  </a:lnTo>
                  <a:lnTo>
                    <a:pt x="432346" y="16763"/>
                  </a:lnTo>
                  <a:lnTo>
                    <a:pt x="417118" y="12192"/>
                  </a:lnTo>
                  <a:lnTo>
                    <a:pt x="386676" y="6096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13" y="18287"/>
                  </a:moveTo>
                  <a:lnTo>
                    <a:pt x="322732" y="18287"/>
                  </a:lnTo>
                  <a:lnTo>
                    <a:pt x="337959" y="19812"/>
                  </a:lnTo>
                  <a:lnTo>
                    <a:pt x="353187" y="19812"/>
                  </a:lnTo>
                  <a:lnTo>
                    <a:pt x="368414" y="21336"/>
                  </a:lnTo>
                  <a:lnTo>
                    <a:pt x="412559" y="30467"/>
                  </a:lnTo>
                  <a:lnTo>
                    <a:pt x="453656" y="44183"/>
                  </a:lnTo>
                  <a:lnTo>
                    <a:pt x="491718" y="63982"/>
                  </a:lnTo>
                  <a:lnTo>
                    <a:pt x="537387" y="95961"/>
                  </a:lnTo>
                  <a:lnTo>
                    <a:pt x="564794" y="124904"/>
                  </a:lnTo>
                  <a:lnTo>
                    <a:pt x="573925" y="134048"/>
                  </a:lnTo>
                  <a:lnTo>
                    <a:pt x="589153" y="155371"/>
                  </a:lnTo>
                  <a:lnTo>
                    <a:pt x="595236" y="167551"/>
                  </a:lnTo>
                  <a:lnTo>
                    <a:pt x="601319" y="178219"/>
                  </a:lnTo>
                  <a:lnTo>
                    <a:pt x="607415" y="190398"/>
                  </a:lnTo>
                  <a:lnTo>
                    <a:pt x="611987" y="202590"/>
                  </a:lnTo>
                  <a:lnTo>
                    <a:pt x="615022" y="214769"/>
                  </a:lnTo>
                  <a:lnTo>
                    <a:pt x="619594" y="226961"/>
                  </a:lnTo>
                  <a:lnTo>
                    <a:pt x="621118" y="240664"/>
                  </a:lnTo>
                  <a:lnTo>
                    <a:pt x="624166" y="252857"/>
                  </a:lnTo>
                  <a:lnTo>
                    <a:pt x="624166" y="266560"/>
                  </a:lnTo>
                  <a:lnTo>
                    <a:pt x="625678" y="280276"/>
                  </a:lnTo>
                  <a:lnTo>
                    <a:pt x="624166" y="292455"/>
                  </a:lnTo>
                  <a:lnTo>
                    <a:pt x="622642" y="306158"/>
                  </a:lnTo>
                  <a:lnTo>
                    <a:pt x="611987" y="356425"/>
                  </a:lnTo>
                  <a:lnTo>
                    <a:pt x="595236" y="391464"/>
                  </a:lnTo>
                  <a:lnTo>
                    <a:pt x="589153" y="403644"/>
                  </a:lnTo>
                  <a:lnTo>
                    <a:pt x="573925" y="424967"/>
                  </a:lnTo>
                  <a:lnTo>
                    <a:pt x="564794" y="434111"/>
                  </a:lnTo>
                  <a:lnTo>
                    <a:pt x="555650" y="444779"/>
                  </a:lnTo>
                  <a:lnTo>
                    <a:pt x="514553" y="479806"/>
                  </a:lnTo>
                  <a:lnTo>
                    <a:pt x="465836" y="508749"/>
                  </a:lnTo>
                  <a:lnTo>
                    <a:pt x="453656" y="513321"/>
                  </a:lnTo>
                  <a:lnTo>
                    <a:pt x="439953" y="519404"/>
                  </a:lnTo>
                  <a:lnTo>
                    <a:pt x="412559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37959" y="539216"/>
                  </a:lnTo>
                  <a:lnTo>
                    <a:pt x="439943" y="539216"/>
                  </a:lnTo>
                  <a:lnTo>
                    <a:pt x="447573" y="536168"/>
                  </a:lnTo>
                  <a:lnTo>
                    <a:pt x="461276" y="531596"/>
                  </a:lnTo>
                  <a:lnTo>
                    <a:pt x="502373" y="511797"/>
                  </a:lnTo>
                  <a:lnTo>
                    <a:pt x="549567" y="476758"/>
                  </a:lnTo>
                  <a:lnTo>
                    <a:pt x="589153" y="435635"/>
                  </a:lnTo>
                  <a:lnTo>
                    <a:pt x="611987" y="400596"/>
                  </a:lnTo>
                  <a:lnTo>
                    <a:pt x="637857" y="335102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37857" y="222389"/>
                  </a:lnTo>
                  <a:lnTo>
                    <a:pt x="624166" y="182791"/>
                  </a:lnTo>
                  <a:lnTo>
                    <a:pt x="618070" y="170599"/>
                  </a:lnTo>
                  <a:lnTo>
                    <a:pt x="611987" y="156895"/>
                  </a:lnTo>
                  <a:lnTo>
                    <a:pt x="604367" y="144703"/>
                  </a:lnTo>
                  <a:lnTo>
                    <a:pt x="596760" y="134048"/>
                  </a:lnTo>
                  <a:lnTo>
                    <a:pt x="589153" y="121856"/>
                  </a:lnTo>
                  <a:lnTo>
                    <a:pt x="549567" y="80733"/>
                  </a:lnTo>
                  <a:lnTo>
                    <a:pt x="500849" y="47218"/>
                  </a:lnTo>
                  <a:lnTo>
                    <a:pt x="461276" y="27419"/>
                  </a:lnTo>
                  <a:lnTo>
                    <a:pt x="446049" y="21336"/>
                  </a:lnTo>
                  <a:lnTo>
                    <a:pt x="436913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3071812" y="3964134"/>
            <a:ext cx="251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3633813" y="3827754"/>
            <a:ext cx="644525" cy="559435"/>
            <a:chOff x="3633813" y="3827754"/>
            <a:chExt cx="644525" cy="559435"/>
          </a:xfrm>
        </p:grpSpPr>
        <p:sp>
          <p:nvSpPr>
            <p:cNvPr id="17" name="object 17"/>
            <p:cNvSpPr/>
            <p:nvPr/>
          </p:nvSpPr>
          <p:spPr>
            <a:xfrm>
              <a:off x="3642944" y="3836898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7"/>
                  </a:lnTo>
                  <a:lnTo>
                    <a:pt x="168806" y="30019"/>
                  </a:lnTo>
                  <a:lnTo>
                    <a:pt x="127912" y="51906"/>
                  </a:lnTo>
                  <a:lnTo>
                    <a:pt x="91530" y="78819"/>
                  </a:lnTo>
                  <a:lnTo>
                    <a:pt x="60308" y="110210"/>
                  </a:lnTo>
                  <a:lnTo>
                    <a:pt x="34896" y="145532"/>
                  </a:lnTo>
                  <a:lnTo>
                    <a:pt x="15941" y="184235"/>
                  </a:lnTo>
                  <a:lnTo>
                    <a:pt x="4093" y="225772"/>
                  </a:lnTo>
                  <a:lnTo>
                    <a:pt x="0" y="269595"/>
                  </a:lnTo>
                  <a:lnTo>
                    <a:pt x="4093" y="313418"/>
                  </a:lnTo>
                  <a:lnTo>
                    <a:pt x="15941" y="354956"/>
                  </a:lnTo>
                  <a:lnTo>
                    <a:pt x="34896" y="393661"/>
                  </a:lnTo>
                  <a:lnTo>
                    <a:pt x="60308" y="428984"/>
                  </a:lnTo>
                  <a:lnTo>
                    <a:pt x="91530" y="460378"/>
                  </a:lnTo>
                  <a:lnTo>
                    <a:pt x="127912" y="487293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2619" y="535685"/>
                  </a:lnTo>
                  <a:lnTo>
                    <a:pt x="410594" y="525495"/>
                  </a:lnTo>
                  <a:lnTo>
                    <a:pt x="455352" y="509181"/>
                  </a:lnTo>
                  <a:lnTo>
                    <a:pt x="496247" y="487293"/>
                  </a:lnTo>
                  <a:lnTo>
                    <a:pt x="532628" y="460378"/>
                  </a:lnTo>
                  <a:lnTo>
                    <a:pt x="563848" y="428984"/>
                  </a:lnTo>
                  <a:lnTo>
                    <a:pt x="589260" y="393661"/>
                  </a:lnTo>
                  <a:lnTo>
                    <a:pt x="608213" y="354956"/>
                  </a:lnTo>
                  <a:lnTo>
                    <a:pt x="620060" y="313418"/>
                  </a:lnTo>
                  <a:lnTo>
                    <a:pt x="624154" y="269595"/>
                  </a:lnTo>
                  <a:lnTo>
                    <a:pt x="620060" y="225772"/>
                  </a:lnTo>
                  <a:lnTo>
                    <a:pt x="608213" y="184235"/>
                  </a:lnTo>
                  <a:lnTo>
                    <a:pt x="589260" y="145532"/>
                  </a:lnTo>
                  <a:lnTo>
                    <a:pt x="563848" y="110210"/>
                  </a:lnTo>
                  <a:lnTo>
                    <a:pt x="532628" y="78819"/>
                  </a:lnTo>
                  <a:lnTo>
                    <a:pt x="496247" y="51906"/>
                  </a:lnTo>
                  <a:lnTo>
                    <a:pt x="455352" y="30019"/>
                  </a:lnTo>
                  <a:lnTo>
                    <a:pt x="410594" y="13707"/>
                  </a:lnTo>
                  <a:lnTo>
                    <a:pt x="36261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3633813" y="3827754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557479"/>
                  </a:moveTo>
                  <a:lnTo>
                    <a:pt x="304469" y="557479"/>
                  </a:lnTo>
                  <a:lnTo>
                    <a:pt x="321208" y="559003"/>
                  </a:lnTo>
                  <a:lnTo>
                    <a:pt x="337959" y="557479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55752" y="4571"/>
                  </a:lnTo>
                  <a:lnTo>
                    <a:pt x="240525" y="7619"/>
                  </a:lnTo>
                  <a:lnTo>
                    <a:pt x="210083" y="16751"/>
                  </a:lnTo>
                  <a:lnTo>
                    <a:pt x="196380" y="21323"/>
                  </a:lnTo>
                  <a:lnTo>
                    <a:pt x="182676" y="27419"/>
                  </a:lnTo>
                  <a:lnTo>
                    <a:pt x="167462" y="33502"/>
                  </a:lnTo>
                  <a:lnTo>
                    <a:pt x="117221" y="62445"/>
                  </a:lnTo>
                  <a:lnTo>
                    <a:pt x="73075" y="100533"/>
                  </a:lnTo>
                  <a:lnTo>
                    <a:pt x="45669" y="134035"/>
                  </a:lnTo>
                  <a:lnTo>
                    <a:pt x="24358" y="170599"/>
                  </a:lnTo>
                  <a:lnTo>
                    <a:pt x="18262" y="182778"/>
                  </a:lnTo>
                  <a:lnTo>
                    <a:pt x="3048" y="236092"/>
                  </a:lnTo>
                  <a:lnTo>
                    <a:pt x="0" y="265036"/>
                  </a:lnTo>
                  <a:lnTo>
                    <a:pt x="0" y="293966"/>
                  </a:lnTo>
                  <a:lnTo>
                    <a:pt x="3048" y="321386"/>
                  </a:lnTo>
                  <a:lnTo>
                    <a:pt x="9131" y="348805"/>
                  </a:lnTo>
                  <a:lnTo>
                    <a:pt x="13703" y="362521"/>
                  </a:lnTo>
                  <a:lnTo>
                    <a:pt x="19786" y="376224"/>
                  </a:lnTo>
                  <a:lnTo>
                    <a:pt x="24358" y="388404"/>
                  </a:lnTo>
                  <a:lnTo>
                    <a:pt x="31965" y="400596"/>
                  </a:lnTo>
                  <a:lnTo>
                    <a:pt x="38061" y="412775"/>
                  </a:lnTo>
                  <a:lnTo>
                    <a:pt x="45669" y="424967"/>
                  </a:lnTo>
                  <a:lnTo>
                    <a:pt x="73075" y="456958"/>
                  </a:lnTo>
                  <a:lnTo>
                    <a:pt x="117221" y="495033"/>
                  </a:lnTo>
                  <a:lnTo>
                    <a:pt x="168973" y="525500"/>
                  </a:lnTo>
                  <a:lnTo>
                    <a:pt x="242049" y="549871"/>
                  </a:lnTo>
                  <a:lnTo>
                    <a:pt x="272503" y="554431"/>
                  </a:lnTo>
                  <a:lnTo>
                    <a:pt x="289242" y="557479"/>
                  </a:lnTo>
                  <a:lnTo>
                    <a:pt x="354698" y="557479"/>
                  </a:lnTo>
                  <a:lnTo>
                    <a:pt x="369925" y="554431"/>
                  </a:lnTo>
                  <a:lnTo>
                    <a:pt x="386676" y="552907"/>
                  </a:lnTo>
                  <a:lnTo>
                    <a:pt x="401891" y="549871"/>
                  </a:lnTo>
                  <a:lnTo>
                    <a:pt x="432346" y="540727"/>
                  </a:lnTo>
                  <a:lnTo>
                    <a:pt x="436913" y="539203"/>
                  </a:lnTo>
                  <a:lnTo>
                    <a:pt x="305993" y="539203"/>
                  </a:lnTo>
                  <a:lnTo>
                    <a:pt x="274015" y="536155"/>
                  </a:lnTo>
                  <a:lnTo>
                    <a:pt x="260324" y="533107"/>
                  </a:lnTo>
                  <a:lnTo>
                    <a:pt x="245097" y="531583"/>
                  </a:lnTo>
                  <a:lnTo>
                    <a:pt x="229869" y="527024"/>
                  </a:lnTo>
                  <a:lnTo>
                    <a:pt x="216166" y="523976"/>
                  </a:lnTo>
                  <a:lnTo>
                    <a:pt x="202476" y="517880"/>
                  </a:lnTo>
                  <a:lnTo>
                    <a:pt x="188772" y="513308"/>
                  </a:lnTo>
                  <a:lnTo>
                    <a:pt x="150710" y="493509"/>
                  </a:lnTo>
                  <a:lnTo>
                    <a:pt x="106565" y="461517"/>
                  </a:lnTo>
                  <a:lnTo>
                    <a:pt x="77635" y="434111"/>
                  </a:lnTo>
                  <a:lnTo>
                    <a:pt x="70027" y="423443"/>
                  </a:lnTo>
                  <a:lnTo>
                    <a:pt x="60896" y="412775"/>
                  </a:lnTo>
                  <a:lnTo>
                    <a:pt x="54800" y="402120"/>
                  </a:lnTo>
                  <a:lnTo>
                    <a:pt x="47193" y="391452"/>
                  </a:lnTo>
                  <a:lnTo>
                    <a:pt x="41097" y="379272"/>
                  </a:lnTo>
                  <a:lnTo>
                    <a:pt x="27406" y="342709"/>
                  </a:lnTo>
                  <a:lnTo>
                    <a:pt x="21310" y="318338"/>
                  </a:lnTo>
                  <a:lnTo>
                    <a:pt x="19786" y="304634"/>
                  </a:lnTo>
                  <a:lnTo>
                    <a:pt x="18262" y="292455"/>
                  </a:lnTo>
                  <a:lnTo>
                    <a:pt x="18262" y="265036"/>
                  </a:lnTo>
                  <a:lnTo>
                    <a:pt x="19786" y="252844"/>
                  </a:lnTo>
                  <a:lnTo>
                    <a:pt x="21310" y="239140"/>
                  </a:lnTo>
                  <a:lnTo>
                    <a:pt x="24358" y="226948"/>
                  </a:lnTo>
                  <a:lnTo>
                    <a:pt x="27406" y="213245"/>
                  </a:lnTo>
                  <a:lnTo>
                    <a:pt x="36537" y="188874"/>
                  </a:lnTo>
                  <a:lnTo>
                    <a:pt x="42621" y="178206"/>
                  </a:lnTo>
                  <a:lnTo>
                    <a:pt x="48717" y="166027"/>
                  </a:lnTo>
                  <a:lnTo>
                    <a:pt x="54800" y="155359"/>
                  </a:lnTo>
                  <a:lnTo>
                    <a:pt x="77635" y="123380"/>
                  </a:lnTo>
                  <a:lnTo>
                    <a:pt x="106565" y="94437"/>
                  </a:lnTo>
                  <a:lnTo>
                    <a:pt x="152234" y="62445"/>
                  </a:lnTo>
                  <a:lnTo>
                    <a:pt x="190296" y="44170"/>
                  </a:lnTo>
                  <a:lnTo>
                    <a:pt x="231393" y="30467"/>
                  </a:lnTo>
                  <a:lnTo>
                    <a:pt x="275539" y="21323"/>
                  </a:lnTo>
                  <a:lnTo>
                    <a:pt x="305993" y="18275"/>
                  </a:lnTo>
                  <a:lnTo>
                    <a:pt x="435897" y="18275"/>
                  </a:lnTo>
                  <a:lnTo>
                    <a:pt x="430822" y="16751"/>
                  </a:lnTo>
                  <a:lnTo>
                    <a:pt x="417118" y="12179"/>
                  </a:lnTo>
                  <a:lnTo>
                    <a:pt x="401891" y="7619"/>
                  </a:lnTo>
                  <a:lnTo>
                    <a:pt x="385152" y="4571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5897" y="18275"/>
                  </a:moveTo>
                  <a:lnTo>
                    <a:pt x="336435" y="18275"/>
                  </a:lnTo>
                  <a:lnTo>
                    <a:pt x="368401" y="21323"/>
                  </a:lnTo>
                  <a:lnTo>
                    <a:pt x="382104" y="24371"/>
                  </a:lnTo>
                  <a:lnTo>
                    <a:pt x="453656" y="44170"/>
                  </a:lnTo>
                  <a:lnTo>
                    <a:pt x="491718" y="63969"/>
                  </a:lnTo>
                  <a:lnTo>
                    <a:pt x="535863" y="95961"/>
                  </a:lnTo>
                  <a:lnTo>
                    <a:pt x="564781" y="123380"/>
                  </a:lnTo>
                  <a:lnTo>
                    <a:pt x="572401" y="134035"/>
                  </a:lnTo>
                  <a:lnTo>
                    <a:pt x="581532" y="144703"/>
                  </a:lnTo>
                  <a:lnTo>
                    <a:pt x="587616" y="155359"/>
                  </a:lnTo>
                  <a:lnTo>
                    <a:pt x="595236" y="166027"/>
                  </a:lnTo>
                  <a:lnTo>
                    <a:pt x="601319" y="178206"/>
                  </a:lnTo>
                  <a:lnTo>
                    <a:pt x="615022" y="214769"/>
                  </a:lnTo>
                  <a:lnTo>
                    <a:pt x="621106" y="239140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22630" y="306158"/>
                  </a:lnTo>
                  <a:lnTo>
                    <a:pt x="621106" y="318338"/>
                  </a:lnTo>
                  <a:lnTo>
                    <a:pt x="618070" y="330530"/>
                  </a:lnTo>
                  <a:lnTo>
                    <a:pt x="615022" y="344233"/>
                  </a:lnTo>
                  <a:lnTo>
                    <a:pt x="605891" y="368604"/>
                  </a:lnTo>
                  <a:lnTo>
                    <a:pt x="599795" y="379272"/>
                  </a:lnTo>
                  <a:lnTo>
                    <a:pt x="593712" y="391452"/>
                  </a:lnTo>
                  <a:lnTo>
                    <a:pt x="564781" y="434111"/>
                  </a:lnTo>
                  <a:lnTo>
                    <a:pt x="535863" y="463041"/>
                  </a:lnTo>
                  <a:lnTo>
                    <a:pt x="490194" y="495033"/>
                  </a:lnTo>
                  <a:lnTo>
                    <a:pt x="453656" y="513308"/>
                  </a:lnTo>
                  <a:lnTo>
                    <a:pt x="439953" y="517880"/>
                  </a:lnTo>
                  <a:lnTo>
                    <a:pt x="426250" y="523976"/>
                  </a:lnTo>
                  <a:lnTo>
                    <a:pt x="411035" y="527024"/>
                  </a:lnTo>
                  <a:lnTo>
                    <a:pt x="397332" y="531583"/>
                  </a:lnTo>
                  <a:lnTo>
                    <a:pt x="382104" y="533107"/>
                  </a:lnTo>
                  <a:lnTo>
                    <a:pt x="366877" y="536155"/>
                  </a:lnTo>
                  <a:lnTo>
                    <a:pt x="336435" y="539203"/>
                  </a:lnTo>
                  <a:lnTo>
                    <a:pt x="436913" y="539203"/>
                  </a:lnTo>
                  <a:lnTo>
                    <a:pt x="474967" y="523976"/>
                  </a:lnTo>
                  <a:lnTo>
                    <a:pt x="525208" y="495033"/>
                  </a:lnTo>
                  <a:lnTo>
                    <a:pt x="569353" y="456958"/>
                  </a:lnTo>
                  <a:lnTo>
                    <a:pt x="596760" y="423443"/>
                  </a:lnTo>
                  <a:lnTo>
                    <a:pt x="618070" y="388404"/>
                  </a:lnTo>
                  <a:lnTo>
                    <a:pt x="633285" y="348805"/>
                  </a:lnTo>
                  <a:lnTo>
                    <a:pt x="640905" y="307682"/>
                  </a:lnTo>
                  <a:lnTo>
                    <a:pt x="642429" y="292455"/>
                  </a:lnTo>
                  <a:lnTo>
                    <a:pt x="643953" y="278739"/>
                  </a:lnTo>
                  <a:lnTo>
                    <a:pt x="639381" y="236092"/>
                  </a:lnTo>
                  <a:lnTo>
                    <a:pt x="628726" y="194970"/>
                  </a:lnTo>
                  <a:lnTo>
                    <a:pt x="610450" y="156883"/>
                  </a:lnTo>
                  <a:lnTo>
                    <a:pt x="604367" y="144703"/>
                  </a:lnTo>
                  <a:lnTo>
                    <a:pt x="569353" y="100533"/>
                  </a:lnTo>
                  <a:lnTo>
                    <a:pt x="525208" y="62445"/>
                  </a:lnTo>
                  <a:lnTo>
                    <a:pt x="473443" y="33502"/>
                  </a:lnTo>
                  <a:lnTo>
                    <a:pt x="446049" y="21323"/>
                  </a:lnTo>
                  <a:lnTo>
                    <a:pt x="435897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3816984" y="3992645"/>
            <a:ext cx="275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r>
              <a:rPr dirty="0" sz="1200" spc="-3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390415" y="3827754"/>
            <a:ext cx="644525" cy="559435"/>
            <a:chOff x="4390415" y="3827754"/>
            <a:chExt cx="644525" cy="559435"/>
          </a:xfrm>
        </p:grpSpPr>
        <p:sp>
          <p:nvSpPr>
            <p:cNvPr id="21" name="object 21"/>
            <p:cNvSpPr/>
            <p:nvPr/>
          </p:nvSpPr>
          <p:spPr>
            <a:xfrm>
              <a:off x="4399546" y="3836898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10" h="539750">
                  <a:moveTo>
                    <a:pt x="313601" y="0"/>
                  </a:moveTo>
                  <a:lnTo>
                    <a:pt x="262648" y="3518"/>
                  </a:lnTo>
                  <a:lnTo>
                    <a:pt x="214345" y="13707"/>
                  </a:lnTo>
                  <a:lnTo>
                    <a:pt x="169329" y="30019"/>
                  </a:lnTo>
                  <a:lnTo>
                    <a:pt x="128241" y="51906"/>
                  </a:lnTo>
                  <a:lnTo>
                    <a:pt x="91720" y="78819"/>
                  </a:lnTo>
                  <a:lnTo>
                    <a:pt x="60406" y="110210"/>
                  </a:lnTo>
                  <a:lnTo>
                    <a:pt x="34937" y="145532"/>
                  </a:lnTo>
                  <a:lnTo>
                    <a:pt x="15954" y="184235"/>
                  </a:lnTo>
                  <a:lnTo>
                    <a:pt x="4095" y="225772"/>
                  </a:lnTo>
                  <a:lnTo>
                    <a:pt x="0" y="269595"/>
                  </a:lnTo>
                  <a:lnTo>
                    <a:pt x="4095" y="313418"/>
                  </a:lnTo>
                  <a:lnTo>
                    <a:pt x="15954" y="354956"/>
                  </a:lnTo>
                  <a:lnTo>
                    <a:pt x="34937" y="393661"/>
                  </a:lnTo>
                  <a:lnTo>
                    <a:pt x="60406" y="428984"/>
                  </a:lnTo>
                  <a:lnTo>
                    <a:pt x="91720" y="460378"/>
                  </a:lnTo>
                  <a:lnTo>
                    <a:pt x="128241" y="487293"/>
                  </a:lnTo>
                  <a:lnTo>
                    <a:pt x="169329" y="509181"/>
                  </a:lnTo>
                  <a:lnTo>
                    <a:pt x="214345" y="525495"/>
                  </a:lnTo>
                  <a:lnTo>
                    <a:pt x="262648" y="535685"/>
                  </a:lnTo>
                  <a:lnTo>
                    <a:pt x="313601" y="539203"/>
                  </a:lnTo>
                  <a:lnTo>
                    <a:pt x="364140" y="535685"/>
                  </a:lnTo>
                  <a:lnTo>
                    <a:pt x="412113" y="525495"/>
                  </a:lnTo>
                  <a:lnTo>
                    <a:pt x="456871" y="509181"/>
                  </a:lnTo>
                  <a:lnTo>
                    <a:pt x="497765" y="487293"/>
                  </a:lnTo>
                  <a:lnTo>
                    <a:pt x="534147" y="460378"/>
                  </a:lnTo>
                  <a:lnTo>
                    <a:pt x="565369" y="428984"/>
                  </a:lnTo>
                  <a:lnTo>
                    <a:pt x="590781" y="393661"/>
                  </a:lnTo>
                  <a:lnTo>
                    <a:pt x="609736" y="354956"/>
                  </a:lnTo>
                  <a:lnTo>
                    <a:pt x="621584" y="313418"/>
                  </a:lnTo>
                  <a:lnTo>
                    <a:pt x="625678" y="269595"/>
                  </a:lnTo>
                  <a:lnTo>
                    <a:pt x="621584" y="225772"/>
                  </a:lnTo>
                  <a:lnTo>
                    <a:pt x="609736" y="184235"/>
                  </a:lnTo>
                  <a:lnTo>
                    <a:pt x="590781" y="145532"/>
                  </a:lnTo>
                  <a:lnTo>
                    <a:pt x="565369" y="110210"/>
                  </a:lnTo>
                  <a:lnTo>
                    <a:pt x="534147" y="78819"/>
                  </a:lnTo>
                  <a:lnTo>
                    <a:pt x="497765" y="51906"/>
                  </a:lnTo>
                  <a:lnTo>
                    <a:pt x="456871" y="30019"/>
                  </a:lnTo>
                  <a:lnTo>
                    <a:pt x="412113" y="13707"/>
                  </a:lnTo>
                  <a:lnTo>
                    <a:pt x="364140" y="3518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390415" y="3827754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557479"/>
                  </a:moveTo>
                  <a:lnTo>
                    <a:pt x="305981" y="557479"/>
                  </a:lnTo>
                  <a:lnTo>
                    <a:pt x="322732" y="559003"/>
                  </a:lnTo>
                  <a:lnTo>
                    <a:pt x="337959" y="557479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5981" y="0"/>
                  </a:lnTo>
                  <a:lnTo>
                    <a:pt x="257276" y="4571"/>
                  </a:lnTo>
                  <a:lnTo>
                    <a:pt x="196380" y="21323"/>
                  </a:lnTo>
                  <a:lnTo>
                    <a:pt x="141579" y="47218"/>
                  </a:lnTo>
                  <a:lnTo>
                    <a:pt x="94386" y="80721"/>
                  </a:lnTo>
                  <a:lnTo>
                    <a:pt x="63931" y="111188"/>
                  </a:lnTo>
                  <a:lnTo>
                    <a:pt x="47193" y="134035"/>
                  </a:lnTo>
                  <a:lnTo>
                    <a:pt x="39573" y="144703"/>
                  </a:lnTo>
                  <a:lnTo>
                    <a:pt x="31965" y="156883"/>
                  </a:lnTo>
                  <a:lnTo>
                    <a:pt x="25882" y="170599"/>
                  </a:lnTo>
                  <a:lnTo>
                    <a:pt x="19786" y="182778"/>
                  </a:lnTo>
                  <a:lnTo>
                    <a:pt x="6083" y="222376"/>
                  </a:lnTo>
                  <a:lnTo>
                    <a:pt x="0" y="265036"/>
                  </a:lnTo>
                  <a:lnTo>
                    <a:pt x="0" y="293966"/>
                  </a:lnTo>
                  <a:lnTo>
                    <a:pt x="1524" y="307682"/>
                  </a:lnTo>
                  <a:lnTo>
                    <a:pt x="4559" y="321386"/>
                  </a:lnTo>
                  <a:lnTo>
                    <a:pt x="6083" y="335102"/>
                  </a:lnTo>
                  <a:lnTo>
                    <a:pt x="19786" y="376224"/>
                  </a:lnTo>
                  <a:lnTo>
                    <a:pt x="31965" y="400596"/>
                  </a:lnTo>
                  <a:lnTo>
                    <a:pt x="47193" y="424967"/>
                  </a:lnTo>
                  <a:lnTo>
                    <a:pt x="56324" y="435622"/>
                  </a:lnTo>
                  <a:lnTo>
                    <a:pt x="63931" y="446290"/>
                  </a:lnTo>
                  <a:lnTo>
                    <a:pt x="95910" y="476757"/>
                  </a:lnTo>
                  <a:lnTo>
                    <a:pt x="143090" y="511784"/>
                  </a:lnTo>
                  <a:lnTo>
                    <a:pt x="182676" y="531583"/>
                  </a:lnTo>
                  <a:lnTo>
                    <a:pt x="197904" y="536155"/>
                  </a:lnTo>
                  <a:lnTo>
                    <a:pt x="211607" y="540727"/>
                  </a:lnTo>
                  <a:lnTo>
                    <a:pt x="242049" y="549871"/>
                  </a:lnTo>
                  <a:lnTo>
                    <a:pt x="257276" y="552907"/>
                  </a:lnTo>
                  <a:lnTo>
                    <a:pt x="274015" y="554431"/>
                  </a:lnTo>
                  <a:lnTo>
                    <a:pt x="289242" y="557479"/>
                  </a:lnTo>
                  <a:lnTo>
                    <a:pt x="354698" y="557479"/>
                  </a:lnTo>
                  <a:lnTo>
                    <a:pt x="371449" y="554431"/>
                  </a:lnTo>
                  <a:lnTo>
                    <a:pt x="386664" y="552907"/>
                  </a:lnTo>
                  <a:lnTo>
                    <a:pt x="401891" y="549871"/>
                  </a:lnTo>
                  <a:lnTo>
                    <a:pt x="437411" y="539203"/>
                  </a:lnTo>
                  <a:lnTo>
                    <a:pt x="305981" y="539203"/>
                  </a:lnTo>
                  <a:lnTo>
                    <a:pt x="275539" y="536155"/>
                  </a:lnTo>
                  <a:lnTo>
                    <a:pt x="260311" y="533107"/>
                  </a:lnTo>
                  <a:lnTo>
                    <a:pt x="245097" y="531583"/>
                  </a:lnTo>
                  <a:lnTo>
                    <a:pt x="231394" y="527024"/>
                  </a:lnTo>
                  <a:lnTo>
                    <a:pt x="217690" y="523976"/>
                  </a:lnTo>
                  <a:lnTo>
                    <a:pt x="203987" y="517880"/>
                  </a:lnTo>
                  <a:lnTo>
                    <a:pt x="190284" y="513308"/>
                  </a:lnTo>
                  <a:lnTo>
                    <a:pt x="127876" y="479805"/>
                  </a:lnTo>
                  <a:lnTo>
                    <a:pt x="86766" y="443242"/>
                  </a:lnTo>
                  <a:lnTo>
                    <a:pt x="79159" y="434111"/>
                  </a:lnTo>
                  <a:lnTo>
                    <a:pt x="70027" y="423443"/>
                  </a:lnTo>
                  <a:lnTo>
                    <a:pt x="48717" y="391452"/>
                  </a:lnTo>
                  <a:lnTo>
                    <a:pt x="31965" y="354901"/>
                  </a:lnTo>
                  <a:lnTo>
                    <a:pt x="21310" y="304634"/>
                  </a:lnTo>
                  <a:lnTo>
                    <a:pt x="19786" y="292455"/>
                  </a:lnTo>
                  <a:lnTo>
                    <a:pt x="19786" y="265036"/>
                  </a:lnTo>
                  <a:lnTo>
                    <a:pt x="21310" y="252844"/>
                  </a:lnTo>
                  <a:lnTo>
                    <a:pt x="22834" y="239140"/>
                  </a:lnTo>
                  <a:lnTo>
                    <a:pt x="25882" y="226948"/>
                  </a:lnTo>
                  <a:lnTo>
                    <a:pt x="28917" y="213245"/>
                  </a:lnTo>
                  <a:lnTo>
                    <a:pt x="31965" y="201053"/>
                  </a:lnTo>
                  <a:lnTo>
                    <a:pt x="38061" y="188874"/>
                  </a:lnTo>
                  <a:lnTo>
                    <a:pt x="42621" y="178206"/>
                  </a:lnTo>
                  <a:lnTo>
                    <a:pt x="48717" y="166027"/>
                  </a:lnTo>
                  <a:lnTo>
                    <a:pt x="70027" y="134035"/>
                  </a:lnTo>
                  <a:lnTo>
                    <a:pt x="108076" y="94437"/>
                  </a:lnTo>
                  <a:lnTo>
                    <a:pt x="152234" y="62445"/>
                  </a:lnTo>
                  <a:lnTo>
                    <a:pt x="178104" y="50266"/>
                  </a:lnTo>
                  <a:lnTo>
                    <a:pt x="190284" y="44170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11" y="24371"/>
                  </a:lnTo>
                  <a:lnTo>
                    <a:pt x="275539" y="21323"/>
                  </a:lnTo>
                  <a:lnTo>
                    <a:pt x="305981" y="18275"/>
                  </a:lnTo>
                  <a:lnTo>
                    <a:pt x="436909" y="18275"/>
                  </a:lnTo>
                  <a:lnTo>
                    <a:pt x="432346" y="16751"/>
                  </a:lnTo>
                  <a:lnTo>
                    <a:pt x="401891" y="7619"/>
                  </a:lnTo>
                  <a:lnTo>
                    <a:pt x="386664" y="4571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09" y="18275"/>
                  </a:moveTo>
                  <a:lnTo>
                    <a:pt x="337959" y="18275"/>
                  </a:lnTo>
                  <a:lnTo>
                    <a:pt x="368401" y="21323"/>
                  </a:lnTo>
                  <a:lnTo>
                    <a:pt x="398843" y="27419"/>
                  </a:lnTo>
                  <a:lnTo>
                    <a:pt x="453656" y="44170"/>
                  </a:lnTo>
                  <a:lnTo>
                    <a:pt x="491705" y="63969"/>
                  </a:lnTo>
                  <a:lnTo>
                    <a:pt x="537387" y="95961"/>
                  </a:lnTo>
                  <a:lnTo>
                    <a:pt x="564781" y="123380"/>
                  </a:lnTo>
                  <a:lnTo>
                    <a:pt x="573913" y="134035"/>
                  </a:lnTo>
                  <a:lnTo>
                    <a:pt x="595236" y="166027"/>
                  </a:lnTo>
                  <a:lnTo>
                    <a:pt x="611974" y="202577"/>
                  </a:lnTo>
                  <a:lnTo>
                    <a:pt x="615022" y="214769"/>
                  </a:lnTo>
                  <a:lnTo>
                    <a:pt x="619582" y="226948"/>
                  </a:lnTo>
                  <a:lnTo>
                    <a:pt x="621106" y="239140"/>
                  </a:lnTo>
                  <a:lnTo>
                    <a:pt x="624154" y="252844"/>
                  </a:lnTo>
                  <a:lnTo>
                    <a:pt x="624154" y="266560"/>
                  </a:lnTo>
                  <a:lnTo>
                    <a:pt x="625678" y="278739"/>
                  </a:lnTo>
                  <a:lnTo>
                    <a:pt x="622630" y="306158"/>
                  </a:lnTo>
                  <a:lnTo>
                    <a:pt x="621106" y="318338"/>
                  </a:lnTo>
                  <a:lnTo>
                    <a:pt x="618070" y="330530"/>
                  </a:lnTo>
                  <a:lnTo>
                    <a:pt x="615022" y="344233"/>
                  </a:lnTo>
                  <a:lnTo>
                    <a:pt x="611974" y="356425"/>
                  </a:lnTo>
                  <a:lnTo>
                    <a:pt x="605891" y="368604"/>
                  </a:lnTo>
                  <a:lnTo>
                    <a:pt x="601319" y="379272"/>
                  </a:lnTo>
                  <a:lnTo>
                    <a:pt x="573913" y="423443"/>
                  </a:lnTo>
                  <a:lnTo>
                    <a:pt x="535863" y="463041"/>
                  </a:lnTo>
                  <a:lnTo>
                    <a:pt x="491705" y="495033"/>
                  </a:lnTo>
                  <a:lnTo>
                    <a:pt x="465836" y="507212"/>
                  </a:lnTo>
                  <a:lnTo>
                    <a:pt x="453656" y="513308"/>
                  </a:lnTo>
                  <a:lnTo>
                    <a:pt x="439953" y="517880"/>
                  </a:lnTo>
                  <a:lnTo>
                    <a:pt x="426250" y="523976"/>
                  </a:lnTo>
                  <a:lnTo>
                    <a:pt x="412546" y="527024"/>
                  </a:lnTo>
                  <a:lnTo>
                    <a:pt x="397332" y="531583"/>
                  </a:lnTo>
                  <a:lnTo>
                    <a:pt x="383628" y="533107"/>
                  </a:lnTo>
                  <a:lnTo>
                    <a:pt x="368401" y="536155"/>
                  </a:lnTo>
                  <a:lnTo>
                    <a:pt x="337959" y="539203"/>
                  </a:lnTo>
                  <a:lnTo>
                    <a:pt x="437411" y="539203"/>
                  </a:lnTo>
                  <a:lnTo>
                    <a:pt x="474967" y="523976"/>
                  </a:lnTo>
                  <a:lnTo>
                    <a:pt x="526719" y="495033"/>
                  </a:lnTo>
                  <a:lnTo>
                    <a:pt x="570877" y="456958"/>
                  </a:lnTo>
                  <a:lnTo>
                    <a:pt x="596747" y="423443"/>
                  </a:lnTo>
                  <a:lnTo>
                    <a:pt x="604367" y="412775"/>
                  </a:lnTo>
                  <a:lnTo>
                    <a:pt x="624154" y="374700"/>
                  </a:lnTo>
                  <a:lnTo>
                    <a:pt x="637857" y="335102"/>
                  </a:lnTo>
                  <a:lnTo>
                    <a:pt x="643940" y="292455"/>
                  </a:lnTo>
                  <a:lnTo>
                    <a:pt x="643940" y="263512"/>
                  </a:lnTo>
                  <a:lnTo>
                    <a:pt x="637857" y="222376"/>
                  </a:lnTo>
                  <a:lnTo>
                    <a:pt x="624154" y="182778"/>
                  </a:lnTo>
                  <a:lnTo>
                    <a:pt x="596747" y="132511"/>
                  </a:lnTo>
                  <a:lnTo>
                    <a:pt x="549554" y="80721"/>
                  </a:lnTo>
                  <a:lnTo>
                    <a:pt x="500849" y="47218"/>
                  </a:lnTo>
                  <a:lnTo>
                    <a:pt x="461263" y="27419"/>
                  </a:lnTo>
                  <a:lnTo>
                    <a:pt x="446036" y="21323"/>
                  </a:lnTo>
                  <a:lnTo>
                    <a:pt x="436909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4574311" y="4005588"/>
            <a:ext cx="2755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r>
              <a:rPr dirty="0" sz="105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endParaRPr sz="1050">
              <a:latin typeface="Tw Cen MT"/>
              <a:cs typeface="Tw Cen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224653" y="3792715"/>
            <a:ext cx="740410" cy="734695"/>
            <a:chOff x="5224653" y="3792715"/>
            <a:chExt cx="740410" cy="734695"/>
          </a:xfrm>
        </p:grpSpPr>
        <p:sp>
          <p:nvSpPr>
            <p:cNvPr id="25" name="object 25"/>
            <p:cNvSpPr/>
            <p:nvPr/>
          </p:nvSpPr>
          <p:spPr>
            <a:xfrm>
              <a:off x="5233784" y="3823182"/>
              <a:ext cx="718820" cy="675005"/>
            </a:xfrm>
            <a:custGeom>
              <a:avLst/>
              <a:gdLst/>
              <a:ahLst/>
              <a:cxnLst/>
              <a:rect l="l" t="t" r="r" b="b"/>
              <a:pathLst>
                <a:path w="718820" h="675004">
                  <a:moveTo>
                    <a:pt x="478015" y="0"/>
                  </a:moveTo>
                  <a:lnTo>
                    <a:pt x="478015" y="239140"/>
                  </a:lnTo>
                  <a:lnTo>
                    <a:pt x="0" y="239140"/>
                  </a:lnTo>
                  <a:lnTo>
                    <a:pt x="0" y="435635"/>
                  </a:lnTo>
                  <a:lnTo>
                    <a:pt x="478015" y="435635"/>
                  </a:lnTo>
                  <a:lnTo>
                    <a:pt x="478015" y="674776"/>
                  </a:lnTo>
                  <a:lnTo>
                    <a:pt x="718540" y="336626"/>
                  </a:lnTo>
                  <a:lnTo>
                    <a:pt x="478015" y="0"/>
                  </a:lnTo>
                  <a:close/>
                </a:path>
              </a:pathLst>
            </a:custGeom>
            <a:solidFill>
              <a:srgbClr val="94B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5224653" y="3792715"/>
              <a:ext cx="740410" cy="734695"/>
            </a:xfrm>
            <a:custGeom>
              <a:avLst/>
              <a:gdLst/>
              <a:ahLst/>
              <a:cxnLst/>
              <a:rect l="l" t="t" r="r" b="b"/>
              <a:pathLst>
                <a:path w="740410" h="734695">
                  <a:moveTo>
                    <a:pt x="478015" y="466102"/>
                  </a:moveTo>
                  <a:lnTo>
                    <a:pt x="478015" y="734174"/>
                  </a:lnTo>
                  <a:lnTo>
                    <a:pt x="498651" y="705243"/>
                  </a:lnTo>
                  <a:lnTo>
                    <a:pt x="497801" y="705243"/>
                  </a:lnTo>
                  <a:lnTo>
                    <a:pt x="479539" y="699147"/>
                  </a:lnTo>
                  <a:lnTo>
                    <a:pt x="497801" y="673588"/>
                  </a:lnTo>
                  <a:lnTo>
                    <a:pt x="497801" y="475234"/>
                  </a:lnTo>
                  <a:lnTo>
                    <a:pt x="487146" y="475234"/>
                  </a:lnTo>
                  <a:lnTo>
                    <a:pt x="478015" y="466102"/>
                  </a:lnTo>
                  <a:close/>
                </a:path>
                <a:path w="740410" h="734695">
                  <a:moveTo>
                    <a:pt x="497801" y="673588"/>
                  </a:moveTo>
                  <a:lnTo>
                    <a:pt x="479539" y="699147"/>
                  </a:lnTo>
                  <a:lnTo>
                    <a:pt x="497801" y="705243"/>
                  </a:lnTo>
                  <a:lnTo>
                    <a:pt x="497801" y="673588"/>
                  </a:lnTo>
                  <a:close/>
                </a:path>
                <a:path w="740410" h="734695">
                  <a:moveTo>
                    <a:pt x="716253" y="367855"/>
                  </a:moveTo>
                  <a:lnTo>
                    <a:pt x="497801" y="673588"/>
                  </a:lnTo>
                  <a:lnTo>
                    <a:pt x="497801" y="705243"/>
                  </a:lnTo>
                  <a:lnTo>
                    <a:pt x="498651" y="705243"/>
                  </a:lnTo>
                  <a:lnTo>
                    <a:pt x="735502" y="373189"/>
                  </a:lnTo>
                  <a:lnTo>
                    <a:pt x="720064" y="373189"/>
                  </a:lnTo>
                  <a:lnTo>
                    <a:pt x="716253" y="367855"/>
                  </a:lnTo>
                  <a:close/>
                </a:path>
                <a:path w="740410" h="734695">
                  <a:moveTo>
                    <a:pt x="478015" y="260464"/>
                  </a:moveTo>
                  <a:lnTo>
                    <a:pt x="0" y="260464"/>
                  </a:lnTo>
                  <a:lnTo>
                    <a:pt x="0" y="475234"/>
                  </a:lnTo>
                  <a:lnTo>
                    <a:pt x="478015" y="475234"/>
                  </a:lnTo>
                  <a:lnTo>
                    <a:pt x="478015" y="466102"/>
                  </a:lnTo>
                  <a:lnTo>
                    <a:pt x="18262" y="466102"/>
                  </a:lnTo>
                  <a:lnTo>
                    <a:pt x="9131" y="456958"/>
                  </a:lnTo>
                  <a:lnTo>
                    <a:pt x="18262" y="456958"/>
                  </a:lnTo>
                  <a:lnTo>
                    <a:pt x="18262" y="278752"/>
                  </a:lnTo>
                  <a:lnTo>
                    <a:pt x="9131" y="278752"/>
                  </a:lnTo>
                  <a:lnTo>
                    <a:pt x="18262" y="269608"/>
                  </a:lnTo>
                  <a:lnTo>
                    <a:pt x="478015" y="269608"/>
                  </a:lnTo>
                  <a:lnTo>
                    <a:pt x="478015" y="260464"/>
                  </a:lnTo>
                  <a:close/>
                </a:path>
                <a:path w="740410" h="734695">
                  <a:moveTo>
                    <a:pt x="497801" y="456958"/>
                  </a:moveTo>
                  <a:lnTo>
                    <a:pt x="18262" y="456958"/>
                  </a:lnTo>
                  <a:lnTo>
                    <a:pt x="18262" y="466102"/>
                  </a:lnTo>
                  <a:lnTo>
                    <a:pt x="478015" y="466102"/>
                  </a:lnTo>
                  <a:lnTo>
                    <a:pt x="487146" y="475234"/>
                  </a:lnTo>
                  <a:lnTo>
                    <a:pt x="497801" y="475234"/>
                  </a:lnTo>
                  <a:lnTo>
                    <a:pt x="497801" y="456958"/>
                  </a:lnTo>
                  <a:close/>
                </a:path>
                <a:path w="740410" h="734695">
                  <a:moveTo>
                    <a:pt x="18262" y="456958"/>
                  </a:moveTo>
                  <a:lnTo>
                    <a:pt x="9131" y="456958"/>
                  </a:lnTo>
                  <a:lnTo>
                    <a:pt x="18262" y="466102"/>
                  </a:lnTo>
                  <a:lnTo>
                    <a:pt x="18262" y="456958"/>
                  </a:lnTo>
                  <a:close/>
                </a:path>
                <a:path w="740410" h="734695">
                  <a:moveTo>
                    <a:pt x="720064" y="362521"/>
                  </a:moveTo>
                  <a:lnTo>
                    <a:pt x="716253" y="367855"/>
                  </a:lnTo>
                  <a:lnTo>
                    <a:pt x="720064" y="373189"/>
                  </a:lnTo>
                  <a:lnTo>
                    <a:pt x="720064" y="362521"/>
                  </a:lnTo>
                  <a:close/>
                </a:path>
                <a:path w="740410" h="734695">
                  <a:moveTo>
                    <a:pt x="736590" y="362521"/>
                  </a:moveTo>
                  <a:lnTo>
                    <a:pt x="720064" y="362521"/>
                  </a:lnTo>
                  <a:lnTo>
                    <a:pt x="720064" y="373189"/>
                  </a:lnTo>
                  <a:lnTo>
                    <a:pt x="735502" y="373189"/>
                  </a:lnTo>
                  <a:lnTo>
                    <a:pt x="739851" y="367093"/>
                  </a:lnTo>
                  <a:lnTo>
                    <a:pt x="736590" y="362521"/>
                  </a:lnTo>
                  <a:close/>
                </a:path>
                <a:path w="740410" h="734695">
                  <a:moveTo>
                    <a:pt x="499746" y="30467"/>
                  </a:moveTo>
                  <a:lnTo>
                    <a:pt x="497801" y="30467"/>
                  </a:lnTo>
                  <a:lnTo>
                    <a:pt x="497801" y="62122"/>
                  </a:lnTo>
                  <a:lnTo>
                    <a:pt x="716253" y="367855"/>
                  </a:lnTo>
                  <a:lnTo>
                    <a:pt x="720064" y="362521"/>
                  </a:lnTo>
                  <a:lnTo>
                    <a:pt x="736590" y="362521"/>
                  </a:lnTo>
                  <a:lnTo>
                    <a:pt x="499746" y="30467"/>
                  </a:lnTo>
                  <a:close/>
                </a:path>
                <a:path w="740410" h="734695">
                  <a:moveTo>
                    <a:pt x="18262" y="269608"/>
                  </a:moveTo>
                  <a:lnTo>
                    <a:pt x="9131" y="278752"/>
                  </a:lnTo>
                  <a:lnTo>
                    <a:pt x="18262" y="278752"/>
                  </a:lnTo>
                  <a:lnTo>
                    <a:pt x="18262" y="269608"/>
                  </a:lnTo>
                  <a:close/>
                </a:path>
                <a:path w="740410" h="734695">
                  <a:moveTo>
                    <a:pt x="497801" y="260464"/>
                  </a:moveTo>
                  <a:lnTo>
                    <a:pt x="487146" y="260464"/>
                  </a:lnTo>
                  <a:lnTo>
                    <a:pt x="478015" y="269608"/>
                  </a:lnTo>
                  <a:lnTo>
                    <a:pt x="18262" y="269608"/>
                  </a:lnTo>
                  <a:lnTo>
                    <a:pt x="18262" y="278752"/>
                  </a:lnTo>
                  <a:lnTo>
                    <a:pt x="497801" y="278752"/>
                  </a:lnTo>
                  <a:lnTo>
                    <a:pt x="497801" y="260464"/>
                  </a:lnTo>
                  <a:close/>
                </a:path>
                <a:path w="740410" h="734695">
                  <a:moveTo>
                    <a:pt x="478015" y="0"/>
                  </a:moveTo>
                  <a:lnTo>
                    <a:pt x="478015" y="269608"/>
                  </a:lnTo>
                  <a:lnTo>
                    <a:pt x="487146" y="260464"/>
                  </a:lnTo>
                  <a:lnTo>
                    <a:pt x="497801" y="260464"/>
                  </a:lnTo>
                  <a:lnTo>
                    <a:pt x="497801" y="62122"/>
                  </a:lnTo>
                  <a:lnTo>
                    <a:pt x="479539" y="36563"/>
                  </a:lnTo>
                  <a:lnTo>
                    <a:pt x="497801" y="30467"/>
                  </a:lnTo>
                  <a:lnTo>
                    <a:pt x="499746" y="30467"/>
                  </a:lnTo>
                  <a:lnTo>
                    <a:pt x="478015" y="0"/>
                  </a:lnTo>
                  <a:close/>
                </a:path>
                <a:path w="740410" h="734695">
                  <a:moveTo>
                    <a:pt x="497801" y="30467"/>
                  </a:moveTo>
                  <a:lnTo>
                    <a:pt x="479539" y="36563"/>
                  </a:lnTo>
                  <a:lnTo>
                    <a:pt x="497801" y="62122"/>
                  </a:lnTo>
                  <a:lnTo>
                    <a:pt x="497801" y="3046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27" name="object 2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112167" y="2927553"/>
            <a:ext cx="1402079" cy="1514043"/>
          </a:xfrm>
          <a:prstGeom prst="rect">
            <a:avLst/>
          </a:prstGeom>
        </p:spPr>
      </p:pic>
      <p:sp>
        <p:nvSpPr>
          <p:cNvPr id="28" name="object 28"/>
          <p:cNvSpPr txBox="1"/>
          <p:nvPr/>
        </p:nvSpPr>
        <p:spPr>
          <a:xfrm>
            <a:off x="6370802" y="4031596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128167" y="4031596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7626896" y="3882593"/>
            <a:ext cx="644525" cy="559435"/>
            <a:chOff x="7626896" y="3882593"/>
            <a:chExt cx="644525" cy="559435"/>
          </a:xfrm>
        </p:grpSpPr>
        <p:sp>
          <p:nvSpPr>
            <p:cNvPr id="31" name="object 31"/>
            <p:cNvSpPr/>
            <p:nvPr/>
          </p:nvSpPr>
          <p:spPr>
            <a:xfrm>
              <a:off x="7636027" y="3891724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20">
                  <a:moveTo>
                    <a:pt x="313601" y="0"/>
                  </a:moveTo>
                  <a:lnTo>
                    <a:pt x="262648" y="3561"/>
                  </a:lnTo>
                  <a:lnTo>
                    <a:pt x="214345" y="13867"/>
                  </a:lnTo>
                  <a:lnTo>
                    <a:pt x="169329" y="30351"/>
                  </a:lnTo>
                  <a:lnTo>
                    <a:pt x="128241" y="52447"/>
                  </a:lnTo>
                  <a:lnTo>
                    <a:pt x="91720" y="79587"/>
                  </a:lnTo>
                  <a:lnTo>
                    <a:pt x="60406" y="111206"/>
                  </a:lnTo>
                  <a:lnTo>
                    <a:pt x="34937" y="146737"/>
                  </a:lnTo>
                  <a:lnTo>
                    <a:pt x="15954" y="185612"/>
                  </a:lnTo>
                  <a:lnTo>
                    <a:pt x="4095" y="227266"/>
                  </a:lnTo>
                  <a:lnTo>
                    <a:pt x="0" y="271132"/>
                  </a:lnTo>
                  <a:lnTo>
                    <a:pt x="4095" y="314581"/>
                  </a:lnTo>
                  <a:lnTo>
                    <a:pt x="15954" y="355902"/>
                  </a:lnTo>
                  <a:lnTo>
                    <a:pt x="34937" y="394517"/>
                  </a:lnTo>
                  <a:lnTo>
                    <a:pt x="60406" y="429853"/>
                  </a:lnTo>
                  <a:lnTo>
                    <a:pt x="91720" y="461332"/>
                  </a:lnTo>
                  <a:lnTo>
                    <a:pt x="128241" y="488379"/>
                  </a:lnTo>
                  <a:lnTo>
                    <a:pt x="169329" y="510417"/>
                  </a:lnTo>
                  <a:lnTo>
                    <a:pt x="214345" y="526872"/>
                  </a:lnTo>
                  <a:lnTo>
                    <a:pt x="262648" y="537168"/>
                  </a:lnTo>
                  <a:lnTo>
                    <a:pt x="313601" y="540727"/>
                  </a:lnTo>
                  <a:lnTo>
                    <a:pt x="364140" y="537168"/>
                  </a:lnTo>
                  <a:lnTo>
                    <a:pt x="412113" y="526872"/>
                  </a:lnTo>
                  <a:lnTo>
                    <a:pt x="456871" y="510417"/>
                  </a:lnTo>
                  <a:lnTo>
                    <a:pt x="497765" y="488379"/>
                  </a:lnTo>
                  <a:lnTo>
                    <a:pt x="534147" y="461332"/>
                  </a:lnTo>
                  <a:lnTo>
                    <a:pt x="565369" y="429853"/>
                  </a:lnTo>
                  <a:lnTo>
                    <a:pt x="590781" y="394517"/>
                  </a:lnTo>
                  <a:lnTo>
                    <a:pt x="609736" y="355902"/>
                  </a:lnTo>
                  <a:lnTo>
                    <a:pt x="621584" y="314581"/>
                  </a:lnTo>
                  <a:lnTo>
                    <a:pt x="625678" y="271132"/>
                  </a:lnTo>
                  <a:lnTo>
                    <a:pt x="621584" y="227266"/>
                  </a:lnTo>
                  <a:lnTo>
                    <a:pt x="609736" y="185612"/>
                  </a:lnTo>
                  <a:lnTo>
                    <a:pt x="590781" y="146737"/>
                  </a:lnTo>
                  <a:lnTo>
                    <a:pt x="565369" y="111206"/>
                  </a:lnTo>
                  <a:lnTo>
                    <a:pt x="534147" y="79587"/>
                  </a:lnTo>
                  <a:lnTo>
                    <a:pt x="497765" y="52447"/>
                  </a:lnTo>
                  <a:lnTo>
                    <a:pt x="456871" y="30351"/>
                  </a:lnTo>
                  <a:lnTo>
                    <a:pt x="412113" y="13867"/>
                  </a:lnTo>
                  <a:lnTo>
                    <a:pt x="364140" y="3561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7626896" y="3882593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35"/>
                  </a:lnTo>
                  <a:lnTo>
                    <a:pt x="226834" y="12179"/>
                  </a:lnTo>
                  <a:lnTo>
                    <a:pt x="211607" y="16751"/>
                  </a:lnTo>
                  <a:lnTo>
                    <a:pt x="196380" y="22847"/>
                  </a:lnTo>
                  <a:lnTo>
                    <a:pt x="182676" y="27406"/>
                  </a:lnTo>
                  <a:lnTo>
                    <a:pt x="141579" y="47218"/>
                  </a:lnTo>
                  <a:lnTo>
                    <a:pt x="94386" y="82245"/>
                  </a:lnTo>
                  <a:lnTo>
                    <a:pt x="63944" y="112712"/>
                  </a:lnTo>
                  <a:lnTo>
                    <a:pt x="31965" y="158407"/>
                  </a:lnTo>
                  <a:lnTo>
                    <a:pt x="6096" y="223900"/>
                  </a:lnTo>
                  <a:lnTo>
                    <a:pt x="4572" y="237616"/>
                  </a:lnTo>
                  <a:lnTo>
                    <a:pt x="1524" y="251320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1524" y="309194"/>
                  </a:lnTo>
                  <a:lnTo>
                    <a:pt x="4572" y="322910"/>
                  </a:lnTo>
                  <a:lnTo>
                    <a:pt x="6096" y="336613"/>
                  </a:lnTo>
                  <a:lnTo>
                    <a:pt x="19786" y="376224"/>
                  </a:lnTo>
                  <a:lnTo>
                    <a:pt x="39585" y="414299"/>
                  </a:lnTo>
                  <a:lnTo>
                    <a:pt x="74599" y="458469"/>
                  </a:lnTo>
                  <a:lnTo>
                    <a:pt x="118745" y="496557"/>
                  </a:lnTo>
                  <a:lnTo>
                    <a:pt x="168973" y="525487"/>
                  </a:lnTo>
                  <a:lnTo>
                    <a:pt x="211607" y="542251"/>
                  </a:lnTo>
                  <a:lnTo>
                    <a:pt x="257276" y="552907"/>
                  </a:lnTo>
                  <a:lnTo>
                    <a:pt x="305993" y="559003"/>
                  </a:lnTo>
                  <a:lnTo>
                    <a:pt x="339483" y="559003"/>
                  </a:lnTo>
                  <a:lnTo>
                    <a:pt x="371449" y="555955"/>
                  </a:lnTo>
                  <a:lnTo>
                    <a:pt x="417118" y="546811"/>
                  </a:lnTo>
                  <a:lnTo>
                    <a:pt x="437399" y="540727"/>
                  </a:lnTo>
                  <a:lnTo>
                    <a:pt x="321208" y="540727"/>
                  </a:lnTo>
                  <a:lnTo>
                    <a:pt x="305993" y="539203"/>
                  </a:lnTo>
                  <a:lnTo>
                    <a:pt x="290766" y="539203"/>
                  </a:lnTo>
                  <a:lnTo>
                    <a:pt x="275539" y="537679"/>
                  </a:lnTo>
                  <a:lnTo>
                    <a:pt x="260324" y="534631"/>
                  </a:lnTo>
                  <a:lnTo>
                    <a:pt x="246621" y="531583"/>
                  </a:lnTo>
                  <a:lnTo>
                    <a:pt x="231394" y="528535"/>
                  </a:lnTo>
                  <a:lnTo>
                    <a:pt x="190296" y="514832"/>
                  </a:lnTo>
                  <a:lnTo>
                    <a:pt x="152234" y="495033"/>
                  </a:lnTo>
                  <a:lnTo>
                    <a:pt x="106565" y="463041"/>
                  </a:lnTo>
                  <a:lnTo>
                    <a:pt x="79159" y="434098"/>
                  </a:lnTo>
                  <a:lnTo>
                    <a:pt x="70027" y="424967"/>
                  </a:lnTo>
                  <a:lnTo>
                    <a:pt x="54800" y="403644"/>
                  </a:lnTo>
                  <a:lnTo>
                    <a:pt x="48717" y="391452"/>
                  </a:lnTo>
                  <a:lnTo>
                    <a:pt x="42621" y="380784"/>
                  </a:lnTo>
                  <a:lnTo>
                    <a:pt x="25882" y="332054"/>
                  </a:lnTo>
                  <a:lnTo>
                    <a:pt x="19786" y="292442"/>
                  </a:lnTo>
                  <a:lnTo>
                    <a:pt x="19786" y="266547"/>
                  </a:lnTo>
                  <a:lnTo>
                    <a:pt x="25882" y="226949"/>
                  </a:lnTo>
                  <a:lnTo>
                    <a:pt x="42621" y="178206"/>
                  </a:lnTo>
                  <a:lnTo>
                    <a:pt x="48717" y="167538"/>
                  </a:lnTo>
                  <a:lnTo>
                    <a:pt x="54800" y="155359"/>
                  </a:lnTo>
                  <a:lnTo>
                    <a:pt x="70027" y="134035"/>
                  </a:lnTo>
                  <a:lnTo>
                    <a:pt x="79159" y="124891"/>
                  </a:lnTo>
                  <a:lnTo>
                    <a:pt x="88290" y="114236"/>
                  </a:lnTo>
                  <a:lnTo>
                    <a:pt x="129400" y="79197"/>
                  </a:lnTo>
                  <a:lnTo>
                    <a:pt x="178117" y="50253"/>
                  </a:lnTo>
                  <a:lnTo>
                    <a:pt x="190296" y="45694"/>
                  </a:lnTo>
                  <a:lnTo>
                    <a:pt x="203987" y="39598"/>
                  </a:lnTo>
                  <a:lnTo>
                    <a:pt x="231394" y="30454"/>
                  </a:lnTo>
                  <a:lnTo>
                    <a:pt x="246621" y="27406"/>
                  </a:lnTo>
                  <a:lnTo>
                    <a:pt x="260324" y="24371"/>
                  </a:lnTo>
                  <a:lnTo>
                    <a:pt x="305993" y="19799"/>
                  </a:lnTo>
                  <a:lnTo>
                    <a:pt x="441481" y="19799"/>
                  </a:lnTo>
                  <a:lnTo>
                    <a:pt x="432346" y="16751"/>
                  </a:lnTo>
                  <a:lnTo>
                    <a:pt x="417118" y="12179"/>
                  </a:lnTo>
                  <a:lnTo>
                    <a:pt x="371449" y="3035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81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8856" y="27406"/>
                  </a:lnTo>
                  <a:lnTo>
                    <a:pt x="412546" y="31978"/>
                  </a:lnTo>
                  <a:lnTo>
                    <a:pt x="426250" y="35026"/>
                  </a:lnTo>
                  <a:lnTo>
                    <a:pt x="439953" y="39598"/>
                  </a:lnTo>
                  <a:lnTo>
                    <a:pt x="491718" y="63969"/>
                  </a:lnTo>
                  <a:lnTo>
                    <a:pt x="537387" y="95961"/>
                  </a:lnTo>
                  <a:lnTo>
                    <a:pt x="564781" y="124891"/>
                  </a:lnTo>
                  <a:lnTo>
                    <a:pt x="573925" y="135559"/>
                  </a:lnTo>
                  <a:lnTo>
                    <a:pt x="589140" y="156883"/>
                  </a:lnTo>
                  <a:lnTo>
                    <a:pt x="595236" y="167538"/>
                  </a:lnTo>
                  <a:lnTo>
                    <a:pt x="601319" y="179730"/>
                  </a:lnTo>
                  <a:lnTo>
                    <a:pt x="607415" y="190398"/>
                  </a:lnTo>
                  <a:lnTo>
                    <a:pt x="611974" y="202577"/>
                  </a:lnTo>
                  <a:lnTo>
                    <a:pt x="615022" y="214756"/>
                  </a:lnTo>
                  <a:lnTo>
                    <a:pt x="619594" y="228473"/>
                  </a:lnTo>
                  <a:lnTo>
                    <a:pt x="621118" y="240652"/>
                  </a:lnTo>
                  <a:lnTo>
                    <a:pt x="624154" y="252844"/>
                  </a:lnTo>
                  <a:lnTo>
                    <a:pt x="624154" y="266547"/>
                  </a:lnTo>
                  <a:lnTo>
                    <a:pt x="625678" y="280263"/>
                  </a:lnTo>
                  <a:lnTo>
                    <a:pt x="624154" y="293966"/>
                  </a:lnTo>
                  <a:lnTo>
                    <a:pt x="624154" y="306158"/>
                  </a:lnTo>
                  <a:lnTo>
                    <a:pt x="621118" y="319862"/>
                  </a:lnTo>
                  <a:lnTo>
                    <a:pt x="619594" y="332054"/>
                  </a:lnTo>
                  <a:lnTo>
                    <a:pt x="615022" y="344233"/>
                  </a:lnTo>
                  <a:lnTo>
                    <a:pt x="595236" y="392976"/>
                  </a:lnTo>
                  <a:lnTo>
                    <a:pt x="573925" y="424967"/>
                  </a:lnTo>
                  <a:lnTo>
                    <a:pt x="535863" y="463041"/>
                  </a:lnTo>
                  <a:lnTo>
                    <a:pt x="491718" y="495033"/>
                  </a:lnTo>
                  <a:lnTo>
                    <a:pt x="453656" y="514832"/>
                  </a:lnTo>
                  <a:lnTo>
                    <a:pt x="412546" y="528535"/>
                  </a:lnTo>
                  <a:lnTo>
                    <a:pt x="397332" y="531583"/>
                  </a:lnTo>
                  <a:lnTo>
                    <a:pt x="383628" y="534631"/>
                  </a:lnTo>
                  <a:lnTo>
                    <a:pt x="368401" y="537679"/>
                  </a:lnTo>
                  <a:lnTo>
                    <a:pt x="353186" y="539203"/>
                  </a:lnTo>
                  <a:lnTo>
                    <a:pt x="337959" y="539203"/>
                  </a:lnTo>
                  <a:lnTo>
                    <a:pt x="321208" y="540727"/>
                  </a:lnTo>
                  <a:lnTo>
                    <a:pt x="437399" y="540727"/>
                  </a:lnTo>
                  <a:lnTo>
                    <a:pt x="447560" y="537679"/>
                  </a:lnTo>
                  <a:lnTo>
                    <a:pt x="502373" y="511784"/>
                  </a:lnTo>
                  <a:lnTo>
                    <a:pt x="549567" y="476745"/>
                  </a:lnTo>
                  <a:lnTo>
                    <a:pt x="580008" y="447814"/>
                  </a:lnTo>
                  <a:lnTo>
                    <a:pt x="611974" y="400596"/>
                  </a:lnTo>
                  <a:lnTo>
                    <a:pt x="630250" y="362508"/>
                  </a:lnTo>
                  <a:lnTo>
                    <a:pt x="633285" y="350329"/>
                  </a:lnTo>
                  <a:lnTo>
                    <a:pt x="637857" y="336613"/>
                  </a:lnTo>
                  <a:lnTo>
                    <a:pt x="640905" y="322910"/>
                  </a:lnTo>
                  <a:lnTo>
                    <a:pt x="642429" y="307682"/>
                  </a:lnTo>
                  <a:lnTo>
                    <a:pt x="643953" y="293966"/>
                  </a:lnTo>
                  <a:lnTo>
                    <a:pt x="643953" y="265023"/>
                  </a:lnTo>
                  <a:lnTo>
                    <a:pt x="642429" y="251320"/>
                  </a:lnTo>
                  <a:lnTo>
                    <a:pt x="640905" y="236092"/>
                  </a:lnTo>
                  <a:lnTo>
                    <a:pt x="637857" y="222376"/>
                  </a:lnTo>
                  <a:lnTo>
                    <a:pt x="633285" y="208673"/>
                  </a:lnTo>
                  <a:lnTo>
                    <a:pt x="628726" y="196481"/>
                  </a:lnTo>
                  <a:lnTo>
                    <a:pt x="624154" y="182778"/>
                  </a:lnTo>
                  <a:lnTo>
                    <a:pt x="596760" y="134035"/>
                  </a:lnTo>
                  <a:lnTo>
                    <a:pt x="549567" y="80721"/>
                  </a:lnTo>
                  <a:lnTo>
                    <a:pt x="500849" y="47218"/>
                  </a:lnTo>
                  <a:lnTo>
                    <a:pt x="461264" y="27406"/>
                  </a:lnTo>
                  <a:lnTo>
                    <a:pt x="446049" y="21323"/>
                  </a:lnTo>
                  <a:lnTo>
                    <a:pt x="441481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885518" y="4031596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385022" y="3894772"/>
            <a:ext cx="644525" cy="559435"/>
            <a:chOff x="8385022" y="3894772"/>
            <a:chExt cx="644525" cy="559435"/>
          </a:xfrm>
        </p:grpSpPr>
        <p:sp>
          <p:nvSpPr>
            <p:cNvPr id="35" name="object 35"/>
            <p:cNvSpPr/>
            <p:nvPr/>
          </p:nvSpPr>
          <p:spPr>
            <a:xfrm>
              <a:off x="8394153" y="3903916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537" y="3559"/>
                  </a:lnTo>
                  <a:lnTo>
                    <a:pt x="213564" y="13854"/>
                  </a:lnTo>
                  <a:lnTo>
                    <a:pt x="168806" y="30309"/>
                  </a:lnTo>
                  <a:lnTo>
                    <a:pt x="127912" y="52348"/>
                  </a:lnTo>
                  <a:lnTo>
                    <a:pt x="91530" y="79395"/>
                  </a:lnTo>
                  <a:lnTo>
                    <a:pt x="60308" y="110874"/>
                  </a:lnTo>
                  <a:lnTo>
                    <a:pt x="34896" y="146210"/>
                  </a:lnTo>
                  <a:lnTo>
                    <a:pt x="15941" y="184825"/>
                  </a:lnTo>
                  <a:lnTo>
                    <a:pt x="4093" y="226146"/>
                  </a:lnTo>
                  <a:lnTo>
                    <a:pt x="0" y="269595"/>
                  </a:lnTo>
                  <a:lnTo>
                    <a:pt x="4093" y="313461"/>
                  </a:lnTo>
                  <a:lnTo>
                    <a:pt x="15941" y="355115"/>
                  </a:lnTo>
                  <a:lnTo>
                    <a:pt x="34896" y="393990"/>
                  </a:lnTo>
                  <a:lnTo>
                    <a:pt x="60308" y="429521"/>
                  </a:lnTo>
                  <a:lnTo>
                    <a:pt x="91530" y="461140"/>
                  </a:lnTo>
                  <a:lnTo>
                    <a:pt x="127912" y="488280"/>
                  </a:lnTo>
                  <a:lnTo>
                    <a:pt x="168806" y="510376"/>
                  </a:lnTo>
                  <a:lnTo>
                    <a:pt x="213564" y="526860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2616" y="537166"/>
                  </a:lnTo>
                  <a:lnTo>
                    <a:pt x="410589" y="526860"/>
                  </a:lnTo>
                  <a:lnTo>
                    <a:pt x="455347" y="510376"/>
                  </a:lnTo>
                  <a:lnTo>
                    <a:pt x="496241" y="488280"/>
                  </a:lnTo>
                  <a:lnTo>
                    <a:pt x="532623" y="461140"/>
                  </a:lnTo>
                  <a:lnTo>
                    <a:pt x="563845" y="429521"/>
                  </a:lnTo>
                  <a:lnTo>
                    <a:pt x="589257" y="393990"/>
                  </a:lnTo>
                  <a:lnTo>
                    <a:pt x="608212" y="355115"/>
                  </a:lnTo>
                  <a:lnTo>
                    <a:pt x="620060" y="313461"/>
                  </a:lnTo>
                  <a:lnTo>
                    <a:pt x="624154" y="269595"/>
                  </a:lnTo>
                  <a:lnTo>
                    <a:pt x="620060" y="226146"/>
                  </a:lnTo>
                  <a:lnTo>
                    <a:pt x="608212" y="184825"/>
                  </a:lnTo>
                  <a:lnTo>
                    <a:pt x="589257" y="146210"/>
                  </a:lnTo>
                  <a:lnTo>
                    <a:pt x="563845" y="110874"/>
                  </a:lnTo>
                  <a:lnTo>
                    <a:pt x="532623" y="79395"/>
                  </a:lnTo>
                  <a:lnTo>
                    <a:pt x="496241" y="52348"/>
                  </a:lnTo>
                  <a:lnTo>
                    <a:pt x="455347" y="30309"/>
                  </a:lnTo>
                  <a:lnTo>
                    <a:pt x="410589" y="13854"/>
                  </a:lnTo>
                  <a:lnTo>
                    <a:pt x="362616" y="3559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385022" y="3894772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57" y="0"/>
                  </a:lnTo>
                  <a:lnTo>
                    <a:pt x="272491" y="3048"/>
                  </a:lnTo>
                  <a:lnTo>
                    <a:pt x="225297" y="12191"/>
                  </a:lnTo>
                  <a:lnTo>
                    <a:pt x="182676" y="27419"/>
                  </a:lnTo>
                  <a:lnTo>
                    <a:pt x="167449" y="33515"/>
                  </a:lnTo>
                  <a:lnTo>
                    <a:pt x="117220" y="63969"/>
                  </a:lnTo>
                  <a:lnTo>
                    <a:pt x="73063" y="100533"/>
                  </a:lnTo>
                  <a:lnTo>
                    <a:pt x="54800" y="123380"/>
                  </a:lnTo>
                  <a:lnTo>
                    <a:pt x="45669" y="134035"/>
                  </a:lnTo>
                  <a:lnTo>
                    <a:pt x="38049" y="146227"/>
                  </a:lnTo>
                  <a:lnTo>
                    <a:pt x="31965" y="158407"/>
                  </a:lnTo>
                  <a:lnTo>
                    <a:pt x="24358" y="170599"/>
                  </a:lnTo>
                  <a:lnTo>
                    <a:pt x="9131" y="210197"/>
                  </a:lnTo>
                  <a:lnTo>
                    <a:pt x="1523" y="251320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3" y="307682"/>
                  </a:lnTo>
                  <a:lnTo>
                    <a:pt x="3035" y="322910"/>
                  </a:lnTo>
                  <a:lnTo>
                    <a:pt x="9131" y="350329"/>
                  </a:lnTo>
                  <a:lnTo>
                    <a:pt x="13703" y="362521"/>
                  </a:lnTo>
                  <a:lnTo>
                    <a:pt x="19786" y="376224"/>
                  </a:lnTo>
                  <a:lnTo>
                    <a:pt x="24358" y="388416"/>
                  </a:lnTo>
                  <a:lnTo>
                    <a:pt x="31965" y="400596"/>
                  </a:lnTo>
                  <a:lnTo>
                    <a:pt x="38049" y="412788"/>
                  </a:lnTo>
                  <a:lnTo>
                    <a:pt x="47193" y="424967"/>
                  </a:lnTo>
                  <a:lnTo>
                    <a:pt x="73063" y="458482"/>
                  </a:lnTo>
                  <a:lnTo>
                    <a:pt x="117220" y="495033"/>
                  </a:lnTo>
                  <a:lnTo>
                    <a:pt x="168973" y="525500"/>
                  </a:lnTo>
                  <a:lnTo>
                    <a:pt x="226821" y="546823"/>
                  </a:lnTo>
                  <a:lnTo>
                    <a:pt x="272491" y="555967"/>
                  </a:lnTo>
                  <a:lnTo>
                    <a:pt x="304457" y="559003"/>
                  </a:lnTo>
                  <a:lnTo>
                    <a:pt x="337959" y="559003"/>
                  </a:lnTo>
                  <a:lnTo>
                    <a:pt x="386664" y="552919"/>
                  </a:lnTo>
                  <a:lnTo>
                    <a:pt x="432333" y="542251"/>
                  </a:lnTo>
                  <a:lnTo>
                    <a:pt x="439185" y="539203"/>
                  </a:lnTo>
                  <a:lnTo>
                    <a:pt x="305981" y="539203"/>
                  </a:lnTo>
                  <a:lnTo>
                    <a:pt x="289242" y="537679"/>
                  </a:lnTo>
                  <a:lnTo>
                    <a:pt x="275539" y="536155"/>
                  </a:lnTo>
                  <a:lnTo>
                    <a:pt x="260311" y="534631"/>
                  </a:lnTo>
                  <a:lnTo>
                    <a:pt x="245097" y="531596"/>
                  </a:lnTo>
                  <a:lnTo>
                    <a:pt x="202463" y="519404"/>
                  </a:lnTo>
                  <a:lnTo>
                    <a:pt x="176593" y="507225"/>
                  </a:lnTo>
                  <a:lnTo>
                    <a:pt x="150710" y="495033"/>
                  </a:lnTo>
                  <a:lnTo>
                    <a:pt x="106565" y="463041"/>
                  </a:lnTo>
                  <a:lnTo>
                    <a:pt x="77635" y="434111"/>
                  </a:lnTo>
                  <a:lnTo>
                    <a:pt x="47193" y="391464"/>
                  </a:lnTo>
                  <a:lnTo>
                    <a:pt x="27393" y="344233"/>
                  </a:lnTo>
                  <a:lnTo>
                    <a:pt x="24358" y="330530"/>
                  </a:lnTo>
                  <a:lnTo>
                    <a:pt x="21310" y="318350"/>
                  </a:lnTo>
                  <a:lnTo>
                    <a:pt x="19786" y="306158"/>
                  </a:lnTo>
                  <a:lnTo>
                    <a:pt x="18262" y="292455"/>
                  </a:lnTo>
                  <a:lnTo>
                    <a:pt x="18262" y="265036"/>
                  </a:lnTo>
                  <a:lnTo>
                    <a:pt x="19786" y="252844"/>
                  </a:lnTo>
                  <a:lnTo>
                    <a:pt x="21310" y="239140"/>
                  </a:lnTo>
                  <a:lnTo>
                    <a:pt x="36537" y="190398"/>
                  </a:lnTo>
                  <a:lnTo>
                    <a:pt x="54800" y="155359"/>
                  </a:lnTo>
                  <a:lnTo>
                    <a:pt x="77635" y="123380"/>
                  </a:lnTo>
                  <a:lnTo>
                    <a:pt x="106565" y="95961"/>
                  </a:lnTo>
                  <a:lnTo>
                    <a:pt x="152234" y="63969"/>
                  </a:lnTo>
                  <a:lnTo>
                    <a:pt x="190284" y="44170"/>
                  </a:lnTo>
                  <a:lnTo>
                    <a:pt x="217690" y="35039"/>
                  </a:lnTo>
                  <a:lnTo>
                    <a:pt x="231393" y="30467"/>
                  </a:lnTo>
                  <a:lnTo>
                    <a:pt x="245097" y="27419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305981" y="19799"/>
                  </a:lnTo>
                  <a:lnTo>
                    <a:pt x="321208" y="18275"/>
                  </a:lnTo>
                  <a:lnTo>
                    <a:pt x="435893" y="18275"/>
                  </a:lnTo>
                  <a:lnTo>
                    <a:pt x="430822" y="16751"/>
                  </a:lnTo>
                  <a:lnTo>
                    <a:pt x="417118" y="12191"/>
                  </a:lnTo>
                  <a:lnTo>
                    <a:pt x="401891" y="9143"/>
                  </a:lnTo>
                  <a:lnTo>
                    <a:pt x="385152" y="6095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5893" y="18275"/>
                  </a:moveTo>
                  <a:lnTo>
                    <a:pt x="321208" y="18275"/>
                  </a:lnTo>
                  <a:lnTo>
                    <a:pt x="336435" y="19799"/>
                  </a:lnTo>
                  <a:lnTo>
                    <a:pt x="353174" y="19799"/>
                  </a:lnTo>
                  <a:lnTo>
                    <a:pt x="368401" y="21323"/>
                  </a:lnTo>
                  <a:lnTo>
                    <a:pt x="383628" y="24371"/>
                  </a:lnTo>
                  <a:lnTo>
                    <a:pt x="397319" y="27419"/>
                  </a:lnTo>
                  <a:lnTo>
                    <a:pt x="412546" y="30467"/>
                  </a:lnTo>
                  <a:lnTo>
                    <a:pt x="453656" y="44170"/>
                  </a:lnTo>
                  <a:lnTo>
                    <a:pt x="491705" y="63969"/>
                  </a:lnTo>
                  <a:lnTo>
                    <a:pt x="535863" y="95961"/>
                  </a:lnTo>
                  <a:lnTo>
                    <a:pt x="564781" y="124904"/>
                  </a:lnTo>
                  <a:lnTo>
                    <a:pt x="572388" y="134035"/>
                  </a:lnTo>
                  <a:lnTo>
                    <a:pt x="581532" y="144703"/>
                  </a:lnTo>
                  <a:lnTo>
                    <a:pt x="587616" y="155359"/>
                  </a:lnTo>
                  <a:lnTo>
                    <a:pt x="595223" y="167551"/>
                  </a:lnTo>
                  <a:lnTo>
                    <a:pt x="601319" y="178219"/>
                  </a:lnTo>
                  <a:lnTo>
                    <a:pt x="615022" y="214769"/>
                  </a:lnTo>
                  <a:lnTo>
                    <a:pt x="622630" y="252844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18058" y="332054"/>
                  </a:lnTo>
                  <a:lnTo>
                    <a:pt x="601319" y="380796"/>
                  </a:lnTo>
                  <a:lnTo>
                    <a:pt x="572388" y="424967"/>
                  </a:lnTo>
                  <a:lnTo>
                    <a:pt x="535863" y="463041"/>
                  </a:lnTo>
                  <a:lnTo>
                    <a:pt x="490194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397319" y="531596"/>
                  </a:lnTo>
                  <a:lnTo>
                    <a:pt x="336435" y="539203"/>
                  </a:lnTo>
                  <a:lnTo>
                    <a:pt x="439185" y="539203"/>
                  </a:lnTo>
                  <a:lnTo>
                    <a:pt x="446036" y="536155"/>
                  </a:lnTo>
                  <a:lnTo>
                    <a:pt x="461263" y="531596"/>
                  </a:lnTo>
                  <a:lnTo>
                    <a:pt x="474967" y="525500"/>
                  </a:lnTo>
                  <a:lnTo>
                    <a:pt x="526719" y="495033"/>
                  </a:lnTo>
                  <a:lnTo>
                    <a:pt x="569353" y="456958"/>
                  </a:lnTo>
                  <a:lnTo>
                    <a:pt x="596747" y="424967"/>
                  </a:lnTo>
                  <a:lnTo>
                    <a:pt x="624154" y="376224"/>
                  </a:lnTo>
                  <a:lnTo>
                    <a:pt x="639381" y="321386"/>
                  </a:lnTo>
                  <a:lnTo>
                    <a:pt x="643940" y="278739"/>
                  </a:lnTo>
                  <a:lnTo>
                    <a:pt x="642416" y="265036"/>
                  </a:lnTo>
                  <a:lnTo>
                    <a:pt x="640905" y="249796"/>
                  </a:lnTo>
                  <a:lnTo>
                    <a:pt x="633285" y="208673"/>
                  </a:lnTo>
                  <a:lnTo>
                    <a:pt x="618058" y="170599"/>
                  </a:lnTo>
                  <a:lnTo>
                    <a:pt x="610450" y="156883"/>
                  </a:lnTo>
                  <a:lnTo>
                    <a:pt x="604367" y="144703"/>
                  </a:lnTo>
                  <a:lnTo>
                    <a:pt x="569353" y="100533"/>
                  </a:lnTo>
                  <a:lnTo>
                    <a:pt x="525195" y="62445"/>
                  </a:lnTo>
                  <a:lnTo>
                    <a:pt x="473443" y="33515"/>
                  </a:lnTo>
                  <a:lnTo>
                    <a:pt x="446036" y="21323"/>
                  </a:lnTo>
                  <a:lnTo>
                    <a:pt x="435893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8594166" y="404335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9141624" y="3894772"/>
            <a:ext cx="644525" cy="559435"/>
            <a:chOff x="9141624" y="3894772"/>
            <a:chExt cx="644525" cy="559435"/>
          </a:xfrm>
        </p:grpSpPr>
        <p:sp>
          <p:nvSpPr>
            <p:cNvPr id="39" name="object 39"/>
            <p:cNvSpPr/>
            <p:nvPr/>
          </p:nvSpPr>
          <p:spPr>
            <a:xfrm>
              <a:off x="9150756" y="3903916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20">
                  <a:moveTo>
                    <a:pt x="313601" y="0"/>
                  </a:moveTo>
                  <a:lnTo>
                    <a:pt x="262648" y="3559"/>
                  </a:lnTo>
                  <a:lnTo>
                    <a:pt x="214345" y="13854"/>
                  </a:lnTo>
                  <a:lnTo>
                    <a:pt x="169329" y="30309"/>
                  </a:lnTo>
                  <a:lnTo>
                    <a:pt x="128241" y="52348"/>
                  </a:lnTo>
                  <a:lnTo>
                    <a:pt x="91720" y="79395"/>
                  </a:lnTo>
                  <a:lnTo>
                    <a:pt x="60406" y="110874"/>
                  </a:lnTo>
                  <a:lnTo>
                    <a:pt x="34937" y="146210"/>
                  </a:lnTo>
                  <a:lnTo>
                    <a:pt x="15954" y="184825"/>
                  </a:lnTo>
                  <a:lnTo>
                    <a:pt x="4095" y="226146"/>
                  </a:lnTo>
                  <a:lnTo>
                    <a:pt x="0" y="269595"/>
                  </a:lnTo>
                  <a:lnTo>
                    <a:pt x="4095" y="313461"/>
                  </a:lnTo>
                  <a:lnTo>
                    <a:pt x="15954" y="355115"/>
                  </a:lnTo>
                  <a:lnTo>
                    <a:pt x="34937" y="393990"/>
                  </a:lnTo>
                  <a:lnTo>
                    <a:pt x="60406" y="429521"/>
                  </a:lnTo>
                  <a:lnTo>
                    <a:pt x="91720" y="461140"/>
                  </a:lnTo>
                  <a:lnTo>
                    <a:pt x="128241" y="488280"/>
                  </a:lnTo>
                  <a:lnTo>
                    <a:pt x="169329" y="510376"/>
                  </a:lnTo>
                  <a:lnTo>
                    <a:pt x="214345" y="526860"/>
                  </a:lnTo>
                  <a:lnTo>
                    <a:pt x="262648" y="537166"/>
                  </a:lnTo>
                  <a:lnTo>
                    <a:pt x="313601" y="540727"/>
                  </a:lnTo>
                  <a:lnTo>
                    <a:pt x="364140" y="537166"/>
                  </a:lnTo>
                  <a:lnTo>
                    <a:pt x="412113" y="526860"/>
                  </a:lnTo>
                  <a:lnTo>
                    <a:pt x="456871" y="510376"/>
                  </a:lnTo>
                  <a:lnTo>
                    <a:pt x="497765" y="488280"/>
                  </a:lnTo>
                  <a:lnTo>
                    <a:pt x="534147" y="461140"/>
                  </a:lnTo>
                  <a:lnTo>
                    <a:pt x="565369" y="429521"/>
                  </a:lnTo>
                  <a:lnTo>
                    <a:pt x="590781" y="393990"/>
                  </a:lnTo>
                  <a:lnTo>
                    <a:pt x="609736" y="355115"/>
                  </a:lnTo>
                  <a:lnTo>
                    <a:pt x="621584" y="313461"/>
                  </a:lnTo>
                  <a:lnTo>
                    <a:pt x="625678" y="269595"/>
                  </a:lnTo>
                  <a:lnTo>
                    <a:pt x="621584" y="226146"/>
                  </a:lnTo>
                  <a:lnTo>
                    <a:pt x="609736" y="184825"/>
                  </a:lnTo>
                  <a:lnTo>
                    <a:pt x="590781" y="146210"/>
                  </a:lnTo>
                  <a:lnTo>
                    <a:pt x="565369" y="110874"/>
                  </a:lnTo>
                  <a:lnTo>
                    <a:pt x="534147" y="79395"/>
                  </a:lnTo>
                  <a:lnTo>
                    <a:pt x="497765" y="52348"/>
                  </a:lnTo>
                  <a:lnTo>
                    <a:pt x="456871" y="30309"/>
                  </a:lnTo>
                  <a:lnTo>
                    <a:pt x="412113" y="13854"/>
                  </a:lnTo>
                  <a:lnTo>
                    <a:pt x="364140" y="3559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9141624" y="3894772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47" y="0"/>
                  </a:moveTo>
                  <a:lnTo>
                    <a:pt x="305981" y="0"/>
                  </a:lnTo>
                  <a:lnTo>
                    <a:pt x="272491" y="3048"/>
                  </a:lnTo>
                  <a:lnTo>
                    <a:pt x="226822" y="12191"/>
                  </a:lnTo>
                  <a:lnTo>
                    <a:pt x="168973" y="33515"/>
                  </a:lnTo>
                  <a:lnTo>
                    <a:pt x="117208" y="63969"/>
                  </a:lnTo>
                  <a:lnTo>
                    <a:pt x="74587" y="100533"/>
                  </a:lnTo>
                  <a:lnTo>
                    <a:pt x="47193" y="134035"/>
                  </a:lnTo>
                  <a:lnTo>
                    <a:pt x="19786" y="182778"/>
                  </a:lnTo>
                  <a:lnTo>
                    <a:pt x="10655" y="210197"/>
                  </a:lnTo>
                  <a:lnTo>
                    <a:pt x="6083" y="222389"/>
                  </a:lnTo>
                  <a:lnTo>
                    <a:pt x="4559" y="236092"/>
                  </a:lnTo>
                  <a:lnTo>
                    <a:pt x="1511" y="251320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11" y="307682"/>
                  </a:lnTo>
                  <a:lnTo>
                    <a:pt x="4559" y="322910"/>
                  </a:lnTo>
                  <a:lnTo>
                    <a:pt x="6083" y="336626"/>
                  </a:lnTo>
                  <a:lnTo>
                    <a:pt x="10655" y="350329"/>
                  </a:lnTo>
                  <a:lnTo>
                    <a:pt x="15214" y="362521"/>
                  </a:lnTo>
                  <a:lnTo>
                    <a:pt x="19786" y="376224"/>
                  </a:lnTo>
                  <a:lnTo>
                    <a:pt x="31965" y="400596"/>
                  </a:lnTo>
                  <a:lnTo>
                    <a:pt x="47193" y="424967"/>
                  </a:lnTo>
                  <a:lnTo>
                    <a:pt x="56324" y="435635"/>
                  </a:lnTo>
                  <a:lnTo>
                    <a:pt x="65455" y="447814"/>
                  </a:lnTo>
                  <a:lnTo>
                    <a:pt x="95897" y="478281"/>
                  </a:lnTo>
                  <a:lnTo>
                    <a:pt x="143090" y="511784"/>
                  </a:lnTo>
                  <a:lnTo>
                    <a:pt x="182676" y="531596"/>
                  </a:lnTo>
                  <a:lnTo>
                    <a:pt x="226822" y="546823"/>
                  </a:lnTo>
                  <a:lnTo>
                    <a:pt x="274015" y="555967"/>
                  </a:lnTo>
                  <a:lnTo>
                    <a:pt x="305981" y="559003"/>
                  </a:lnTo>
                  <a:lnTo>
                    <a:pt x="339471" y="559003"/>
                  </a:lnTo>
                  <a:lnTo>
                    <a:pt x="371449" y="555967"/>
                  </a:lnTo>
                  <a:lnTo>
                    <a:pt x="417118" y="546823"/>
                  </a:lnTo>
                  <a:lnTo>
                    <a:pt x="432333" y="542251"/>
                  </a:lnTo>
                  <a:lnTo>
                    <a:pt x="439947" y="539203"/>
                  </a:lnTo>
                  <a:lnTo>
                    <a:pt x="305981" y="539203"/>
                  </a:lnTo>
                  <a:lnTo>
                    <a:pt x="260311" y="534631"/>
                  </a:lnTo>
                  <a:lnTo>
                    <a:pt x="246608" y="531596"/>
                  </a:lnTo>
                  <a:lnTo>
                    <a:pt x="231394" y="528548"/>
                  </a:lnTo>
                  <a:lnTo>
                    <a:pt x="203987" y="519404"/>
                  </a:lnTo>
                  <a:lnTo>
                    <a:pt x="152222" y="495033"/>
                  </a:lnTo>
                  <a:lnTo>
                    <a:pt x="106552" y="463041"/>
                  </a:lnTo>
                  <a:lnTo>
                    <a:pt x="70027" y="423443"/>
                  </a:lnTo>
                  <a:lnTo>
                    <a:pt x="48704" y="391464"/>
                  </a:lnTo>
                  <a:lnTo>
                    <a:pt x="42621" y="379272"/>
                  </a:lnTo>
                  <a:lnTo>
                    <a:pt x="36525" y="368604"/>
                  </a:lnTo>
                  <a:lnTo>
                    <a:pt x="31965" y="356425"/>
                  </a:lnTo>
                  <a:lnTo>
                    <a:pt x="28917" y="344233"/>
                  </a:lnTo>
                  <a:lnTo>
                    <a:pt x="25869" y="330530"/>
                  </a:lnTo>
                  <a:lnTo>
                    <a:pt x="22834" y="318350"/>
                  </a:lnTo>
                  <a:lnTo>
                    <a:pt x="21310" y="306158"/>
                  </a:lnTo>
                  <a:lnTo>
                    <a:pt x="19786" y="292455"/>
                  </a:lnTo>
                  <a:lnTo>
                    <a:pt x="19786" y="265036"/>
                  </a:lnTo>
                  <a:lnTo>
                    <a:pt x="21310" y="252844"/>
                  </a:lnTo>
                  <a:lnTo>
                    <a:pt x="22834" y="239140"/>
                  </a:lnTo>
                  <a:lnTo>
                    <a:pt x="42621" y="178219"/>
                  </a:lnTo>
                  <a:lnTo>
                    <a:pt x="70027" y="134035"/>
                  </a:lnTo>
                  <a:lnTo>
                    <a:pt x="108076" y="95961"/>
                  </a:lnTo>
                  <a:lnTo>
                    <a:pt x="152222" y="63969"/>
                  </a:lnTo>
                  <a:lnTo>
                    <a:pt x="190284" y="44170"/>
                  </a:lnTo>
                  <a:lnTo>
                    <a:pt x="231394" y="30467"/>
                  </a:lnTo>
                  <a:lnTo>
                    <a:pt x="246608" y="27419"/>
                  </a:lnTo>
                  <a:lnTo>
                    <a:pt x="260311" y="24371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305981" y="19799"/>
                  </a:lnTo>
                  <a:lnTo>
                    <a:pt x="322732" y="18275"/>
                  </a:lnTo>
                  <a:lnTo>
                    <a:pt x="436901" y="18275"/>
                  </a:lnTo>
                  <a:lnTo>
                    <a:pt x="432333" y="16751"/>
                  </a:lnTo>
                  <a:lnTo>
                    <a:pt x="417118" y="12191"/>
                  </a:lnTo>
                  <a:lnTo>
                    <a:pt x="371449" y="3048"/>
                  </a:lnTo>
                  <a:lnTo>
                    <a:pt x="337947" y="0"/>
                  </a:lnTo>
                  <a:close/>
                </a:path>
                <a:path w="644525" h="559435">
                  <a:moveTo>
                    <a:pt x="436901" y="18275"/>
                  </a:moveTo>
                  <a:lnTo>
                    <a:pt x="322732" y="18275"/>
                  </a:lnTo>
                  <a:lnTo>
                    <a:pt x="337947" y="19799"/>
                  </a:lnTo>
                  <a:lnTo>
                    <a:pt x="353174" y="19799"/>
                  </a:lnTo>
                  <a:lnTo>
                    <a:pt x="368401" y="21323"/>
                  </a:lnTo>
                  <a:lnTo>
                    <a:pt x="412546" y="30467"/>
                  </a:lnTo>
                  <a:lnTo>
                    <a:pt x="453644" y="44170"/>
                  </a:lnTo>
                  <a:lnTo>
                    <a:pt x="491705" y="63969"/>
                  </a:lnTo>
                  <a:lnTo>
                    <a:pt x="537375" y="95961"/>
                  </a:lnTo>
                  <a:lnTo>
                    <a:pt x="564781" y="124904"/>
                  </a:lnTo>
                  <a:lnTo>
                    <a:pt x="573913" y="134035"/>
                  </a:lnTo>
                  <a:lnTo>
                    <a:pt x="589140" y="155359"/>
                  </a:lnTo>
                  <a:lnTo>
                    <a:pt x="595223" y="167551"/>
                  </a:lnTo>
                  <a:lnTo>
                    <a:pt x="601319" y="178219"/>
                  </a:lnTo>
                  <a:lnTo>
                    <a:pt x="607402" y="190398"/>
                  </a:lnTo>
                  <a:lnTo>
                    <a:pt x="611974" y="202577"/>
                  </a:lnTo>
                  <a:lnTo>
                    <a:pt x="615022" y="214769"/>
                  </a:lnTo>
                  <a:lnTo>
                    <a:pt x="619582" y="226949"/>
                  </a:lnTo>
                  <a:lnTo>
                    <a:pt x="621106" y="240664"/>
                  </a:lnTo>
                  <a:lnTo>
                    <a:pt x="624154" y="252844"/>
                  </a:lnTo>
                  <a:lnTo>
                    <a:pt x="624154" y="266560"/>
                  </a:lnTo>
                  <a:lnTo>
                    <a:pt x="625678" y="280263"/>
                  </a:lnTo>
                  <a:lnTo>
                    <a:pt x="624154" y="292455"/>
                  </a:lnTo>
                  <a:lnTo>
                    <a:pt x="624154" y="306158"/>
                  </a:lnTo>
                  <a:lnTo>
                    <a:pt x="621106" y="318350"/>
                  </a:lnTo>
                  <a:lnTo>
                    <a:pt x="619582" y="332054"/>
                  </a:lnTo>
                  <a:lnTo>
                    <a:pt x="615022" y="344233"/>
                  </a:lnTo>
                  <a:lnTo>
                    <a:pt x="611974" y="356425"/>
                  </a:lnTo>
                  <a:lnTo>
                    <a:pt x="607402" y="368604"/>
                  </a:lnTo>
                  <a:lnTo>
                    <a:pt x="601319" y="380796"/>
                  </a:lnTo>
                  <a:lnTo>
                    <a:pt x="595223" y="391464"/>
                  </a:lnTo>
                  <a:lnTo>
                    <a:pt x="589140" y="403644"/>
                  </a:lnTo>
                  <a:lnTo>
                    <a:pt x="573913" y="424967"/>
                  </a:lnTo>
                  <a:lnTo>
                    <a:pt x="564781" y="434111"/>
                  </a:lnTo>
                  <a:lnTo>
                    <a:pt x="555650" y="444766"/>
                  </a:lnTo>
                  <a:lnTo>
                    <a:pt x="514540" y="479806"/>
                  </a:lnTo>
                  <a:lnTo>
                    <a:pt x="465823" y="508749"/>
                  </a:lnTo>
                  <a:lnTo>
                    <a:pt x="453644" y="513308"/>
                  </a:lnTo>
                  <a:lnTo>
                    <a:pt x="439953" y="519404"/>
                  </a:lnTo>
                  <a:lnTo>
                    <a:pt x="412546" y="528548"/>
                  </a:lnTo>
                  <a:lnTo>
                    <a:pt x="397319" y="531596"/>
                  </a:lnTo>
                  <a:lnTo>
                    <a:pt x="383628" y="534631"/>
                  </a:lnTo>
                  <a:lnTo>
                    <a:pt x="337947" y="539203"/>
                  </a:lnTo>
                  <a:lnTo>
                    <a:pt x="439947" y="539203"/>
                  </a:lnTo>
                  <a:lnTo>
                    <a:pt x="447560" y="536155"/>
                  </a:lnTo>
                  <a:lnTo>
                    <a:pt x="461264" y="531596"/>
                  </a:lnTo>
                  <a:lnTo>
                    <a:pt x="502361" y="511784"/>
                  </a:lnTo>
                  <a:lnTo>
                    <a:pt x="549554" y="476757"/>
                  </a:lnTo>
                  <a:lnTo>
                    <a:pt x="589140" y="435635"/>
                  </a:lnTo>
                  <a:lnTo>
                    <a:pt x="611974" y="400596"/>
                  </a:lnTo>
                  <a:lnTo>
                    <a:pt x="630237" y="362521"/>
                  </a:lnTo>
                  <a:lnTo>
                    <a:pt x="633285" y="348805"/>
                  </a:lnTo>
                  <a:lnTo>
                    <a:pt x="637857" y="335102"/>
                  </a:lnTo>
                  <a:lnTo>
                    <a:pt x="640892" y="321386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37857" y="222389"/>
                  </a:lnTo>
                  <a:lnTo>
                    <a:pt x="624154" y="182778"/>
                  </a:lnTo>
                  <a:lnTo>
                    <a:pt x="618058" y="170599"/>
                  </a:lnTo>
                  <a:lnTo>
                    <a:pt x="611974" y="156883"/>
                  </a:lnTo>
                  <a:lnTo>
                    <a:pt x="604367" y="144703"/>
                  </a:lnTo>
                  <a:lnTo>
                    <a:pt x="596747" y="134035"/>
                  </a:lnTo>
                  <a:lnTo>
                    <a:pt x="589140" y="121856"/>
                  </a:lnTo>
                  <a:lnTo>
                    <a:pt x="549554" y="80733"/>
                  </a:lnTo>
                  <a:lnTo>
                    <a:pt x="500837" y="47218"/>
                  </a:lnTo>
                  <a:lnTo>
                    <a:pt x="461264" y="27419"/>
                  </a:lnTo>
                  <a:lnTo>
                    <a:pt x="446036" y="21323"/>
                  </a:lnTo>
                  <a:lnTo>
                    <a:pt x="436901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9351518" y="404335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191620" y="1755689"/>
            <a:ext cx="8357234" cy="156019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r>
              <a:rPr dirty="0" sz="1600">
                <a:latin typeface="Gulim"/>
                <a:cs typeface="Gulim"/>
              </a:rPr>
              <a:t>단계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빈도수에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따라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나열</a:t>
            </a:r>
            <a:endParaRPr sz="16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단계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작은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빈도수를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가지는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글자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개를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추출하여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이들을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단말노드로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하여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생 </a:t>
            </a:r>
            <a:r>
              <a:rPr dirty="0" sz="1600">
                <a:latin typeface="Gulim"/>
                <a:cs typeface="Gulim"/>
              </a:rPr>
              <a:t>성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루트의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값은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각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자식노드의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합한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값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600" spc="-10">
                <a:latin typeface="Arial"/>
                <a:cs typeface="Arial"/>
              </a:rPr>
              <a:t>1</a:t>
            </a:r>
            <a:r>
              <a:rPr dirty="0" sz="1600" spc="-10">
                <a:latin typeface="Gulim"/>
                <a:cs typeface="Gulim"/>
              </a:rPr>
              <a:t>단계와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단계를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반복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모두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연결된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루트노드가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나올때까지</a:t>
            </a:r>
            <a:endParaRPr sz="1600">
              <a:latin typeface="Gulim"/>
              <a:cs typeface="Gulim"/>
            </a:endParaRPr>
          </a:p>
          <a:p>
            <a:pPr marL="5441950">
              <a:lnSpc>
                <a:spcPct val="100000"/>
              </a:lnSpc>
              <a:spcBef>
                <a:spcPts val="625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pic>
        <p:nvPicPr>
          <p:cNvPr id="43" name="object 4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2917" y="5332653"/>
            <a:ext cx="1400543" cy="1514043"/>
          </a:xfrm>
          <a:prstGeom prst="rect">
            <a:avLst/>
          </a:prstGeom>
        </p:spPr>
      </p:pic>
      <p:sp>
        <p:nvSpPr>
          <p:cNvPr id="44" name="object 44"/>
          <p:cNvSpPr txBox="1"/>
          <p:nvPr/>
        </p:nvSpPr>
        <p:spPr>
          <a:xfrm>
            <a:off x="2161197" y="6436314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918561" y="6436314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1417294" y="5320474"/>
            <a:ext cx="644525" cy="559435"/>
            <a:chOff x="1417294" y="5320474"/>
            <a:chExt cx="644525" cy="559435"/>
          </a:xfrm>
        </p:grpSpPr>
        <p:sp>
          <p:nvSpPr>
            <p:cNvPr id="47" name="object 47"/>
            <p:cNvSpPr/>
            <p:nvPr/>
          </p:nvSpPr>
          <p:spPr>
            <a:xfrm>
              <a:off x="1426425" y="5329605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10" h="541020">
                  <a:moveTo>
                    <a:pt x="313601" y="0"/>
                  </a:moveTo>
                  <a:lnTo>
                    <a:pt x="262648" y="3559"/>
                  </a:lnTo>
                  <a:lnTo>
                    <a:pt x="214345" y="13855"/>
                  </a:lnTo>
                  <a:lnTo>
                    <a:pt x="169329" y="30310"/>
                  </a:lnTo>
                  <a:lnTo>
                    <a:pt x="128241" y="52349"/>
                  </a:lnTo>
                  <a:lnTo>
                    <a:pt x="91720" y="79397"/>
                  </a:lnTo>
                  <a:lnTo>
                    <a:pt x="60406" y="110877"/>
                  </a:lnTo>
                  <a:lnTo>
                    <a:pt x="34937" y="146214"/>
                  </a:lnTo>
                  <a:lnTo>
                    <a:pt x="15954" y="184832"/>
                  </a:lnTo>
                  <a:lnTo>
                    <a:pt x="4095" y="226155"/>
                  </a:lnTo>
                  <a:lnTo>
                    <a:pt x="0" y="269608"/>
                  </a:lnTo>
                  <a:lnTo>
                    <a:pt x="4095" y="313473"/>
                  </a:lnTo>
                  <a:lnTo>
                    <a:pt x="15954" y="355126"/>
                  </a:lnTo>
                  <a:lnTo>
                    <a:pt x="34937" y="394000"/>
                  </a:lnTo>
                  <a:lnTo>
                    <a:pt x="60406" y="429529"/>
                  </a:lnTo>
                  <a:lnTo>
                    <a:pt x="91720" y="461146"/>
                  </a:lnTo>
                  <a:lnTo>
                    <a:pt x="128241" y="488285"/>
                  </a:lnTo>
                  <a:lnTo>
                    <a:pt x="169329" y="510379"/>
                  </a:lnTo>
                  <a:lnTo>
                    <a:pt x="214345" y="526861"/>
                  </a:lnTo>
                  <a:lnTo>
                    <a:pt x="262648" y="537166"/>
                  </a:lnTo>
                  <a:lnTo>
                    <a:pt x="313601" y="540727"/>
                  </a:lnTo>
                  <a:lnTo>
                    <a:pt x="364140" y="537166"/>
                  </a:lnTo>
                  <a:lnTo>
                    <a:pt x="412113" y="526861"/>
                  </a:lnTo>
                  <a:lnTo>
                    <a:pt x="456871" y="510379"/>
                  </a:lnTo>
                  <a:lnTo>
                    <a:pt x="497765" y="488285"/>
                  </a:lnTo>
                  <a:lnTo>
                    <a:pt x="534147" y="461146"/>
                  </a:lnTo>
                  <a:lnTo>
                    <a:pt x="565369" y="429529"/>
                  </a:lnTo>
                  <a:lnTo>
                    <a:pt x="590781" y="394000"/>
                  </a:lnTo>
                  <a:lnTo>
                    <a:pt x="609736" y="355126"/>
                  </a:lnTo>
                  <a:lnTo>
                    <a:pt x="621584" y="313473"/>
                  </a:lnTo>
                  <a:lnTo>
                    <a:pt x="625678" y="269608"/>
                  </a:lnTo>
                  <a:lnTo>
                    <a:pt x="621584" y="226155"/>
                  </a:lnTo>
                  <a:lnTo>
                    <a:pt x="609736" y="184832"/>
                  </a:lnTo>
                  <a:lnTo>
                    <a:pt x="590781" y="146214"/>
                  </a:lnTo>
                  <a:lnTo>
                    <a:pt x="565369" y="110877"/>
                  </a:lnTo>
                  <a:lnTo>
                    <a:pt x="534147" y="79397"/>
                  </a:lnTo>
                  <a:lnTo>
                    <a:pt x="497765" y="52349"/>
                  </a:lnTo>
                  <a:lnTo>
                    <a:pt x="456871" y="30310"/>
                  </a:lnTo>
                  <a:lnTo>
                    <a:pt x="412113" y="13855"/>
                  </a:lnTo>
                  <a:lnTo>
                    <a:pt x="364140" y="3559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1417294" y="5320474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491" y="3048"/>
                  </a:lnTo>
                  <a:lnTo>
                    <a:pt x="226822" y="12179"/>
                  </a:lnTo>
                  <a:lnTo>
                    <a:pt x="168973" y="33502"/>
                  </a:lnTo>
                  <a:lnTo>
                    <a:pt x="117221" y="63969"/>
                  </a:lnTo>
                  <a:lnTo>
                    <a:pt x="74587" y="102044"/>
                  </a:lnTo>
                  <a:lnTo>
                    <a:pt x="63931" y="111188"/>
                  </a:lnTo>
                  <a:lnTo>
                    <a:pt x="31965" y="158407"/>
                  </a:lnTo>
                  <a:lnTo>
                    <a:pt x="6083" y="223900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1524" y="309206"/>
                  </a:lnTo>
                  <a:lnTo>
                    <a:pt x="4571" y="322910"/>
                  </a:lnTo>
                  <a:lnTo>
                    <a:pt x="6083" y="336613"/>
                  </a:lnTo>
                  <a:lnTo>
                    <a:pt x="10655" y="350329"/>
                  </a:lnTo>
                  <a:lnTo>
                    <a:pt x="15227" y="362508"/>
                  </a:lnTo>
                  <a:lnTo>
                    <a:pt x="19786" y="376224"/>
                  </a:lnTo>
                  <a:lnTo>
                    <a:pt x="31965" y="400596"/>
                  </a:lnTo>
                  <a:lnTo>
                    <a:pt x="47193" y="424967"/>
                  </a:lnTo>
                  <a:lnTo>
                    <a:pt x="56324" y="437146"/>
                  </a:lnTo>
                  <a:lnTo>
                    <a:pt x="63931" y="447814"/>
                  </a:lnTo>
                  <a:lnTo>
                    <a:pt x="95910" y="478269"/>
                  </a:lnTo>
                  <a:lnTo>
                    <a:pt x="143103" y="511784"/>
                  </a:lnTo>
                  <a:lnTo>
                    <a:pt x="182676" y="531583"/>
                  </a:lnTo>
                  <a:lnTo>
                    <a:pt x="226822" y="546823"/>
                  </a:lnTo>
                  <a:lnTo>
                    <a:pt x="274015" y="555955"/>
                  </a:lnTo>
                  <a:lnTo>
                    <a:pt x="305993" y="559003"/>
                  </a:lnTo>
                  <a:lnTo>
                    <a:pt x="337959" y="559003"/>
                  </a:lnTo>
                  <a:lnTo>
                    <a:pt x="371449" y="555955"/>
                  </a:lnTo>
                  <a:lnTo>
                    <a:pt x="417118" y="546823"/>
                  </a:lnTo>
                  <a:lnTo>
                    <a:pt x="442487" y="539203"/>
                  </a:lnTo>
                  <a:lnTo>
                    <a:pt x="305993" y="539203"/>
                  </a:lnTo>
                  <a:lnTo>
                    <a:pt x="260311" y="534631"/>
                  </a:lnTo>
                  <a:lnTo>
                    <a:pt x="245097" y="531583"/>
                  </a:lnTo>
                  <a:lnTo>
                    <a:pt x="231394" y="528535"/>
                  </a:lnTo>
                  <a:lnTo>
                    <a:pt x="203987" y="519404"/>
                  </a:lnTo>
                  <a:lnTo>
                    <a:pt x="190296" y="513308"/>
                  </a:lnTo>
                  <a:lnTo>
                    <a:pt x="176593" y="508736"/>
                  </a:lnTo>
                  <a:lnTo>
                    <a:pt x="127876" y="479793"/>
                  </a:lnTo>
                  <a:lnTo>
                    <a:pt x="86766" y="444766"/>
                  </a:lnTo>
                  <a:lnTo>
                    <a:pt x="79159" y="434098"/>
                  </a:lnTo>
                  <a:lnTo>
                    <a:pt x="70027" y="424967"/>
                  </a:lnTo>
                  <a:lnTo>
                    <a:pt x="42621" y="380796"/>
                  </a:lnTo>
                  <a:lnTo>
                    <a:pt x="28917" y="344233"/>
                  </a:lnTo>
                  <a:lnTo>
                    <a:pt x="24358" y="332054"/>
                  </a:lnTo>
                  <a:lnTo>
                    <a:pt x="22834" y="318338"/>
                  </a:lnTo>
                  <a:lnTo>
                    <a:pt x="21310" y="306158"/>
                  </a:lnTo>
                  <a:lnTo>
                    <a:pt x="19786" y="292442"/>
                  </a:lnTo>
                  <a:lnTo>
                    <a:pt x="19786" y="266547"/>
                  </a:lnTo>
                  <a:lnTo>
                    <a:pt x="22834" y="239140"/>
                  </a:lnTo>
                  <a:lnTo>
                    <a:pt x="31965" y="202577"/>
                  </a:lnTo>
                  <a:lnTo>
                    <a:pt x="38061" y="190398"/>
                  </a:lnTo>
                  <a:lnTo>
                    <a:pt x="42621" y="178206"/>
                  </a:lnTo>
                  <a:lnTo>
                    <a:pt x="48717" y="167551"/>
                  </a:lnTo>
                  <a:lnTo>
                    <a:pt x="54800" y="155359"/>
                  </a:lnTo>
                  <a:lnTo>
                    <a:pt x="70027" y="134035"/>
                  </a:lnTo>
                  <a:lnTo>
                    <a:pt x="108089" y="95961"/>
                  </a:lnTo>
                  <a:lnTo>
                    <a:pt x="152234" y="63969"/>
                  </a:lnTo>
                  <a:lnTo>
                    <a:pt x="190296" y="45694"/>
                  </a:lnTo>
                  <a:lnTo>
                    <a:pt x="203987" y="39598"/>
                  </a:lnTo>
                  <a:lnTo>
                    <a:pt x="231394" y="30454"/>
                  </a:lnTo>
                  <a:lnTo>
                    <a:pt x="246621" y="27419"/>
                  </a:lnTo>
                  <a:lnTo>
                    <a:pt x="260311" y="24371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441473" y="19799"/>
                  </a:lnTo>
                  <a:lnTo>
                    <a:pt x="432346" y="16751"/>
                  </a:lnTo>
                  <a:lnTo>
                    <a:pt x="417118" y="12179"/>
                  </a:lnTo>
                  <a:lnTo>
                    <a:pt x="386676" y="6083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73" y="19799"/>
                  </a:moveTo>
                  <a:lnTo>
                    <a:pt x="353174" y="19799"/>
                  </a:lnTo>
                  <a:lnTo>
                    <a:pt x="368401" y="22847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46" y="30454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7359" y="50266"/>
                  </a:lnTo>
                  <a:lnTo>
                    <a:pt x="516064" y="79197"/>
                  </a:lnTo>
                  <a:lnTo>
                    <a:pt x="557174" y="114236"/>
                  </a:lnTo>
                  <a:lnTo>
                    <a:pt x="564781" y="124891"/>
                  </a:lnTo>
                  <a:lnTo>
                    <a:pt x="573913" y="134035"/>
                  </a:lnTo>
                  <a:lnTo>
                    <a:pt x="589140" y="155359"/>
                  </a:lnTo>
                  <a:lnTo>
                    <a:pt x="595236" y="167551"/>
                  </a:lnTo>
                  <a:lnTo>
                    <a:pt x="601319" y="178206"/>
                  </a:lnTo>
                  <a:lnTo>
                    <a:pt x="607415" y="190398"/>
                  </a:lnTo>
                  <a:lnTo>
                    <a:pt x="611974" y="202577"/>
                  </a:lnTo>
                  <a:lnTo>
                    <a:pt x="615022" y="214769"/>
                  </a:lnTo>
                  <a:lnTo>
                    <a:pt x="619594" y="226949"/>
                  </a:lnTo>
                  <a:lnTo>
                    <a:pt x="621106" y="240664"/>
                  </a:lnTo>
                  <a:lnTo>
                    <a:pt x="624154" y="252844"/>
                  </a:lnTo>
                  <a:lnTo>
                    <a:pt x="624154" y="266547"/>
                  </a:lnTo>
                  <a:lnTo>
                    <a:pt x="625678" y="280263"/>
                  </a:lnTo>
                  <a:lnTo>
                    <a:pt x="624154" y="292442"/>
                  </a:lnTo>
                  <a:lnTo>
                    <a:pt x="621106" y="319862"/>
                  </a:lnTo>
                  <a:lnTo>
                    <a:pt x="611974" y="356425"/>
                  </a:lnTo>
                  <a:lnTo>
                    <a:pt x="605891" y="368604"/>
                  </a:lnTo>
                  <a:lnTo>
                    <a:pt x="601319" y="380796"/>
                  </a:lnTo>
                  <a:lnTo>
                    <a:pt x="595236" y="391452"/>
                  </a:lnTo>
                  <a:lnTo>
                    <a:pt x="589140" y="403644"/>
                  </a:lnTo>
                  <a:lnTo>
                    <a:pt x="573913" y="424967"/>
                  </a:lnTo>
                  <a:lnTo>
                    <a:pt x="535863" y="463042"/>
                  </a:lnTo>
                  <a:lnTo>
                    <a:pt x="491718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46" y="528535"/>
                  </a:lnTo>
                  <a:lnTo>
                    <a:pt x="397332" y="531583"/>
                  </a:lnTo>
                  <a:lnTo>
                    <a:pt x="383628" y="534631"/>
                  </a:lnTo>
                  <a:lnTo>
                    <a:pt x="368401" y="536155"/>
                  </a:lnTo>
                  <a:lnTo>
                    <a:pt x="353174" y="539203"/>
                  </a:lnTo>
                  <a:lnTo>
                    <a:pt x="442487" y="539203"/>
                  </a:lnTo>
                  <a:lnTo>
                    <a:pt x="502373" y="511784"/>
                  </a:lnTo>
                  <a:lnTo>
                    <a:pt x="549567" y="476757"/>
                  </a:lnTo>
                  <a:lnTo>
                    <a:pt x="580009" y="446290"/>
                  </a:lnTo>
                  <a:lnTo>
                    <a:pt x="611974" y="400596"/>
                  </a:lnTo>
                  <a:lnTo>
                    <a:pt x="637857" y="335089"/>
                  </a:lnTo>
                  <a:lnTo>
                    <a:pt x="643940" y="293966"/>
                  </a:lnTo>
                  <a:lnTo>
                    <a:pt x="643940" y="265023"/>
                  </a:lnTo>
                  <a:lnTo>
                    <a:pt x="637857" y="222376"/>
                  </a:lnTo>
                  <a:lnTo>
                    <a:pt x="628726" y="196481"/>
                  </a:lnTo>
                  <a:lnTo>
                    <a:pt x="624154" y="182778"/>
                  </a:lnTo>
                  <a:lnTo>
                    <a:pt x="618070" y="170586"/>
                  </a:lnTo>
                  <a:lnTo>
                    <a:pt x="611974" y="156883"/>
                  </a:lnTo>
                  <a:lnTo>
                    <a:pt x="604367" y="146227"/>
                  </a:lnTo>
                  <a:lnTo>
                    <a:pt x="580009" y="111188"/>
                  </a:lnTo>
                  <a:lnTo>
                    <a:pt x="548043" y="80721"/>
                  </a:lnTo>
                  <a:lnTo>
                    <a:pt x="500849" y="47218"/>
                  </a:lnTo>
                  <a:lnTo>
                    <a:pt x="461264" y="27419"/>
                  </a:lnTo>
                  <a:lnTo>
                    <a:pt x="446036" y="21323"/>
                  </a:lnTo>
                  <a:lnTo>
                    <a:pt x="441473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1675803" y="5469224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3058375" y="5320474"/>
            <a:ext cx="644525" cy="559435"/>
            <a:chOff x="3058375" y="5320474"/>
            <a:chExt cx="644525" cy="559435"/>
          </a:xfrm>
        </p:grpSpPr>
        <p:sp>
          <p:nvSpPr>
            <p:cNvPr id="51" name="object 51"/>
            <p:cNvSpPr/>
            <p:nvPr/>
          </p:nvSpPr>
          <p:spPr>
            <a:xfrm>
              <a:off x="3067507" y="5329605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537" y="3559"/>
                  </a:lnTo>
                  <a:lnTo>
                    <a:pt x="213564" y="13855"/>
                  </a:lnTo>
                  <a:lnTo>
                    <a:pt x="168806" y="30310"/>
                  </a:lnTo>
                  <a:lnTo>
                    <a:pt x="127912" y="52349"/>
                  </a:lnTo>
                  <a:lnTo>
                    <a:pt x="91530" y="79397"/>
                  </a:lnTo>
                  <a:lnTo>
                    <a:pt x="60308" y="110877"/>
                  </a:lnTo>
                  <a:lnTo>
                    <a:pt x="34896" y="146214"/>
                  </a:lnTo>
                  <a:lnTo>
                    <a:pt x="15941" y="184832"/>
                  </a:lnTo>
                  <a:lnTo>
                    <a:pt x="4093" y="226155"/>
                  </a:lnTo>
                  <a:lnTo>
                    <a:pt x="0" y="269608"/>
                  </a:lnTo>
                  <a:lnTo>
                    <a:pt x="4093" y="313473"/>
                  </a:lnTo>
                  <a:lnTo>
                    <a:pt x="15941" y="355126"/>
                  </a:lnTo>
                  <a:lnTo>
                    <a:pt x="34896" y="394000"/>
                  </a:lnTo>
                  <a:lnTo>
                    <a:pt x="60308" y="429529"/>
                  </a:lnTo>
                  <a:lnTo>
                    <a:pt x="91530" y="461146"/>
                  </a:lnTo>
                  <a:lnTo>
                    <a:pt x="127912" y="488285"/>
                  </a:lnTo>
                  <a:lnTo>
                    <a:pt x="168806" y="510379"/>
                  </a:lnTo>
                  <a:lnTo>
                    <a:pt x="213564" y="526861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2616" y="537166"/>
                  </a:lnTo>
                  <a:lnTo>
                    <a:pt x="410589" y="526861"/>
                  </a:lnTo>
                  <a:lnTo>
                    <a:pt x="455347" y="510379"/>
                  </a:lnTo>
                  <a:lnTo>
                    <a:pt x="496241" y="488285"/>
                  </a:lnTo>
                  <a:lnTo>
                    <a:pt x="532623" y="461146"/>
                  </a:lnTo>
                  <a:lnTo>
                    <a:pt x="563845" y="429529"/>
                  </a:lnTo>
                  <a:lnTo>
                    <a:pt x="589257" y="394000"/>
                  </a:lnTo>
                  <a:lnTo>
                    <a:pt x="608212" y="355126"/>
                  </a:lnTo>
                  <a:lnTo>
                    <a:pt x="620060" y="313473"/>
                  </a:lnTo>
                  <a:lnTo>
                    <a:pt x="624154" y="269608"/>
                  </a:lnTo>
                  <a:lnTo>
                    <a:pt x="620060" y="226155"/>
                  </a:lnTo>
                  <a:lnTo>
                    <a:pt x="608212" y="184832"/>
                  </a:lnTo>
                  <a:lnTo>
                    <a:pt x="589257" y="146214"/>
                  </a:lnTo>
                  <a:lnTo>
                    <a:pt x="563845" y="110877"/>
                  </a:lnTo>
                  <a:lnTo>
                    <a:pt x="532623" y="79397"/>
                  </a:lnTo>
                  <a:lnTo>
                    <a:pt x="496241" y="52349"/>
                  </a:lnTo>
                  <a:lnTo>
                    <a:pt x="455347" y="30310"/>
                  </a:lnTo>
                  <a:lnTo>
                    <a:pt x="410589" y="13855"/>
                  </a:lnTo>
                  <a:lnTo>
                    <a:pt x="362616" y="3559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3058375" y="5320474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47" y="0"/>
                  </a:moveTo>
                  <a:lnTo>
                    <a:pt x="304457" y="0"/>
                  </a:lnTo>
                  <a:lnTo>
                    <a:pt x="272491" y="3048"/>
                  </a:lnTo>
                  <a:lnTo>
                    <a:pt x="225298" y="12179"/>
                  </a:lnTo>
                  <a:lnTo>
                    <a:pt x="182676" y="27419"/>
                  </a:lnTo>
                  <a:lnTo>
                    <a:pt x="167449" y="33502"/>
                  </a:lnTo>
                  <a:lnTo>
                    <a:pt x="117208" y="63969"/>
                  </a:lnTo>
                  <a:lnTo>
                    <a:pt x="73063" y="102044"/>
                  </a:lnTo>
                  <a:lnTo>
                    <a:pt x="54800" y="123367"/>
                  </a:lnTo>
                  <a:lnTo>
                    <a:pt x="45669" y="134035"/>
                  </a:lnTo>
                  <a:lnTo>
                    <a:pt x="18262" y="182778"/>
                  </a:lnTo>
                  <a:lnTo>
                    <a:pt x="3035" y="237617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9131" y="350329"/>
                  </a:lnTo>
                  <a:lnTo>
                    <a:pt x="19786" y="376224"/>
                  </a:lnTo>
                  <a:lnTo>
                    <a:pt x="24345" y="388404"/>
                  </a:lnTo>
                  <a:lnTo>
                    <a:pt x="31965" y="400596"/>
                  </a:lnTo>
                  <a:lnTo>
                    <a:pt x="38049" y="412775"/>
                  </a:lnTo>
                  <a:lnTo>
                    <a:pt x="45669" y="424967"/>
                  </a:lnTo>
                  <a:lnTo>
                    <a:pt x="73063" y="458469"/>
                  </a:lnTo>
                  <a:lnTo>
                    <a:pt x="117208" y="495033"/>
                  </a:lnTo>
                  <a:lnTo>
                    <a:pt x="168973" y="525487"/>
                  </a:lnTo>
                  <a:lnTo>
                    <a:pt x="226822" y="546823"/>
                  </a:lnTo>
                  <a:lnTo>
                    <a:pt x="272491" y="555955"/>
                  </a:lnTo>
                  <a:lnTo>
                    <a:pt x="304457" y="559003"/>
                  </a:lnTo>
                  <a:lnTo>
                    <a:pt x="337947" y="559003"/>
                  </a:lnTo>
                  <a:lnTo>
                    <a:pt x="386664" y="552907"/>
                  </a:lnTo>
                  <a:lnTo>
                    <a:pt x="432333" y="542251"/>
                  </a:lnTo>
                  <a:lnTo>
                    <a:pt x="441468" y="539203"/>
                  </a:lnTo>
                  <a:lnTo>
                    <a:pt x="305981" y="539203"/>
                  </a:lnTo>
                  <a:lnTo>
                    <a:pt x="274015" y="536155"/>
                  </a:lnTo>
                  <a:lnTo>
                    <a:pt x="231393" y="528535"/>
                  </a:lnTo>
                  <a:lnTo>
                    <a:pt x="188760" y="513308"/>
                  </a:lnTo>
                  <a:lnTo>
                    <a:pt x="176580" y="508736"/>
                  </a:lnTo>
                  <a:lnTo>
                    <a:pt x="127876" y="479793"/>
                  </a:lnTo>
                  <a:lnTo>
                    <a:pt x="86766" y="444766"/>
                  </a:lnTo>
                  <a:lnTo>
                    <a:pt x="70027" y="424967"/>
                  </a:lnTo>
                  <a:lnTo>
                    <a:pt x="60883" y="414299"/>
                  </a:lnTo>
                  <a:lnTo>
                    <a:pt x="54800" y="402120"/>
                  </a:lnTo>
                  <a:lnTo>
                    <a:pt x="47180" y="391452"/>
                  </a:lnTo>
                  <a:lnTo>
                    <a:pt x="41097" y="380796"/>
                  </a:lnTo>
                  <a:lnTo>
                    <a:pt x="27393" y="344233"/>
                  </a:lnTo>
                  <a:lnTo>
                    <a:pt x="19786" y="306158"/>
                  </a:lnTo>
                  <a:lnTo>
                    <a:pt x="18262" y="292442"/>
                  </a:lnTo>
                  <a:lnTo>
                    <a:pt x="18262" y="266547"/>
                  </a:lnTo>
                  <a:lnTo>
                    <a:pt x="27393" y="214769"/>
                  </a:lnTo>
                  <a:lnTo>
                    <a:pt x="42621" y="178206"/>
                  </a:lnTo>
                  <a:lnTo>
                    <a:pt x="48704" y="167551"/>
                  </a:lnTo>
                  <a:lnTo>
                    <a:pt x="54800" y="155359"/>
                  </a:lnTo>
                  <a:lnTo>
                    <a:pt x="77635" y="123367"/>
                  </a:lnTo>
                  <a:lnTo>
                    <a:pt x="106552" y="95961"/>
                  </a:lnTo>
                  <a:lnTo>
                    <a:pt x="152222" y="63969"/>
                  </a:lnTo>
                  <a:lnTo>
                    <a:pt x="190284" y="45694"/>
                  </a:lnTo>
                  <a:lnTo>
                    <a:pt x="202463" y="39598"/>
                  </a:lnTo>
                  <a:lnTo>
                    <a:pt x="245084" y="27419"/>
                  </a:lnTo>
                  <a:lnTo>
                    <a:pt x="290766" y="19799"/>
                  </a:lnTo>
                  <a:lnTo>
                    <a:pt x="440960" y="19799"/>
                  </a:lnTo>
                  <a:lnTo>
                    <a:pt x="430809" y="16751"/>
                  </a:lnTo>
                  <a:lnTo>
                    <a:pt x="417118" y="12179"/>
                  </a:lnTo>
                  <a:lnTo>
                    <a:pt x="401891" y="9131"/>
                  </a:lnTo>
                  <a:lnTo>
                    <a:pt x="385140" y="6083"/>
                  </a:lnTo>
                  <a:lnTo>
                    <a:pt x="369925" y="3048"/>
                  </a:lnTo>
                  <a:lnTo>
                    <a:pt x="337947" y="0"/>
                  </a:lnTo>
                  <a:close/>
                </a:path>
                <a:path w="644525" h="559435">
                  <a:moveTo>
                    <a:pt x="440960" y="19799"/>
                  </a:moveTo>
                  <a:lnTo>
                    <a:pt x="353174" y="19799"/>
                  </a:lnTo>
                  <a:lnTo>
                    <a:pt x="368401" y="22847"/>
                  </a:lnTo>
                  <a:lnTo>
                    <a:pt x="382104" y="24371"/>
                  </a:lnTo>
                  <a:lnTo>
                    <a:pt x="412546" y="30454"/>
                  </a:lnTo>
                  <a:lnTo>
                    <a:pt x="439953" y="39598"/>
                  </a:lnTo>
                  <a:lnTo>
                    <a:pt x="453643" y="45694"/>
                  </a:lnTo>
                  <a:lnTo>
                    <a:pt x="465823" y="50266"/>
                  </a:lnTo>
                  <a:lnTo>
                    <a:pt x="514540" y="79197"/>
                  </a:lnTo>
                  <a:lnTo>
                    <a:pt x="555650" y="114236"/>
                  </a:lnTo>
                  <a:lnTo>
                    <a:pt x="572388" y="134035"/>
                  </a:lnTo>
                  <a:lnTo>
                    <a:pt x="581520" y="144703"/>
                  </a:lnTo>
                  <a:lnTo>
                    <a:pt x="587616" y="155359"/>
                  </a:lnTo>
                  <a:lnTo>
                    <a:pt x="595223" y="167551"/>
                  </a:lnTo>
                  <a:lnTo>
                    <a:pt x="601319" y="178206"/>
                  </a:lnTo>
                  <a:lnTo>
                    <a:pt x="615022" y="214769"/>
                  </a:lnTo>
                  <a:lnTo>
                    <a:pt x="622630" y="252844"/>
                  </a:lnTo>
                  <a:lnTo>
                    <a:pt x="624154" y="266547"/>
                  </a:lnTo>
                  <a:lnTo>
                    <a:pt x="624154" y="292442"/>
                  </a:lnTo>
                  <a:lnTo>
                    <a:pt x="621106" y="319862"/>
                  </a:lnTo>
                  <a:lnTo>
                    <a:pt x="615022" y="344233"/>
                  </a:lnTo>
                  <a:lnTo>
                    <a:pt x="605878" y="368604"/>
                  </a:lnTo>
                  <a:lnTo>
                    <a:pt x="599795" y="380796"/>
                  </a:lnTo>
                  <a:lnTo>
                    <a:pt x="595223" y="391452"/>
                  </a:lnTo>
                  <a:lnTo>
                    <a:pt x="564781" y="435622"/>
                  </a:lnTo>
                  <a:lnTo>
                    <a:pt x="535851" y="463042"/>
                  </a:lnTo>
                  <a:lnTo>
                    <a:pt x="490181" y="495033"/>
                  </a:lnTo>
                  <a:lnTo>
                    <a:pt x="453643" y="513308"/>
                  </a:lnTo>
                  <a:lnTo>
                    <a:pt x="439953" y="519404"/>
                  </a:lnTo>
                  <a:lnTo>
                    <a:pt x="397319" y="531583"/>
                  </a:lnTo>
                  <a:lnTo>
                    <a:pt x="366877" y="536155"/>
                  </a:lnTo>
                  <a:lnTo>
                    <a:pt x="351650" y="539203"/>
                  </a:lnTo>
                  <a:lnTo>
                    <a:pt x="441468" y="539203"/>
                  </a:lnTo>
                  <a:lnTo>
                    <a:pt x="446036" y="537679"/>
                  </a:lnTo>
                  <a:lnTo>
                    <a:pt x="500837" y="511784"/>
                  </a:lnTo>
                  <a:lnTo>
                    <a:pt x="548030" y="476757"/>
                  </a:lnTo>
                  <a:lnTo>
                    <a:pt x="596747" y="424967"/>
                  </a:lnTo>
                  <a:lnTo>
                    <a:pt x="624154" y="376224"/>
                  </a:lnTo>
                  <a:lnTo>
                    <a:pt x="639368" y="321386"/>
                  </a:lnTo>
                  <a:lnTo>
                    <a:pt x="643940" y="278739"/>
                  </a:lnTo>
                  <a:lnTo>
                    <a:pt x="642416" y="265023"/>
                  </a:lnTo>
                  <a:lnTo>
                    <a:pt x="640892" y="249796"/>
                  </a:lnTo>
                  <a:lnTo>
                    <a:pt x="639368" y="236093"/>
                  </a:lnTo>
                  <a:lnTo>
                    <a:pt x="633285" y="208673"/>
                  </a:lnTo>
                  <a:lnTo>
                    <a:pt x="628713" y="196481"/>
                  </a:lnTo>
                  <a:lnTo>
                    <a:pt x="624154" y="182778"/>
                  </a:lnTo>
                  <a:lnTo>
                    <a:pt x="604354" y="146227"/>
                  </a:lnTo>
                  <a:lnTo>
                    <a:pt x="569353" y="100520"/>
                  </a:lnTo>
                  <a:lnTo>
                    <a:pt x="525195" y="63969"/>
                  </a:lnTo>
                  <a:lnTo>
                    <a:pt x="473443" y="33502"/>
                  </a:lnTo>
                  <a:lnTo>
                    <a:pt x="446036" y="21323"/>
                  </a:lnTo>
                  <a:lnTo>
                    <a:pt x="440960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3267443" y="546922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3814965" y="5320474"/>
            <a:ext cx="644525" cy="559435"/>
            <a:chOff x="3814965" y="5320474"/>
            <a:chExt cx="644525" cy="559435"/>
          </a:xfrm>
        </p:grpSpPr>
        <p:sp>
          <p:nvSpPr>
            <p:cNvPr id="55" name="object 55"/>
            <p:cNvSpPr/>
            <p:nvPr/>
          </p:nvSpPr>
          <p:spPr>
            <a:xfrm>
              <a:off x="3824109" y="5329605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10" h="541020">
                  <a:moveTo>
                    <a:pt x="313601" y="0"/>
                  </a:moveTo>
                  <a:lnTo>
                    <a:pt x="262648" y="3559"/>
                  </a:lnTo>
                  <a:lnTo>
                    <a:pt x="214345" y="13855"/>
                  </a:lnTo>
                  <a:lnTo>
                    <a:pt x="169329" y="30310"/>
                  </a:lnTo>
                  <a:lnTo>
                    <a:pt x="128241" y="52349"/>
                  </a:lnTo>
                  <a:lnTo>
                    <a:pt x="91720" y="79397"/>
                  </a:lnTo>
                  <a:lnTo>
                    <a:pt x="60406" y="110877"/>
                  </a:lnTo>
                  <a:lnTo>
                    <a:pt x="34937" y="146214"/>
                  </a:lnTo>
                  <a:lnTo>
                    <a:pt x="15954" y="184832"/>
                  </a:lnTo>
                  <a:lnTo>
                    <a:pt x="4095" y="226155"/>
                  </a:lnTo>
                  <a:lnTo>
                    <a:pt x="0" y="269608"/>
                  </a:lnTo>
                  <a:lnTo>
                    <a:pt x="4095" y="313473"/>
                  </a:lnTo>
                  <a:lnTo>
                    <a:pt x="15954" y="355126"/>
                  </a:lnTo>
                  <a:lnTo>
                    <a:pt x="34937" y="394000"/>
                  </a:lnTo>
                  <a:lnTo>
                    <a:pt x="60406" y="429529"/>
                  </a:lnTo>
                  <a:lnTo>
                    <a:pt x="91720" y="461146"/>
                  </a:lnTo>
                  <a:lnTo>
                    <a:pt x="128241" y="488285"/>
                  </a:lnTo>
                  <a:lnTo>
                    <a:pt x="169329" y="510379"/>
                  </a:lnTo>
                  <a:lnTo>
                    <a:pt x="214345" y="526861"/>
                  </a:lnTo>
                  <a:lnTo>
                    <a:pt x="262648" y="537166"/>
                  </a:lnTo>
                  <a:lnTo>
                    <a:pt x="313601" y="540727"/>
                  </a:lnTo>
                  <a:lnTo>
                    <a:pt x="364140" y="537166"/>
                  </a:lnTo>
                  <a:lnTo>
                    <a:pt x="412113" y="526861"/>
                  </a:lnTo>
                  <a:lnTo>
                    <a:pt x="456871" y="510379"/>
                  </a:lnTo>
                  <a:lnTo>
                    <a:pt x="497765" y="488285"/>
                  </a:lnTo>
                  <a:lnTo>
                    <a:pt x="534147" y="461146"/>
                  </a:lnTo>
                  <a:lnTo>
                    <a:pt x="565369" y="429529"/>
                  </a:lnTo>
                  <a:lnTo>
                    <a:pt x="590781" y="394000"/>
                  </a:lnTo>
                  <a:lnTo>
                    <a:pt x="609736" y="355126"/>
                  </a:lnTo>
                  <a:lnTo>
                    <a:pt x="621584" y="313473"/>
                  </a:lnTo>
                  <a:lnTo>
                    <a:pt x="625678" y="269608"/>
                  </a:lnTo>
                  <a:lnTo>
                    <a:pt x="621584" y="226155"/>
                  </a:lnTo>
                  <a:lnTo>
                    <a:pt x="609736" y="184832"/>
                  </a:lnTo>
                  <a:lnTo>
                    <a:pt x="590781" y="146214"/>
                  </a:lnTo>
                  <a:lnTo>
                    <a:pt x="565369" y="110877"/>
                  </a:lnTo>
                  <a:lnTo>
                    <a:pt x="534147" y="79397"/>
                  </a:lnTo>
                  <a:lnTo>
                    <a:pt x="497765" y="52349"/>
                  </a:lnTo>
                  <a:lnTo>
                    <a:pt x="456871" y="30310"/>
                  </a:lnTo>
                  <a:lnTo>
                    <a:pt x="412113" y="13855"/>
                  </a:lnTo>
                  <a:lnTo>
                    <a:pt x="364140" y="3559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3814965" y="5320474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48"/>
                  </a:lnTo>
                  <a:lnTo>
                    <a:pt x="226834" y="12179"/>
                  </a:lnTo>
                  <a:lnTo>
                    <a:pt x="168986" y="33502"/>
                  </a:lnTo>
                  <a:lnTo>
                    <a:pt x="117220" y="63969"/>
                  </a:lnTo>
                  <a:lnTo>
                    <a:pt x="74599" y="102044"/>
                  </a:lnTo>
                  <a:lnTo>
                    <a:pt x="63944" y="111188"/>
                  </a:lnTo>
                  <a:lnTo>
                    <a:pt x="31978" y="158407"/>
                  </a:lnTo>
                  <a:lnTo>
                    <a:pt x="6095" y="223900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1524" y="309206"/>
                  </a:lnTo>
                  <a:lnTo>
                    <a:pt x="4571" y="322910"/>
                  </a:lnTo>
                  <a:lnTo>
                    <a:pt x="6095" y="336613"/>
                  </a:lnTo>
                  <a:lnTo>
                    <a:pt x="10655" y="350329"/>
                  </a:lnTo>
                  <a:lnTo>
                    <a:pt x="15227" y="362508"/>
                  </a:lnTo>
                  <a:lnTo>
                    <a:pt x="19799" y="376224"/>
                  </a:lnTo>
                  <a:lnTo>
                    <a:pt x="31978" y="400596"/>
                  </a:lnTo>
                  <a:lnTo>
                    <a:pt x="47193" y="424967"/>
                  </a:lnTo>
                  <a:lnTo>
                    <a:pt x="56337" y="437146"/>
                  </a:lnTo>
                  <a:lnTo>
                    <a:pt x="63944" y="447814"/>
                  </a:lnTo>
                  <a:lnTo>
                    <a:pt x="95910" y="478269"/>
                  </a:lnTo>
                  <a:lnTo>
                    <a:pt x="143103" y="511784"/>
                  </a:lnTo>
                  <a:lnTo>
                    <a:pt x="182689" y="531583"/>
                  </a:lnTo>
                  <a:lnTo>
                    <a:pt x="226834" y="546823"/>
                  </a:lnTo>
                  <a:lnTo>
                    <a:pt x="274027" y="555955"/>
                  </a:lnTo>
                  <a:lnTo>
                    <a:pt x="305993" y="559003"/>
                  </a:lnTo>
                  <a:lnTo>
                    <a:pt x="339483" y="559003"/>
                  </a:lnTo>
                  <a:lnTo>
                    <a:pt x="371449" y="555955"/>
                  </a:lnTo>
                  <a:lnTo>
                    <a:pt x="417118" y="546823"/>
                  </a:lnTo>
                  <a:lnTo>
                    <a:pt x="442497" y="539203"/>
                  </a:lnTo>
                  <a:lnTo>
                    <a:pt x="305993" y="539203"/>
                  </a:lnTo>
                  <a:lnTo>
                    <a:pt x="260324" y="534631"/>
                  </a:lnTo>
                  <a:lnTo>
                    <a:pt x="245097" y="531583"/>
                  </a:lnTo>
                  <a:lnTo>
                    <a:pt x="231393" y="528535"/>
                  </a:lnTo>
                  <a:lnTo>
                    <a:pt x="204000" y="519404"/>
                  </a:lnTo>
                  <a:lnTo>
                    <a:pt x="190296" y="513308"/>
                  </a:lnTo>
                  <a:lnTo>
                    <a:pt x="176593" y="508736"/>
                  </a:lnTo>
                  <a:lnTo>
                    <a:pt x="127876" y="479793"/>
                  </a:lnTo>
                  <a:lnTo>
                    <a:pt x="86779" y="444766"/>
                  </a:lnTo>
                  <a:lnTo>
                    <a:pt x="79171" y="434098"/>
                  </a:lnTo>
                  <a:lnTo>
                    <a:pt x="70027" y="424967"/>
                  </a:lnTo>
                  <a:lnTo>
                    <a:pt x="42633" y="380796"/>
                  </a:lnTo>
                  <a:lnTo>
                    <a:pt x="25882" y="332054"/>
                  </a:lnTo>
                  <a:lnTo>
                    <a:pt x="19799" y="292442"/>
                  </a:lnTo>
                  <a:lnTo>
                    <a:pt x="19799" y="266547"/>
                  </a:lnTo>
                  <a:lnTo>
                    <a:pt x="22834" y="239140"/>
                  </a:lnTo>
                  <a:lnTo>
                    <a:pt x="31978" y="202577"/>
                  </a:lnTo>
                  <a:lnTo>
                    <a:pt x="38061" y="190398"/>
                  </a:lnTo>
                  <a:lnTo>
                    <a:pt x="42633" y="178206"/>
                  </a:lnTo>
                  <a:lnTo>
                    <a:pt x="48717" y="167551"/>
                  </a:lnTo>
                  <a:lnTo>
                    <a:pt x="54813" y="155359"/>
                  </a:lnTo>
                  <a:lnTo>
                    <a:pt x="70027" y="134035"/>
                  </a:lnTo>
                  <a:lnTo>
                    <a:pt x="108089" y="95961"/>
                  </a:lnTo>
                  <a:lnTo>
                    <a:pt x="152234" y="63969"/>
                  </a:lnTo>
                  <a:lnTo>
                    <a:pt x="190296" y="45694"/>
                  </a:lnTo>
                  <a:lnTo>
                    <a:pt x="204000" y="39598"/>
                  </a:lnTo>
                  <a:lnTo>
                    <a:pt x="231393" y="30454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51" y="21323"/>
                  </a:lnTo>
                  <a:lnTo>
                    <a:pt x="290766" y="19799"/>
                  </a:lnTo>
                  <a:lnTo>
                    <a:pt x="441481" y="19799"/>
                  </a:lnTo>
                  <a:lnTo>
                    <a:pt x="432346" y="16751"/>
                  </a:lnTo>
                  <a:lnTo>
                    <a:pt x="417118" y="12179"/>
                  </a:lnTo>
                  <a:lnTo>
                    <a:pt x="386676" y="6083"/>
                  </a:lnTo>
                  <a:lnTo>
                    <a:pt x="369938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81" y="19799"/>
                  </a:moveTo>
                  <a:lnTo>
                    <a:pt x="353187" y="19799"/>
                  </a:lnTo>
                  <a:lnTo>
                    <a:pt x="368414" y="22847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59" y="30454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7359" y="50266"/>
                  </a:lnTo>
                  <a:lnTo>
                    <a:pt x="516077" y="79197"/>
                  </a:lnTo>
                  <a:lnTo>
                    <a:pt x="557174" y="114236"/>
                  </a:lnTo>
                  <a:lnTo>
                    <a:pt x="564794" y="124891"/>
                  </a:lnTo>
                  <a:lnTo>
                    <a:pt x="573925" y="134035"/>
                  </a:lnTo>
                  <a:lnTo>
                    <a:pt x="589152" y="155359"/>
                  </a:lnTo>
                  <a:lnTo>
                    <a:pt x="595236" y="167551"/>
                  </a:lnTo>
                  <a:lnTo>
                    <a:pt x="601332" y="178206"/>
                  </a:lnTo>
                  <a:lnTo>
                    <a:pt x="607415" y="190398"/>
                  </a:lnTo>
                  <a:lnTo>
                    <a:pt x="611987" y="202577"/>
                  </a:lnTo>
                  <a:lnTo>
                    <a:pt x="615022" y="214769"/>
                  </a:lnTo>
                  <a:lnTo>
                    <a:pt x="619594" y="226949"/>
                  </a:lnTo>
                  <a:lnTo>
                    <a:pt x="621118" y="240664"/>
                  </a:lnTo>
                  <a:lnTo>
                    <a:pt x="624166" y="252844"/>
                  </a:lnTo>
                  <a:lnTo>
                    <a:pt x="624166" y="266547"/>
                  </a:lnTo>
                  <a:lnTo>
                    <a:pt x="625678" y="280263"/>
                  </a:lnTo>
                  <a:lnTo>
                    <a:pt x="624166" y="292442"/>
                  </a:lnTo>
                  <a:lnTo>
                    <a:pt x="621118" y="319862"/>
                  </a:lnTo>
                  <a:lnTo>
                    <a:pt x="611987" y="356425"/>
                  </a:lnTo>
                  <a:lnTo>
                    <a:pt x="607415" y="368604"/>
                  </a:lnTo>
                  <a:lnTo>
                    <a:pt x="601332" y="380796"/>
                  </a:lnTo>
                  <a:lnTo>
                    <a:pt x="595236" y="391452"/>
                  </a:lnTo>
                  <a:lnTo>
                    <a:pt x="589152" y="403644"/>
                  </a:lnTo>
                  <a:lnTo>
                    <a:pt x="564794" y="435622"/>
                  </a:lnTo>
                  <a:lnTo>
                    <a:pt x="535863" y="463042"/>
                  </a:lnTo>
                  <a:lnTo>
                    <a:pt x="491718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59" y="528535"/>
                  </a:lnTo>
                  <a:lnTo>
                    <a:pt x="397332" y="531583"/>
                  </a:lnTo>
                  <a:lnTo>
                    <a:pt x="383628" y="534631"/>
                  </a:lnTo>
                  <a:lnTo>
                    <a:pt x="368414" y="536155"/>
                  </a:lnTo>
                  <a:lnTo>
                    <a:pt x="353187" y="539203"/>
                  </a:lnTo>
                  <a:lnTo>
                    <a:pt x="442497" y="539203"/>
                  </a:lnTo>
                  <a:lnTo>
                    <a:pt x="502373" y="511784"/>
                  </a:lnTo>
                  <a:lnTo>
                    <a:pt x="549567" y="476757"/>
                  </a:lnTo>
                  <a:lnTo>
                    <a:pt x="589152" y="435622"/>
                  </a:lnTo>
                  <a:lnTo>
                    <a:pt x="611987" y="400596"/>
                  </a:lnTo>
                  <a:lnTo>
                    <a:pt x="637857" y="335089"/>
                  </a:lnTo>
                  <a:lnTo>
                    <a:pt x="643953" y="293966"/>
                  </a:lnTo>
                  <a:lnTo>
                    <a:pt x="643953" y="265023"/>
                  </a:lnTo>
                  <a:lnTo>
                    <a:pt x="637857" y="222376"/>
                  </a:lnTo>
                  <a:lnTo>
                    <a:pt x="628726" y="196481"/>
                  </a:lnTo>
                  <a:lnTo>
                    <a:pt x="624166" y="182778"/>
                  </a:lnTo>
                  <a:lnTo>
                    <a:pt x="618070" y="170586"/>
                  </a:lnTo>
                  <a:lnTo>
                    <a:pt x="611987" y="156883"/>
                  </a:lnTo>
                  <a:lnTo>
                    <a:pt x="604367" y="146227"/>
                  </a:lnTo>
                  <a:lnTo>
                    <a:pt x="580008" y="111188"/>
                  </a:lnTo>
                  <a:lnTo>
                    <a:pt x="549567" y="80721"/>
                  </a:lnTo>
                  <a:lnTo>
                    <a:pt x="500849" y="47218"/>
                  </a:lnTo>
                  <a:lnTo>
                    <a:pt x="461276" y="27419"/>
                  </a:lnTo>
                  <a:lnTo>
                    <a:pt x="446049" y="21323"/>
                  </a:lnTo>
                  <a:lnTo>
                    <a:pt x="441481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4024807" y="546922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411361" y="548098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59" name="object 59"/>
          <p:cNvGrpSpPr/>
          <p:nvPr/>
        </p:nvGrpSpPr>
        <p:grpSpPr>
          <a:xfrm>
            <a:off x="5224653" y="4849812"/>
            <a:ext cx="740410" cy="734695"/>
            <a:chOff x="5224653" y="4849812"/>
            <a:chExt cx="740410" cy="734695"/>
          </a:xfrm>
        </p:grpSpPr>
        <p:sp>
          <p:nvSpPr>
            <p:cNvPr id="60" name="object 60"/>
            <p:cNvSpPr/>
            <p:nvPr/>
          </p:nvSpPr>
          <p:spPr>
            <a:xfrm>
              <a:off x="5233784" y="4880267"/>
              <a:ext cx="718820" cy="675005"/>
            </a:xfrm>
            <a:custGeom>
              <a:avLst/>
              <a:gdLst/>
              <a:ahLst/>
              <a:cxnLst/>
              <a:rect l="l" t="t" r="r" b="b"/>
              <a:pathLst>
                <a:path w="718820" h="675004">
                  <a:moveTo>
                    <a:pt x="478015" y="0"/>
                  </a:moveTo>
                  <a:lnTo>
                    <a:pt x="478015" y="239140"/>
                  </a:lnTo>
                  <a:lnTo>
                    <a:pt x="0" y="239140"/>
                  </a:lnTo>
                  <a:lnTo>
                    <a:pt x="0" y="435635"/>
                  </a:lnTo>
                  <a:lnTo>
                    <a:pt x="478015" y="435635"/>
                  </a:lnTo>
                  <a:lnTo>
                    <a:pt x="478015" y="674776"/>
                  </a:lnTo>
                  <a:lnTo>
                    <a:pt x="718540" y="336626"/>
                  </a:lnTo>
                  <a:lnTo>
                    <a:pt x="478015" y="0"/>
                  </a:lnTo>
                  <a:close/>
                </a:path>
              </a:pathLst>
            </a:custGeom>
            <a:solidFill>
              <a:srgbClr val="94B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1" name="object 61"/>
            <p:cNvSpPr/>
            <p:nvPr/>
          </p:nvSpPr>
          <p:spPr>
            <a:xfrm>
              <a:off x="5224653" y="4849812"/>
              <a:ext cx="740410" cy="734695"/>
            </a:xfrm>
            <a:custGeom>
              <a:avLst/>
              <a:gdLst/>
              <a:ahLst/>
              <a:cxnLst/>
              <a:rect l="l" t="t" r="r" b="b"/>
              <a:pathLst>
                <a:path w="740410" h="734695">
                  <a:moveTo>
                    <a:pt x="478015" y="466089"/>
                  </a:moveTo>
                  <a:lnTo>
                    <a:pt x="478015" y="734174"/>
                  </a:lnTo>
                  <a:lnTo>
                    <a:pt x="498659" y="705231"/>
                  </a:lnTo>
                  <a:lnTo>
                    <a:pt x="497801" y="705231"/>
                  </a:lnTo>
                  <a:lnTo>
                    <a:pt x="479539" y="699135"/>
                  </a:lnTo>
                  <a:lnTo>
                    <a:pt x="497801" y="673575"/>
                  </a:lnTo>
                  <a:lnTo>
                    <a:pt x="497801" y="475221"/>
                  </a:lnTo>
                  <a:lnTo>
                    <a:pt x="487146" y="475221"/>
                  </a:lnTo>
                  <a:lnTo>
                    <a:pt x="478015" y="466089"/>
                  </a:lnTo>
                  <a:close/>
                </a:path>
                <a:path w="740410" h="734695">
                  <a:moveTo>
                    <a:pt x="497801" y="673575"/>
                  </a:moveTo>
                  <a:lnTo>
                    <a:pt x="479539" y="699135"/>
                  </a:lnTo>
                  <a:lnTo>
                    <a:pt x="497801" y="705231"/>
                  </a:lnTo>
                  <a:lnTo>
                    <a:pt x="497801" y="673575"/>
                  </a:lnTo>
                  <a:close/>
                </a:path>
                <a:path w="740410" h="734695">
                  <a:moveTo>
                    <a:pt x="716253" y="367842"/>
                  </a:moveTo>
                  <a:lnTo>
                    <a:pt x="497801" y="673575"/>
                  </a:lnTo>
                  <a:lnTo>
                    <a:pt x="497801" y="705231"/>
                  </a:lnTo>
                  <a:lnTo>
                    <a:pt x="498659" y="705231"/>
                  </a:lnTo>
                  <a:lnTo>
                    <a:pt x="735503" y="373176"/>
                  </a:lnTo>
                  <a:lnTo>
                    <a:pt x="720064" y="373176"/>
                  </a:lnTo>
                  <a:lnTo>
                    <a:pt x="716253" y="367842"/>
                  </a:lnTo>
                  <a:close/>
                </a:path>
                <a:path w="740410" h="734695">
                  <a:moveTo>
                    <a:pt x="478015" y="260464"/>
                  </a:moveTo>
                  <a:lnTo>
                    <a:pt x="0" y="260464"/>
                  </a:lnTo>
                  <a:lnTo>
                    <a:pt x="0" y="475221"/>
                  </a:lnTo>
                  <a:lnTo>
                    <a:pt x="478015" y="475221"/>
                  </a:lnTo>
                  <a:lnTo>
                    <a:pt x="478015" y="466089"/>
                  </a:lnTo>
                  <a:lnTo>
                    <a:pt x="18262" y="466089"/>
                  </a:lnTo>
                  <a:lnTo>
                    <a:pt x="9131" y="456945"/>
                  </a:lnTo>
                  <a:lnTo>
                    <a:pt x="18262" y="456945"/>
                  </a:lnTo>
                  <a:lnTo>
                    <a:pt x="18262" y="278739"/>
                  </a:lnTo>
                  <a:lnTo>
                    <a:pt x="9131" y="278739"/>
                  </a:lnTo>
                  <a:lnTo>
                    <a:pt x="18262" y="269595"/>
                  </a:lnTo>
                  <a:lnTo>
                    <a:pt x="478015" y="269595"/>
                  </a:lnTo>
                  <a:lnTo>
                    <a:pt x="478015" y="260464"/>
                  </a:lnTo>
                  <a:close/>
                </a:path>
                <a:path w="740410" h="734695">
                  <a:moveTo>
                    <a:pt x="497801" y="456945"/>
                  </a:moveTo>
                  <a:lnTo>
                    <a:pt x="18262" y="456945"/>
                  </a:lnTo>
                  <a:lnTo>
                    <a:pt x="18262" y="466089"/>
                  </a:lnTo>
                  <a:lnTo>
                    <a:pt x="478015" y="466089"/>
                  </a:lnTo>
                  <a:lnTo>
                    <a:pt x="487146" y="475221"/>
                  </a:lnTo>
                  <a:lnTo>
                    <a:pt x="497801" y="475221"/>
                  </a:lnTo>
                  <a:lnTo>
                    <a:pt x="497801" y="456945"/>
                  </a:lnTo>
                  <a:close/>
                </a:path>
                <a:path w="740410" h="734695">
                  <a:moveTo>
                    <a:pt x="18262" y="456945"/>
                  </a:moveTo>
                  <a:lnTo>
                    <a:pt x="9131" y="456945"/>
                  </a:lnTo>
                  <a:lnTo>
                    <a:pt x="18262" y="466089"/>
                  </a:lnTo>
                  <a:lnTo>
                    <a:pt x="18262" y="456945"/>
                  </a:lnTo>
                  <a:close/>
                </a:path>
                <a:path w="740410" h="734695">
                  <a:moveTo>
                    <a:pt x="720064" y="362508"/>
                  </a:moveTo>
                  <a:lnTo>
                    <a:pt x="716253" y="367842"/>
                  </a:lnTo>
                  <a:lnTo>
                    <a:pt x="720064" y="373176"/>
                  </a:lnTo>
                  <a:lnTo>
                    <a:pt x="720064" y="362508"/>
                  </a:lnTo>
                  <a:close/>
                </a:path>
                <a:path w="740410" h="734695">
                  <a:moveTo>
                    <a:pt x="736590" y="362508"/>
                  </a:moveTo>
                  <a:lnTo>
                    <a:pt x="720064" y="362508"/>
                  </a:lnTo>
                  <a:lnTo>
                    <a:pt x="720064" y="373176"/>
                  </a:lnTo>
                  <a:lnTo>
                    <a:pt x="735503" y="373176"/>
                  </a:lnTo>
                  <a:lnTo>
                    <a:pt x="739851" y="367080"/>
                  </a:lnTo>
                  <a:lnTo>
                    <a:pt x="736590" y="362508"/>
                  </a:lnTo>
                  <a:close/>
                </a:path>
                <a:path w="740410" h="734695">
                  <a:moveTo>
                    <a:pt x="499738" y="30454"/>
                  </a:moveTo>
                  <a:lnTo>
                    <a:pt x="497801" y="30454"/>
                  </a:lnTo>
                  <a:lnTo>
                    <a:pt x="497801" y="62109"/>
                  </a:lnTo>
                  <a:lnTo>
                    <a:pt x="716253" y="367842"/>
                  </a:lnTo>
                  <a:lnTo>
                    <a:pt x="720064" y="362508"/>
                  </a:lnTo>
                  <a:lnTo>
                    <a:pt x="736590" y="362508"/>
                  </a:lnTo>
                  <a:lnTo>
                    <a:pt x="499738" y="30454"/>
                  </a:lnTo>
                  <a:close/>
                </a:path>
                <a:path w="740410" h="734695">
                  <a:moveTo>
                    <a:pt x="18262" y="269595"/>
                  </a:moveTo>
                  <a:lnTo>
                    <a:pt x="9131" y="278739"/>
                  </a:lnTo>
                  <a:lnTo>
                    <a:pt x="18262" y="278739"/>
                  </a:lnTo>
                  <a:lnTo>
                    <a:pt x="18262" y="269595"/>
                  </a:lnTo>
                  <a:close/>
                </a:path>
                <a:path w="740410" h="734695">
                  <a:moveTo>
                    <a:pt x="497801" y="260464"/>
                  </a:moveTo>
                  <a:lnTo>
                    <a:pt x="487146" y="260464"/>
                  </a:lnTo>
                  <a:lnTo>
                    <a:pt x="478015" y="269595"/>
                  </a:lnTo>
                  <a:lnTo>
                    <a:pt x="18262" y="269595"/>
                  </a:lnTo>
                  <a:lnTo>
                    <a:pt x="18262" y="278739"/>
                  </a:lnTo>
                  <a:lnTo>
                    <a:pt x="497801" y="278739"/>
                  </a:lnTo>
                  <a:lnTo>
                    <a:pt x="497801" y="260464"/>
                  </a:lnTo>
                  <a:close/>
                </a:path>
                <a:path w="740410" h="734695">
                  <a:moveTo>
                    <a:pt x="478015" y="0"/>
                  </a:moveTo>
                  <a:lnTo>
                    <a:pt x="478015" y="269595"/>
                  </a:lnTo>
                  <a:lnTo>
                    <a:pt x="487146" y="260464"/>
                  </a:lnTo>
                  <a:lnTo>
                    <a:pt x="497801" y="260464"/>
                  </a:lnTo>
                  <a:lnTo>
                    <a:pt x="497801" y="62109"/>
                  </a:lnTo>
                  <a:lnTo>
                    <a:pt x="479539" y="36550"/>
                  </a:lnTo>
                  <a:lnTo>
                    <a:pt x="497801" y="30454"/>
                  </a:lnTo>
                  <a:lnTo>
                    <a:pt x="499738" y="30454"/>
                  </a:lnTo>
                  <a:lnTo>
                    <a:pt x="478015" y="0"/>
                  </a:lnTo>
                  <a:close/>
                </a:path>
                <a:path w="740410" h="734695">
                  <a:moveTo>
                    <a:pt x="497801" y="30454"/>
                  </a:moveTo>
                  <a:lnTo>
                    <a:pt x="479539" y="36550"/>
                  </a:lnTo>
                  <a:lnTo>
                    <a:pt x="497801" y="62109"/>
                  </a:lnTo>
                  <a:lnTo>
                    <a:pt x="497801" y="30454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2" name="object 62"/>
          <p:cNvSpPr txBox="1"/>
          <p:nvPr/>
        </p:nvSpPr>
        <p:spPr>
          <a:xfrm>
            <a:off x="7586650" y="6738447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344013" y="6738447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948182" y="577688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65" name="object 65"/>
          <p:cNvGrpSpPr/>
          <p:nvPr/>
        </p:nvGrpSpPr>
        <p:grpSpPr>
          <a:xfrm>
            <a:off x="8448954" y="5634240"/>
            <a:ext cx="644525" cy="559435"/>
            <a:chOff x="8448954" y="5634240"/>
            <a:chExt cx="644525" cy="559435"/>
          </a:xfrm>
        </p:grpSpPr>
        <p:sp>
          <p:nvSpPr>
            <p:cNvPr id="66" name="object 66"/>
            <p:cNvSpPr/>
            <p:nvPr/>
          </p:nvSpPr>
          <p:spPr>
            <a:xfrm>
              <a:off x="8459609" y="5643384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537" y="3561"/>
                  </a:lnTo>
                  <a:lnTo>
                    <a:pt x="213564" y="13867"/>
                  </a:lnTo>
                  <a:lnTo>
                    <a:pt x="168806" y="30351"/>
                  </a:lnTo>
                  <a:lnTo>
                    <a:pt x="127912" y="52447"/>
                  </a:lnTo>
                  <a:lnTo>
                    <a:pt x="91530" y="79587"/>
                  </a:lnTo>
                  <a:lnTo>
                    <a:pt x="60308" y="111206"/>
                  </a:lnTo>
                  <a:lnTo>
                    <a:pt x="34896" y="146737"/>
                  </a:lnTo>
                  <a:lnTo>
                    <a:pt x="15941" y="185612"/>
                  </a:lnTo>
                  <a:lnTo>
                    <a:pt x="4093" y="227266"/>
                  </a:lnTo>
                  <a:lnTo>
                    <a:pt x="0" y="271132"/>
                  </a:lnTo>
                  <a:lnTo>
                    <a:pt x="4093" y="314581"/>
                  </a:lnTo>
                  <a:lnTo>
                    <a:pt x="15941" y="355902"/>
                  </a:lnTo>
                  <a:lnTo>
                    <a:pt x="34896" y="394517"/>
                  </a:lnTo>
                  <a:lnTo>
                    <a:pt x="60308" y="429853"/>
                  </a:lnTo>
                  <a:lnTo>
                    <a:pt x="91530" y="461332"/>
                  </a:lnTo>
                  <a:lnTo>
                    <a:pt x="127912" y="488379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2619" y="537168"/>
                  </a:lnTo>
                  <a:lnTo>
                    <a:pt x="410595" y="526872"/>
                  </a:lnTo>
                  <a:lnTo>
                    <a:pt x="455355" y="510417"/>
                  </a:lnTo>
                  <a:lnTo>
                    <a:pt x="496251" y="488379"/>
                  </a:lnTo>
                  <a:lnTo>
                    <a:pt x="532634" y="461332"/>
                  </a:lnTo>
                  <a:lnTo>
                    <a:pt x="563857" y="429853"/>
                  </a:lnTo>
                  <a:lnTo>
                    <a:pt x="589269" y="394517"/>
                  </a:lnTo>
                  <a:lnTo>
                    <a:pt x="608224" y="355902"/>
                  </a:lnTo>
                  <a:lnTo>
                    <a:pt x="620073" y="314581"/>
                  </a:lnTo>
                  <a:lnTo>
                    <a:pt x="624166" y="271132"/>
                  </a:lnTo>
                  <a:lnTo>
                    <a:pt x="620073" y="227266"/>
                  </a:lnTo>
                  <a:lnTo>
                    <a:pt x="608224" y="185612"/>
                  </a:lnTo>
                  <a:lnTo>
                    <a:pt x="589269" y="146737"/>
                  </a:lnTo>
                  <a:lnTo>
                    <a:pt x="563857" y="111206"/>
                  </a:lnTo>
                  <a:lnTo>
                    <a:pt x="532634" y="79587"/>
                  </a:lnTo>
                  <a:lnTo>
                    <a:pt x="496251" y="52447"/>
                  </a:lnTo>
                  <a:lnTo>
                    <a:pt x="455355" y="30351"/>
                  </a:lnTo>
                  <a:lnTo>
                    <a:pt x="410595" y="13867"/>
                  </a:lnTo>
                  <a:lnTo>
                    <a:pt x="362619" y="3561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7" name="object 67"/>
            <p:cNvSpPr/>
            <p:nvPr/>
          </p:nvSpPr>
          <p:spPr>
            <a:xfrm>
              <a:off x="8448954" y="5634240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0"/>
                  </a:moveTo>
                  <a:lnTo>
                    <a:pt x="305993" y="0"/>
                  </a:lnTo>
                  <a:lnTo>
                    <a:pt x="274027" y="3048"/>
                  </a:lnTo>
                  <a:lnTo>
                    <a:pt x="226834" y="12192"/>
                  </a:lnTo>
                  <a:lnTo>
                    <a:pt x="182676" y="27419"/>
                  </a:lnTo>
                  <a:lnTo>
                    <a:pt x="143103" y="47218"/>
                  </a:lnTo>
                  <a:lnTo>
                    <a:pt x="95910" y="82257"/>
                  </a:lnTo>
                  <a:lnTo>
                    <a:pt x="47193" y="134048"/>
                  </a:lnTo>
                  <a:lnTo>
                    <a:pt x="19799" y="182791"/>
                  </a:lnTo>
                  <a:lnTo>
                    <a:pt x="4571" y="237617"/>
                  </a:lnTo>
                  <a:lnTo>
                    <a:pt x="0" y="280276"/>
                  </a:lnTo>
                  <a:lnTo>
                    <a:pt x="1524" y="293979"/>
                  </a:lnTo>
                  <a:lnTo>
                    <a:pt x="3047" y="309206"/>
                  </a:lnTo>
                  <a:lnTo>
                    <a:pt x="4571" y="322922"/>
                  </a:lnTo>
                  <a:lnTo>
                    <a:pt x="10655" y="350342"/>
                  </a:lnTo>
                  <a:lnTo>
                    <a:pt x="15227" y="362521"/>
                  </a:lnTo>
                  <a:lnTo>
                    <a:pt x="19799" y="376224"/>
                  </a:lnTo>
                  <a:lnTo>
                    <a:pt x="39585" y="412788"/>
                  </a:lnTo>
                  <a:lnTo>
                    <a:pt x="74599" y="458482"/>
                  </a:lnTo>
                  <a:lnTo>
                    <a:pt x="118744" y="496557"/>
                  </a:lnTo>
                  <a:lnTo>
                    <a:pt x="170510" y="525500"/>
                  </a:lnTo>
                  <a:lnTo>
                    <a:pt x="213131" y="542251"/>
                  </a:lnTo>
                  <a:lnTo>
                    <a:pt x="226834" y="546823"/>
                  </a:lnTo>
                  <a:lnTo>
                    <a:pt x="243573" y="549871"/>
                  </a:lnTo>
                  <a:lnTo>
                    <a:pt x="274027" y="555967"/>
                  </a:lnTo>
                  <a:lnTo>
                    <a:pt x="305993" y="559015"/>
                  </a:lnTo>
                  <a:lnTo>
                    <a:pt x="339483" y="559015"/>
                  </a:lnTo>
                  <a:lnTo>
                    <a:pt x="371449" y="555967"/>
                  </a:lnTo>
                  <a:lnTo>
                    <a:pt x="388200" y="552919"/>
                  </a:lnTo>
                  <a:lnTo>
                    <a:pt x="418642" y="546823"/>
                  </a:lnTo>
                  <a:lnTo>
                    <a:pt x="433870" y="542251"/>
                  </a:lnTo>
                  <a:lnTo>
                    <a:pt x="442992" y="539216"/>
                  </a:lnTo>
                  <a:lnTo>
                    <a:pt x="290766" y="539216"/>
                  </a:lnTo>
                  <a:lnTo>
                    <a:pt x="275551" y="536168"/>
                  </a:lnTo>
                  <a:lnTo>
                    <a:pt x="261848" y="534644"/>
                  </a:lnTo>
                  <a:lnTo>
                    <a:pt x="231393" y="528548"/>
                  </a:lnTo>
                  <a:lnTo>
                    <a:pt x="204000" y="519404"/>
                  </a:lnTo>
                  <a:lnTo>
                    <a:pt x="190296" y="513321"/>
                  </a:lnTo>
                  <a:lnTo>
                    <a:pt x="178117" y="508749"/>
                  </a:lnTo>
                  <a:lnTo>
                    <a:pt x="129400" y="479806"/>
                  </a:lnTo>
                  <a:lnTo>
                    <a:pt x="88303" y="444779"/>
                  </a:lnTo>
                  <a:lnTo>
                    <a:pt x="71551" y="424967"/>
                  </a:lnTo>
                  <a:lnTo>
                    <a:pt x="62420" y="414312"/>
                  </a:lnTo>
                  <a:lnTo>
                    <a:pt x="56324" y="403644"/>
                  </a:lnTo>
                  <a:lnTo>
                    <a:pt x="48717" y="391464"/>
                  </a:lnTo>
                  <a:lnTo>
                    <a:pt x="42633" y="380796"/>
                  </a:lnTo>
                  <a:lnTo>
                    <a:pt x="28930" y="344246"/>
                  </a:lnTo>
                  <a:lnTo>
                    <a:pt x="21310" y="306158"/>
                  </a:lnTo>
                  <a:lnTo>
                    <a:pt x="19799" y="292455"/>
                  </a:lnTo>
                  <a:lnTo>
                    <a:pt x="19799" y="266560"/>
                  </a:lnTo>
                  <a:lnTo>
                    <a:pt x="28930" y="214769"/>
                  </a:lnTo>
                  <a:lnTo>
                    <a:pt x="44145" y="178219"/>
                  </a:lnTo>
                  <a:lnTo>
                    <a:pt x="50241" y="167551"/>
                  </a:lnTo>
                  <a:lnTo>
                    <a:pt x="56324" y="155371"/>
                  </a:lnTo>
                  <a:lnTo>
                    <a:pt x="88303" y="114249"/>
                  </a:lnTo>
                  <a:lnTo>
                    <a:pt x="129400" y="79209"/>
                  </a:lnTo>
                  <a:lnTo>
                    <a:pt x="178117" y="50266"/>
                  </a:lnTo>
                  <a:lnTo>
                    <a:pt x="190296" y="45694"/>
                  </a:lnTo>
                  <a:lnTo>
                    <a:pt x="204000" y="39611"/>
                  </a:lnTo>
                  <a:lnTo>
                    <a:pt x="246621" y="27419"/>
                  </a:lnTo>
                  <a:lnTo>
                    <a:pt x="277063" y="22847"/>
                  </a:lnTo>
                  <a:lnTo>
                    <a:pt x="292290" y="19812"/>
                  </a:lnTo>
                  <a:lnTo>
                    <a:pt x="442525" y="19812"/>
                  </a:lnTo>
                  <a:lnTo>
                    <a:pt x="432346" y="16764"/>
                  </a:lnTo>
                  <a:lnTo>
                    <a:pt x="418642" y="12192"/>
                  </a:lnTo>
                  <a:lnTo>
                    <a:pt x="401904" y="9144"/>
                  </a:lnTo>
                  <a:lnTo>
                    <a:pt x="371449" y="3048"/>
                  </a:lnTo>
                  <a:lnTo>
                    <a:pt x="339483" y="0"/>
                  </a:lnTo>
                  <a:close/>
                </a:path>
                <a:path w="644525" h="559435">
                  <a:moveTo>
                    <a:pt x="442525" y="19812"/>
                  </a:moveTo>
                  <a:lnTo>
                    <a:pt x="337959" y="19812"/>
                  </a:lnTo>
                  <a:lnTo>
                    <a:pt x="369925" y="22847"/>
                  </a:lnTo>
                  <a:lnTo>
                    <a:pt x="383628" y="24371"/>
                  </a:lnTo>
                  <a:lnTo>
                    <a:pt x="414083" y="30467"/>
                  </a:lnTo>
                  <a:lnTo>
                    <a:pt x="441477" y="39611"/>
                  </a:lnTo>
                  <a:lnTo>
                    <a:pt x="455180" y="45694"/>
                  </a:lnTo>
                  <a:lnTo>
                    <a:pt x="467359" y="50266"/>
                  </a:lnTo>
                  <a:lnTo>
                    <a:pt x="516077" y="79209"/>
                  </a:lnTo>
                  <a:lnTo>
                    <a:pt x="557174" y="114249"/>
                  </a:lnTo>
                  <a:lnTo>
                    <a:pt x="573925" y="134048"/>
                  </a:lnTo>
                  <a:lnTo>
                    <a:pt x="583056" y="144703"/>
                  </a:lnTo>
                  <a:lnTo>
                    <a:pt x="589140" y="156895"/>
                  </a:lnTo>
                  <a:lnTo>
                    <a:pt x="596760" y="167551"/>
                  </a:lnTo>
                  <a:lnTo>
                    <a:pt x="602843" y="179743"/>
                  </a:lnTo>
                  <a:lnTo>
                    <a:pt x="619594" y="226961"/>
                  </a:lnTo>
                  <a:lnTo>
                    <a:pt x="625678" y="266560"/>
                  </a:lnTo>
                  <a:lnTo>
                    <a:pt x="625678" y="293979"/>
                  </a:lnTo>
                  <a:lnTo>
                    <a:pt x="624154" y="306158"/>
                  </a:lnTo>
                  <a:lnTo>
                    <a:pt x="622642" y="319874"/>
                  </a:lnTo>
                  <a:lnTo>
                    <a:pt x="616546" y="344246"/>
                  </a:lnTo>
                  <a:lnTo>
                    <a:pt x="607415" y="368617"/>
                  </a:lnTo>
                  <a:lnTo>
                    <a:pt x="601319" y="380796"/>
                  </a:lnTo>
                  <a:lnTo>
                    <a:pt x="595236" y="391464"/>
                  </a:lnTo>
                  <a:lnTo>
                    <a:pt x="589140" y="403644"/>
                  </a:lnTo>
                  <a:lnTo>
                    <a:pt x="566305" y="435635"/>
                  </a:lnTo>
                  <a:lnTo>
                    <a:pt x="537387" y="463054"/>
                  </a:lnTo>
                  <a:lnTo>
                    <a:pt x="491718" y="495033"/>
                  </a:lnTo>
                  <a:lnTo>
                    <a:pt x="453656" y="514845"/>
                  </a:lnTo>
                  <a:lnTo>
                    <a:pt x="412559" y="528548"/>
                  </a:lnTo>
                  <a:lnTo>
                    <a:pt x="368401" y="536168"/>
                  </a:lnTo>
                  <a:lnTo>
                    <a:pt x="353186" y="539216"/>
                  </a:lnTo>
                  <a:lnTo>
                    <a:pt x="442992" y="539216"/>
                  </a:lnTo>
                  <a:lnTo>
                    <a:pt x="447573" y="537692"/>
                  </a:lnTo>
                  <a:lnTo>
                    <a:pt x="461263" y="531596"/>
                  </a:lnTo>
                  <a:lnTo>
                    <a:pt x="476491" y="525500"/>
                  </a:lnTo>
                  <a:lnTo>
                    <a:pt x="526732" y="495033"/>
                  </a:lnTo>
                  <a:lnTo>
                    <a:pt x="570877" y="456958"/>
                  </a:lnTo>
                  <a:lnTo>
                    <a:pt x="589140" y="435635"/>
                  </a:lnTo>
                  <a:lnTo>
                    <a:pt x="598284" y="424967"/>
                  </a:lnTo>
                  <a:lnTo>
                    <a:pt x="625678" y="376224"/>
                  </a:lnTo>
                  <a:lnTo>
                    <a:pt x="637857" y="336626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51333"/>
                  </a:lnTo>
                  <a:lnTo>
                    <a:pt x="640905" y="236093"/>
                  </a:lnTo>
                  <a:lnTo>
                    <a:pt x="634822" y="208686"/>
                  </a:lnTo>
                  <a:lnTo>
                    <a:pt x="630250" y="196494"/>
                  </a:lnTo>
                  <a:lnTo>
                    <a:pt x="624154" y="182791"/>
                  </a:lnTo>
                  <a:lnTo>
                    <a:pt x="619594" y="170599"/>
                  </a:lnTo>
                  <a:lnTo>
                    <a:pt x="611974" y="158419"/>
                  </a:lnTo>
                  <a:lnTo>
                    <a:pt x="605891" y="146227"/>
                  </a:lnTo>
                  <a:lnTo>
                    <a:pt x="598284" y="134048"/>
                  </a:lnTo>
                  <a:lnTo>
                    <a:pt x="589140" y="123380"/>
                  </a:lnTo>
                  <a:lnTo>
                    <a:pt x="580008" y="111201"/>
                  </a:lnTo>
                  <a:lnTo>
                    <a:pt x="570877" y="100533"/>
                  </a:lnTo>
                  <a:lnTo>
                    <a:pt x="526732" y="63982"/>
                  </a:lnTo>
                  <a:lnTo>
                    <a:pt x="474967" y="33515"/>
                  </a:lnTo>
                  <a:lnTo>
                    <a:pt x="447573" y="21323"/>
                  </a:lnTo>
                  <a:lnTo>
                    <a:pt x="442525" y="19812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8" name="object 68"/>
          <p:cNvSpPr txBox="1"/>
          <p:nvPr/>
        </p:nvSpPr>
        <p:spPr>
          <a:xfrm>
            <a:off x="8659469" y="578311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69" name="object 69"/>
          <p:cNvGrpSpPr/>
          <p:nvPr/>
        </p:nvGrpSpPr>
        <p:grpSpPr>
          <a:xfrm>
            <a:off x="9207080" y="5634240"/>
            <a:ext cx="644525" cy="559435"/>
            <a:chOff x="9207080" y="5634240"/>
            <a:chExt cx="644525" cy="559435"/>
          </a:xfrm>
        </p:grpSpPr>
        <p:sp>
          <p:nvSpPr>
            <p:cNvPr id="70" name="object 70"/>
            <p:cNvSpPr/>
            <p:nvPr/>
          </p:nvSpPr>
          <p:spPr>
            <a:xfrm>
              <a:off x="9216211" y="5643384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20">
                  <a:moveTo>
                    <a:pt x="312077" y="0"/>
                  </a:moveTo>
                  <a:lnTo>
                    <a:pt x="261537" y="3561"/>
                  </a:lnTo>
                  <a:lnTo>
                    <a:pt x="213564" y="13867"/>
                  </a:lnTo>
                  <a:lnTo>
                    <a:pt x="168806" y="30351"/>
                  </a:lnTo>
                  <a:lnTo>
                    <a:pt x="127912" y="52447"/>
                  </a:lnTo>
                  <a:lnTo>
                    <a:pt x="91530" y="79587"/>
                  </a:lnTo>
                  <a:lnTo>
                    <a:pt x="60308" y="111206"/>
                  </a:lnTo>
                  <a:lnTo>
                    <a:pt x="34896" y="146737"/>
                  </a:lnTo>
                  <a:lnTo>
                    <a:pt x="15941" y="185612"/>
                  </a:lnTo>
                  <a:lnTo>
                    <a:pt x="4093" y="227266"/>
                  </a:lnTo>
                  <a:lnTo>
                    <a:pt x="0" y="271132"/>
                  </a:lnTo>
                  <a:lnTo>
                    <a:pt x="4093" y="314581"/>
                  </a:lnTo>
                  <a:lnTo>
                    <a:pt x="15941" y="355902"/>
                  </a:lnTo>
                  <a:lnTo>
                    <a:pt x="34896" y="394517"/>
                  </a:lnTo>
                  <a:lnTo>
                    <a:pt x="60308" y="429853"/>
                  </a:lnTo>
                  <a:lnTo>
                    <a:pt x="91530" y="461332"/>
                  </a:lnTo>
                  <a:lnTo>
                    <a:pt x="127912" y="488379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3029" y="537168"/>
                  </a:lnTo>
                  <a:lnTo>
                    <a:pt x="411333" y="526872"/>
                  </a:lnTo>
                  <a:lnTo>
                    <a:pt x="456348" y="510417"/>
                  </a:lnTo>
                  <a:lnTo>
                    <a:pt x="497436" y="488379"/>
                  </a:lnTo>
                  <a:lnTo>
                    <a:pt x="533957" y="461332"/>
                  </a:lnTo>
                  <a:lnTo>
                    <a:pt x="565271" y="429853"/>
                  </a:lnTo>
                  <a:lnTo>
                    <a:pt x="590740" y="394517"/>
                  </a:lnTo>
                  <a:lnTo>
                    <a:pt x="609724" y="355902"/>
                  </a:lnTo>
                  <a:lnTo>
                    <a:pt x="621583" y="314581"/>
                  </a:lnTo>
                  <a:lnTo>
                    <a:pt x="625678" y="271132"/>
                  </a:lnTo>
                  <a:lnTo>
                    <a:pt x="621583" y="227266"/>
                  </a:lnTo>
                  <a:lnTo>
                    <a:pt x="609724" y="185612"/>
                  </a:lnTo>
                  <a:lnTo>
                    <a:pt x="590740" y="146737"/>
                  </a:lnTo>
                  <a:lnTo>
                    <a:pt x="565271" y="111206"/>
                  </a:lnTo>
                  <a:lnTo>
                    <a:pt x="533957" y="79587"/>
                  </a:lnTo>
                  <a:lnTo>
                    <a:pt x="497436" y="52447"/>
                  </a:lnTo>
                  <a:lnTo>
                    <a:pt x="456348" y="30351"/>
                  </a:lnTo>
                  <a:lnTo>
                    <a:pt x="411333" y="13867"/>
                  </a:lnTo>
                  <a:lnTo>
                    <a:pt x="363029" y="3561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1" name="object 71"/>
            <p:cNvSpPr/>
            <p:nvPr/>
          </p:nvSpPr>
          <p:spPr>
            <a:xfrm>
              <a:off x="9207080" y="5634240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491" y="3048"/>
                  </a:lnTo>
                  <a:lnTo>
                    <a:pt x="226822" y="12192"/>
                  </a:lnTo>
                  <a:lnTo>
                    <a:pt x="168973" y="33515"/>
                  </a:lnTo>
                  <a:lnTo>
                    <a:pt x="117221" y="63982"/>
                  </a:lnTo>
                  <a:lnTo>
                    <a:pt x="73075" y="102057"/>
                  </a:lnTo>
                  <a:lnTo>
                    <a:pt x="47193" y="134048"/>
                  </a:lnTo>
                  <a:lnTo>
                    <a:pt x="19786" y="182791"/>
                  </a:lnTo>
                  <a:lnTo>
                    <a:pt x="6083" y="22391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6083" y="336626"/>
                  </a:lnTo>
                  <a:lnTo>
                    <a:pt x="15227" y="362521"/>
                  </a:lnTo>
                  <a:lnTo>
                    <a:pt x="19786" y="376224"/>
                  </a:lnTo>
                  <a:lnTo>
                    <a:pt x="25882" y="388416"/>
                  </a:lnTo>
                  <a:lnTo>
                    <a:pt x="31965" y="402120"/>
                  </a:lnTo>
                  <a:lnTo>
                    <a:pt x="39573" y="412788"/>
                  </a:lnTo>
                  <a:lnTo>
                    <a:pt x="63931" y="447814"/>
                  </a:lnTo>
                  <a:lnTo>
                    <a:pt x="94386" y="478282"/>
                  </a:lnTo>
                  <a:lnTo>
                    <a:pt x="143103" y="511797"/>
                  </a:lnTo>
                  <a:lnTo>
                    <a:pt x="182676" y="531596"/>
                  </a:lnTo>
                  <a:lnTo>
                    <a:pt x="226822" y="546823"/>
                  </a:lnTo>
                  <a:lnTo>
                    <a:pt x="274015" y="555967"/>
                  </a:lnTo>
                  <a:lnTo>
                    <a:pt x="305993" y="559015"/>
                  </a:lnTo>
                  <a:lnTo>
                    <a:pt x="337959" y="559015"/>
                  </a:lnTo>
                  <a:lnTo>
                    <a:pt x="371449" y="555967"/>
                  </a:lnTo>
                  <a:lnTo>
                    <a:pt x="417118" y="546823"/>
                  </a:lnTo>
                  <a:lnTo>
                    <a:pt x="442479" y="539216"/>
                  </a:lnTo>
                  <a:lnTo>
                    <a:pt x="290766" y="539216"/>
                  </a:lnTo>
                  <a:lnTo>
                    <a:pt x="275539" y="536168"/>
                  </a:lnTo>
                  <a:lnTo>
                    <a:pt x="231394" y="528548"/>
                  </a:lnTo>
                  <a:lnTo>
                    <a:pt x="190296" y="513321"/>
                  </a:lnTo>
                  <a:lnTo>
                    <a:pt x="176593" y="508749"/>
                  </a:lnTo>
                  <a:lnTo>
                    <a:pt x="127876" y="479806"/>
                  </a:lnTo>
                  <a:lnTo>
                    <a:pt x="86766" y="444779"/>
                  </a:lnTo>
                  <a:lnTo>
                    <a:pt x="79159" y="434111"/>
                  </a:lnTo>
                  <a:lnTo>
                    <a:pt x="70027" y="424967"/>
                  </a:lnTo>
                  <a:lnTo>
                    <a:pt x="54800" y="403644"/>
                  </a:lnTo>
                  <a:lnTo>
                    <a:pt x="48717" y="391464"/>
                  </a:lnTo>
                  <a:lnTo>
                    <a:pt x="42621" y="380796"/>
                  </a:lnTo>
                  <a:lnTo>
                    <a:pt x="36537" y="368617"/>
                  </a:lnTo>
                  <a:lnTo>
                    <a:pt x="31965" y="356425"/>
                  </a:lnTo>
                  <a:lnTo>
                    <a:pt x="28917" y="344246"/>
                  </a:lnTo>
                  <a:lnTo>
                    <a:pt x="24358" y="332054"/>
                  </a:lnTo>
                  <a:lnTo>
                    <a:pt x="22834" y="318350"/>
                  </a:lnTo>
                  <a:lnTo>
                    <a:pt x="19786" y="306158"/>
                  </a:lnTo>
                  <a:lnTo>
                    <a:pt x="19786" y="292455"/>
                  </a:lnTo>
                  <a:lnTo>
                    <a:pt x="18262" y="278752"/>
                  </a:lnTo>
                  <a:lnTo>
                    <a:pt x="19786" y="266560"/>
                  </a:lnTo>
                  <a:lnTo>
                    <a:pt x="22834" y="239141"/>
                  </a:lnTo>
                  <a:lnTo>
                    <a:pt x="31965" y="202590"/>
                  </a:lnTo>
                  <a:lnTo>
                    <a:pt x="36537" y="190398"/>
                  </a:lnTo>
                  <a:lnTo>
                    <a:pt x="42621" y="178219"/>
                  </a:lnTo>
                  <a:lnTo>
                    <a:pt x="48717" y="167551"/>
                  </a:lnTo>
                  <a:lnTo>
                    <a:pt x="54800" y="155371"/>
                  </a:lnTo>
                  <a:lnTo>
                    <a:pt x="70027" y="134048"/>
                  </a:lnTo>
                  <a:lnTo>
                    <a:pt x="79159" y="124904"/>
                  </a:lnTo>
                  <a:lnTo>
                    <a:pt x="88290" y="114249"/>
                  </a:lnTo>
                  <a:lnTo>
                    <a:pt x="129400" y="79209"/>
                  </a:lnTo>
                  <a:lnTo>
                    <a:pt x="178117" y="50266"/>
                  </a:lnTo>
                  <a:lnTo>
                    <a:pt x="190296" y="45694"/>
                  </a:lnTo>
                  <a:lnTo>
                    <a:pt x="203987" y="39611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11" y="24371"/>
                  </a:lnTo>
                  <a:lnTo>
                    <a:pt x="275539" y="22847"/>
                  </a:lnTo>
                  <a:lnTo>
                    <a:pt x="290766" y="19812"/>
                  </a:lnTo>
                  <a:lnTo>
                    <a:pt x="441507" y="19812"/>
                  </a:lnTo>
                  <a:lnTo>
                    <a:pt x="432346" y="16764"/>
                  </a:lnTo>
                  <a:lnTo>
                    <a:pt x="417118" y="12192"/>
                  </a:lnTo>
                  <a:lnTo>
                    <a:pt x="386676" y="6096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507" y="19812"/>
                  </a:moveTo>
                  <a:lnTo>
                    <a:pt x="337959" y="19812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46" y="30467"/>
                  </a:lnTo>
                  <a:lnTo>
                    <a:pt x="439953" y="39611"/>
                  </a:lnTo>
                  <a:lnTo>
                    <a:pt x="453656" y="45694"/>
                  </a:lnTo>
                  <a:lnTo>
                    <a:pt x="467360" y="50266"/>
                  </a:lnTo>
                  <a:lnTo>
                    <a:pt x="516064" y="79209"/>
                  </a:lnTo>
                  <a:lnTo>
                    <a:pt x="557174" y="114249"/>
                  </a:lnTo>
                  <a:lnTo>
                    <a:pt x="564781" y="124904"/>
                  </a:lnTo>
                  <a:lnTo>
                    <a:pt x="573913" y="134048"/>
                  </a:lnTo>
                  <a:lnTo>
                    <a:pt x="581532" y="144703"/>
                  </a:lnTo>
                  <a:lnTo>
                    <a:pt x="589140" y="156895"/>
                  </a:lnTo>
                  <a:lnTo>
                    <a:pt x="595236" y="167551"/>
                  </a:lnTo>
                  <a:lnTo>
                    <a:pt x="601319" y="179743"/>
                  </a:lnTo>
                  <a:lnTo>
                    <a:pt x="607415" y="190398"/>
                  </a:lnTo>
                  <a:lnTo>
                    <a:pt x="621106" y="240665"/>
                  </a:lnTo>
                  <a:lnTo>
                    <a:pt x="624154" y="266560"/>
                  </a:lnTo>
                  <a:lnTo>
                    <a:pt x="624154" y="293979"/>
                  </a:lnTo>
                  <a:lnTo>
                    <a:pt x="622630" y="306158"/>
                  </a:lnTo>
                  <a:lnTo>
                    <a:pt x="621106" y="319874"/>
                  </a:lnTo>
                  <a:lnTo>
                    <a:pt x="611974" y="356425"/>
                  </a:lnTo>
                  <a:lnTo>
                    <a:pt x="605891" y="368617"/>
                  </a:lnTo>
                  <a:lnTo>
                    <a:pt x="601319" y="380796"/>
                  </a:lnTo>
                  <a:lnTo>
                    <a:pt x="595236" y="391464"/>
                  </a:lnTo>
                  <a:lnTo>
                    <a:pt x="589140" y="403644"/>
                  </a:lnTo>
                  <a:lnTo>
                    <a:pt x="573913" y="424967"/>
                  </a:lnTo>
                  <a:lnTo>
                    <a:pt x="535863" y="463054"/>
                  </a:lnTo>
                  <a:lnTo>
                    <a:pt x="491718" y="495033"/>
                  </a:lnTo>
                  <a:lnTo>
                    <a:pt x="453656" y="514845"/>
                  </a:lnTo>
                  <a:lnTo>
                    <a:pt x="412546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68401" y="536168"/>
                  </a:lnTo>
                  <a:lnTo>
                    <a:pt x="353174" y="539216"/>
                  </a:lnTo>
                  <a:lnTo>
                    <a:pt x="442479" y="539216"/>
                  </a:lnTo>
                  <a:lnTo>
                    <a:pt x="502373" y="511797"/>
                  </a:lnTo>
                  <a:lnTo>
                    <a:pt x="549567" y="476758"/>
                  </a:lnTo>
                  <a:lnTo>
                    <a:pt x="569353" y="456958"/>
                  </a:lnTo>
                  <a:lnTo>
                    <a:pt x="580008" y="447814"/>
                  </a:lnTo>
                  <a:lnTo>
                    <a:pt x="611974" y="400596"/>
                  </a:lnTo>
                  <a:lnTo>
                    <a:pt x="633285" y="348818"/>
                  </a:lnTo>
                  <a:lnTo>
                    <a:pt x="637857" y="336626"/>
                  </a:lnTo>
                  <a:lnTo>
                    <a:pt x="640905" y="321398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42429" y="251333"/>
                  </a:lnTo>
                  <a:lnTo>
                    <a:pt x="639381" y="236093"/>
                  </a:lnTo>
                  <a:lnTo>
                    <a:pt x="637857" y="222389"/>
                  </a:lnTo>
                  <a:lnTo>
                    <a:pt x="633285" y="208686"/>
                  </a:lnTo>
                  <a:lnTo>
                    <a:pt x="628726" y="196494"/>
                  </a:lnTo>
                  <a:lnTo>
                    <a:pt x="624154" y="182791"/>
                  </a:lnTo>
                  <a:lnTo>
                    <a:pt x="611974" y="158419"/>
                  </a:lnTo>
                  <a:lnTo>
                    <a:pt x="596760" y="134048"/>
                  </a:lnTo>
                  <a:lnTo>
                    <a:pt x="587616" y="123380"/>
                  </a:lnTo>
                  <a:lnTo>
                    <a:pt x="580008" y="111201"/>
                  </a:lnTo>
                  <a:lnTo>
                    <a:pt x="548043" y="80733"/>
                  </a:lnTo>
                  <a:lnTo>
                    <a:pt x="500849" y="47218"/>
                  </a:lnTo>
                  <a:lnTo>
                    <a:pt x="461264" y="27419"/>
                  </a:lnTo>
                  <a:lnTo>
                    <a:pt x="446049" y="21323"/>
                  </a:lnTo>
                  <a:lnTo>
                    <a:pt x="441507" y="19812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2" name="object 72"/>
          <p:cNvSpPr txBox="1"/>
          <p:nvPr/>
        </p:nvSpPr>
        <p:spPr>
          <a:xfrm>
            <a:off x="9416833" y="578311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75" name="object 75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76" name="object 76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3" name="object 73"/>
          <p:cNvSpPr txBox="1"/>
          <p:nvPr/>
        </p:nvSpPr>
        <p:spPr>
          <a:xfrm>
            <a:off x="7836801" y="578311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162647" y="472704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460957" y="4269473"/>
            <a:ext cx="2049056" cy="2936697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462443" y="703197"/>
            <a:ext cx="336169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939">
                <a:solidFill>
                  <a:srgbClr val="775E54"/>
                </a:solidFill>
                <a:latin typeface="Dotum"/>
                <a:cs typeface="Dotum"/>
              </a:rPr>
              <a:t>허프만</a:t>
            </a:r>
            <a:r>
              <a:rPr dirty="0" sz="4400" spc="-260">
                <a:solidFill>
                  <a:srgbClr val="775E54"/>
                </a:solidFill>
                <a:latin typeface="Dotum"/>
                <a:cs typeface="Dotum"/>
              </a:rPr>
              <a:t> </a:t>
            </a:r>
            <a:r>
              <a:rPr dirty="0" sz="4400" spc="-2600">
                <a:solidFill>
                  <a:srgbClr val="775E54"/>
                </a:solidFill>
                <a:latin typeface="Dotum"/>
                <a:cs typeface="Dotum"/>
              </a:rPr>
              <a:t>코드</a:t>
            </a:r>
            <a:r>
              <a:rPr dirty="0" sz="4400" spc="-260">
                <a:solidFill>
                  <a:srgbClr val="775E54"/>
                </a:solidFill>
                <a:latin typeface="Dotum"/>
                <a:cs typeface="Dotum"/>
              </a:rPr>
              <a:t> </a:t>
            </a:r>
            <a:r>
              <a:rPr dirty="0" sz="4400" spc="-1525">
                <a:solidFill>
                  <a:srgbClr val="775E54"/>
                </a:solidFill>
                <a:latin typeface="Dotum"/>
                <a:cs typeface="Dotum"/>
              </a:rPr>
              <a:t>생성</a:t>
            </a:r>
            <a:r>
              <a:rPr dirty="0" sz="4400" spc="-260">
                <a:solidFill>
                  <a:srgbClr val="775E54"/>
                </a:solidFill>
                <a:latin typeface="Dotum"/>
                <a:cs typeface="Dotum"/>
              </a:rPr>
              <a:t> </a:t>
            </a:r>
            <a:r>
              <a:rPr dirty="0" sz="4400" spc="-1550">
                <a:solidFill>
                  <a:srgbClr val="775E54"/>
                </a:solidFill>
                <a:latin typeface="Dotum"/>
                <a:cs typeface="Dotum"/>
              </a:rPr>
              <a:t>절차</a:t>
            </a:r>
            <a:endParaRPr sz="4400">
              <a:latin typeface="Dotum"/>
              <a:cs typeface="Dotu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087645" y="4097350"/>
            <a:ext cx="740410" cy="734695"/>
            <a:chOff x="5087645" y="4097350"/>
            <a:chExt cx="740410" cy="734695"/>
          </a:xfrm>
        </p:grpSpPr>
        <p:sp>
          <p:nvSpPr>
            <p:cNvPr id="5" name="object 5"/>
            <p:cNvSpPr/>
            <p:nvPr/>
          </p:nvSpPr>
          <p:spPr>
            <a:xfrm>
              <a:off x="5096776" y="4126293"/>
              <a:ext cx="720090" cy="675005"/>
            </a:xfrm>
            <a:custGeom>
              <a:avLst/>
              <a:gdLst/>
              <a:ahLst/>
              <a:cxnLst/>
              <a:rect l="l" t="t" r="r" b="b"/>
              <a:pathLst>
                <a:path w="720089" h="675004">
                  <a:moveTo>
                    <a:pt x="479539" y="0"/>
                  </a:moveTo>
                  <a:lnTo>
                    <a:pt x="479539" y="239141"/>
                  </a:lnTo>
                  <a:lnTo>
                    <a:pt x="0" y="239141"/>
                  </a:lnTo>
                  <a:lnTo>
                    <a:pt x="0" y="435635"/>
                  </a:lnTo>
                  <a:lnTo>
                    <a:pt x="479539" y="435635"/>
                  </a:lnTo>
                  <a:lnTo>
                    <a:pt x="479539" y="674776"/>
                  </a:lnTo>
                  <a:lnTo>
                    <a:pt x="720064" y="338150"/>
                  </a:lnTo>
                  <a:lnTo>
                    <a:pt x="479539" y="0"/>
                  </a:lnTo>
                  <a:close/>
                </a:path>
              </a:pathLst>
            </a:custGeom>
            <a:solidFill>
              <a:srgbClr val="94B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5087645" y="4097350"/>
              <a:ext cx="740410" cy="734695"/>
            </a:xfrm>
            <a:custGeom>
              <a:avLst/>
              <a:gdLst/>
              <a:ahLst/>
              <a:cxnLst/>
              <a:rect l="l" t="t" r="r" b="b"/>
              <a:pathLst>
                <a:path w="740410" h="734695">
                  <a:moveTo>
                    <a:pt x="478015" y="464578"/>
                  </a:moveTo>
                  <a:lnTo>
                    <a:pt x="478015" y="734174"/>
                  </a:lnTo>
                  <a:lnTo>
                    <a:pt x="499738" y="703719"/>
                  </a:lnTo>
                  <a:lnTo>
                    <a:pt x="497801" y="703719"/>
                  </a:lnTo>
                  <a:lnTo>
                    <a:pt x="481050" y="697623"/>
                  </a:lnTo>
                  <a:lnTo>
                    <a:pt x="497801" y="674180"/>
                  </a:lnTo>
                  <a:lnTo>
                    <a:pt x="497801" y="473710"/>
                  </a:lnTo>
                  <a:lnTo>
                    <a:pt x="488670" y="473710"/>
                  </a:lnTo>
                  <a:lnTo>
                    <a:pt x="478015" y="464578"/>
                  </a:lnTo>
                  <a:close/>
                </a:path>
                <a:path w="740410" h="734695">
                  <a:moveTo>
                    <a:pt x="497801" y="674180"/>
                  </a:moveTo>
                  <a:lnTo>
                    <a:pt x="481050" y="697623"/>
                  </a:lnTo>
                  <a:lnTo>
                    <a:pt x="497801" y="703719"/>
                  </a:lnTo>
                  <a:lnTo>
                    <a:pt x="497801" y="674180"/>
                  </a:lnTo>
                  <a:close/>
                </a:path>
                <a:path w="740410" h="734695">
                  <a:moveTo>
                    <a:pt x="717777" y="366331"/>
                  </a:moveTo>
                  <a:lnTo>
                    <a:pt x="497801" y="674180"/>
                  </a:lnTo>
                  <a:lnTo>
                    <a:pt x="497801" y="703719"/>
                  </a:lnTo>
                  <a:lnTo>
                    <a:pt x="499738" y="703719"/>
                  </a:lnTo>
                  <a:lnTo>
                    <a:pt x="736590" y="371665"/>
                  </a:lnTo>
                  <a:lnTo>
                    <a:pt x="721588" y="371665"/>
                  </a:lnTo>
                  <a:lnTo>
                    <a:pt x="717777" y="366331"/>
                  </a:lnTo>
                  <a:close/>
                </a:path>
                <a:path w="740410" h="734695">
                  <a:moveTo>
                    <a:pt x="478015" y="258953"/>
                  </a:moveTo>
                  <a:lnTo>
                    <a:pt x="0" y="258953"/>
                  </a:lnTo>
                  <a:lnTo>
                    <a:pt x="0" y="473710"/>
                  </a:lnTo>
                  <a:lnTo>
                    <a:pt x="478015" y="473710"/>
                  </a:lnTo>
                  <a:lnTo>
                    <a:pt x="478015" y="464578"/>
                  </a:lnTo>
                  <a:lnTo>
                    <a:pt x="18262" y="464578"/>
                  </a:lnTo>
                  <a:lnTo>
                    <a:pt x="9131" y="455434"/>
                  </a:lnTo>
                  <a:lnTo>
                    <a:pt x="18262" y="455434"/>
                  </a:lnTo>
                  <a:lnTo>
                    <a:pt x="18262" y="277228"/>
                  </a:lnTo>
                  <a:lnTo>
                    <a:pt x="9131" y="277228"/>
                  </a:lnTo>
                  <a:lnTo>
                    <a:pt x="18262" y="268084"/>
                  </a:lnTo>
                  <a:lnTo>
                    <a:pt x="478015" y="268084"/>
                  </a:lnTo>
                  <a:lnTo>
                    <a:pt x="478015" y="258953"/>
                  </a:lnTo>
                  <a:close/>
                </a:path>
                <a:path w="740410" h="734695">
                  <a:moveTo>
                    <a:pt x="497801" y="455434"/>
                  </a:moveTo>
                  <a:lnTo>
                    <a:pt x="18262" y="455434"/>
                  </a:lnTo>
                  <a:lnTo>
                    <a:pt x="18262" y="464578"/>
                  </a:lnTo>
                  <a:lnTo>
                    <a:pt x="478015" y="464578"/>
                  </a:lnTo>
                  <a:lnTo>
                    <a:pt x="488670" y="473710"/>
                  </a:lnTo>
                  <a:lnTo>
                    <a:pt x="497801" y="473710"/>
                  </a:lnTo>
                  <a:lnTo>
                    <a:pt x="497801" y="455434"/>
                  </a:lnTo>
                  <a:close/>
                </a:path>
                <a:path w="740410" h="734695">
                  <a:moveTo>
                    <a:pt x="18262" y="455434"/>
                  </a:moveTo>
                  <a:lnTo>
                    <a:pt x="9131" y="455434"/>
                  </a:lnTo>
                  <a:lnTo>
                    <a:pt x="18262" y="464578"/>
                  </a:lnTo>
                  <a:lnTo>
                    <a:pt x="18262" y="455434"/>
                  </a:lnTo>
                  <a:close/>
                </a:path>
                <a:path w="740410" h="734695">
                  <a:moveTo>
                    <a:pt x="721588" y="360997"/>
                  </a:moveTo>
                  <a:lnTo>
                    <a:pt x="717777" y="366331"/>
                  </a:lnTo>
                  <a:lnTo>
                    <a:pt x="721588" y="371665"/>
                  </a:lnTo>
                  <a:lnTo>
                    <a:pt x="721588" y="360997"/>
                  </a:lnTo>
                  <a:close/>
                </a:path>
                <a:path w="740410" h="734695">
                  <a:moveTo>
                    <a:pt x="735503" y="360997"/>
                  </a:moveTo>
                  <a:lnTo>
                    <a:pt x="721588" y="360997"/>
                  </a:lnTo>
                  <a:lnTo>
                    <a:pt x="721588" y="371665"/>
                  </a:lnTo>
                  <a:lnTo>
                    <a:pt x="736590" y="371665"/>
                  </a:lnTo>
                  <a:lnTo>
                    <a:pt x="739851" y="367093"/>
                  </a:lnTo>
                  <a:lnTo>
                    <a:pt x="735503" y="360997"/>
                  </a:lnTo>
                  <a:close/>
                </a:path>
                <a:path w="740410" h="734695">
                  <a:moveTo>
                    <a:pt x="498659" y="28943"/>
                  </a:moveTo>
                  <a:lnTo>
                    <a:pt x="497801" y="28943"/>
                  </a:lnTo>
                  <a:lnTo>
                    <a:pt x="497801" y="58482"/>
                  </a:lnTo>
                  <a:lnTo>
                    <a:pt x="717777" y="366331"/>
                  </a:lnTo>
                  <a:lnTo>
                    <a:pt x="721588" y="360997"/>
                  </a:lnTo>
                  <a:lnTo>
                    <a:pt x="735503" y="360997"/>
                  </a:lnTo>
                  <a:lnTo>
                    <a:pt x="498659" y="28943"/>
                  </a:lnTo>
                  <a:close/>
                </a:path>
                <a:path w="740410" h="734695">
                  <a:moveTo>
                    <a:pt x="18262" y="268084"/>
                  </a:moveTo>
                  <a:lnTo>
                    <a:pt x="9131" y="277228"/>
                  </a:lnTo>
                  <a:lnTo>
                    <a:pt x="18262" y="277228"/>
                  </a:lnTo>
                  <a:lnTo>
                    <a:pt x="18262" y="268084"/>
                  </a:lnTo>
                  <a:close/>
                </a:path>
                <a:path w="740410" h="734695">
                  <a:moveTo>
                    <a:pt x="497801" y="258953"/>
                  </a:moveTo>
                  <a:lnTo>
                    <a:pt x="488670" y="258953"/>
                  </a:lnTo>
                  <a:lnTo>
                    <a:pt x="478015" y="268084"/>
                  </a:lnTo>
                  <a:lnTo>
                    <a:pt x="18262" y="268084"/>
                  </a:lnTo>
                  <a:lnTo>
                    <a:pt x="18262" y="277228"/>
                  </a:lnTo>
                  <a:lnTo>
                    <a:pt x="497801" y="277228"/>
                  </a:lnTo>
                  <a:lnTo>
                    <a:pt x="497801" y="258953"/>
                  </a:lnTo>
                  <a:close/>
                </a:path>
                <a:path w="740410" h="734695">
                  <a:moveTo>
                    <a:pt x="478015" y="0"/>
                  </a:moveTo>
                  <a:lnTo>
                    <a:pt x="478015" y="268084"/>
                  </a:lnTo>
                  <a:lnTo>
                    <a:pt x="488670" y="258953"/>
                  </a:lnTo>
                  <a:lnTo>
                    <a:pt x="497801" y="258953"/>
                  </a:lnTo>
                  <a:lnTo>
                    <a:pt x="497801" y="58482"/>
                  </a:lnTo>
                  <a:lnTo>
                    <a:pt x="481050" y="35039"/>
                  </a:lnTo>
                  <a:lnTo>
                    <a:pt x="497801" y="28943"/>
                  </a:lnTo>
                  <a:lnTo>
                    <a:pt x="498659" y="28943"/>
                  </a:lnTo>
                  <a:lnTo>
                    <a:pt x="478015" y="0"/>
                  </a:lnTo>
                  <a:close/>
                </a:path>
                <a:path w="740410" h="734695">
                  <a:moveTo>
                    <a:pt x="497801" y="28943"/>
                  </a:moveTo>
                  <a:lnTo>
                    <a:pt x="481050" y="35039"/>
                  </a:lnTo>
                  <a:lnTo>
                    <a:pt x="497801" y="58482"/>
                  </a:lnTo>
                  <a:lnTo>
                    <a:pt x="497801" y="28943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957893" y="4546688"/>
            <a:ext cx="2039924" cy="2569616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3854602" y="6706199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611954" y="6706199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216122" y="5744636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520812" y="4525365"/>
            <a:ext cx="644525" cy="559435"/>
            <a:chOff x="1520812" y="4525365"/>
            <a:chExt cx="644525" cy="559435"/>
          </a:xfrm>
        </p:grpSpPr>
        <p:sp>
          <p:nvSpPr>
            <p:cNvPr id="12" name="object 12"/>
            <p:cNvSpPr/>
            <p:nvPr/>
          </p:nvSpPr>
          <p:spPr>
            <a:xfrm>
              <a:off x="1529943" y="4534509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10" h="541020">
                  <a:moveTo>
                    <a:pt x="313601" y="0"/>
                  </a:moveTo>
                  <a:lnTo>
                    <a:pt x="262648" y="3561"/>
                  </a:lnTo>
                  <a:lnTo>
                    <a:pt x="214345" y="13867"/>
                  </a:lnTo>
                  <a:lnTo>
                    <a:pt x="169329" y="30351"/>
                  </a:lnTo>
                  <a:lnTo>
                    <a:pt x="128241" y="52446"/>
                  </a:lnTo>
                  <a:lnTo>
                    <a:pt x="91720" y="79586"/>
                  </a:lnTo>
                  <a:lnTo>
                    <a:pt x="60406" y="111203"/>
                  </a:lnTo>
                  <a:lnTo>
                    <a:pt x="34937" y="146732"/>
                  </a:lnTo>
                  <a:lnTo>
                    <a:pt x="15954" y="185606"/>
                  </a:lnTo>
                  <a:lnTo>
                    <a:pt x="4095" y="227257"/>
                  </a:lnTo>
                  <a:lnTo>
                    <a:pt x="0" y="271119"/>
                  </a:lnTo>
                  <a:lnTo>
                    <a:pt x="4095" y="314942"/>
                  </a:lnTo>
                  <a:lnTo>
                    <a:pt x="15954" y="356480"/>
                  </a:lnTo>
                  <a:lnTo>
                    <a:pt x="34937" y="395185"/>
                  </a:lnTo>
                  <a:lnTo>
                    <a:pt x="60406" y="430508"/>
                  </a:lnTo>
                  <a:lnTo>
                    <a:pt x="91720" y="461902"/>
                  </a:lnTo>
                  <a:lnTo>
                    <a:pt x="128241" y="488817"/>
                  </a:lnTo>
                  <a:lnTo>
                    <a:pt x="169329" y="510705"/>
                  </a:lnTo>
                  <a:lnTo>
                    <a:pt x="214345" y="527019"/>
                  </a:lnTo>
                  <a:lnTo>
                    <a:pt x="262648" y="537209"/>
                  </a:lnTo>
                  <a:lnTo>
                    <a:pt x="313601" y="540727"/>
                  </a:lnTo>
                  <a:lnTo>
                    <a:pt x="364140" y="537209"/>
                  </a:lnTo>
                  <a:lnTo>
                    <a:pt x="412113" y="527019"/>
                  </a:lnTo>
                  <a:lnTo>
                    <a:pt x="456871" y="510705"/>
                  </a:lnTo>
                  <a:lnTo>
                    <a:pt x="497765" y="488817"/>
                  </a:lnTo>
                  <a:lnTo>
                    <a:pt x="534147" y="461902"/>
                  </a:lnTo>
                  <a:lnTo>
                    <a:pt x="565369" y="430508"/>
                  </a:lnTo>
                  <a:lnTo>
                    <a:pt x="590781" y="395185"/>
                  </a:lnTo>
                  <a:lnTo>
                    <a:pt x="609736" y="356480"/>
                  </a:lnTo>
                  <a:lnTo>
                    <a:pt x="621584" y="314942"/>
                  </a:lnTo>
                  <a:lnTo>
                    <a:pt x="625678" y="271119"/>
                  </a:lnTo>
                  <a:lnTo>
                    <a:pt x="621584" y="227257"/>
                  </a:lnTo>
                  <a:lnTo>
                    <a:pt x="609736" y="185606"/>
                  </a:lnTo>
                  <a:lnTo>
                    <a:pt x="590781" y="146732"/>
                  </a:lnTo>
                  <a:lnTo>
                    <a:pt x="565369" y="111203"/>
                  </a:lnTo>
                  <a:lnTo>
                    <a:pt x="534147" y="79586"/>
                  </a:lnTo>
                  <a:lnTo>
                    <a:pt x="497765" y="52446"/>
                  </a:lnTo>
                  <a:lnTo>
                    <a:pt x="456871" y="30351"/>
                  </a:lnTo>
                  <a:lnTo>
                    <a:pt x="412113" y="13867"/>
                  </a:lnTo>
                  <a:lnTo>
                    <a:pt x="364140" y="3561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1520812" y="4525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48"/>
                  </a:lnTo>
                  <a:lnTo>
                    <a:pt x="226822" y="12192"/>
                  </a:lnTo>
                  <a:lnTo>
                    <a:pt x="211607" y="16764"/>
                  </a:lnTo>
                  <a:lnTo>
                    <a:pt x="196380" y="22847"/>
                  </a:lnTo>
                  <a:lnTo>
                    <a:pt x="182676" y="27419"/>
                  </a:lnTo>
                  <a:lnTo>
                    <a:pt x="141579" y="47218"/>
                  </a:lnTo>
                  <a:lnTo>
                    <a:pt x="94386" y="82257"/>
                  </a:lnTo>
                  <a:lnTo>
                    <a:pt x="63931" y="112725"/>
                  </a:lnTo>
                  <a:lnTo>
                    <a:pt x="31965" y="158419"/>
                  </a:lnTo>
                  <a:lnTo>
                    <a:pt x="15227" y="196494"/>
                  </a:lnTo>
                  <a:lnTo>
                    <a:pt x="4571" y="237617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0655" y="350342"/>
                  </a:lnTo>
                  <a:lnTo>
                    <a:pt x="25882" y="389940"/>
                  </a:lnTo>
                  <a:lnTo>
                    <a:pt x="47193" y="424967"/>
                  </a:lnTo>
                  <a:lnTo>
                    <a:pt x="74599" y="458482"/>
                  </a:lnTo>
                  <a:lnTo>
                    <a:pt x="118744" y="496557"/>
                  </a:lnTo>
                  <a:lnTo>
                    <a:pt x="168973" y="525500"/>
                  </a:lnTo>
                  <a:lnTo>
                    <a:pt x="211607" y="542251"/>
                  </a:lnTo>
                  <a:lnTo>
                    <a:pt x="257276" y="552919"/>
                  </a:lnTo>
                  <a:lnTo>
                    <a:pt x="305993" y="559015"/>
                  </a:lnTo>
                  <a:lnTo>
                    <a:pt x="339483" y="559015"/>
                  </a:lnTo>
                  <a:lnTo>
                    <a:pt x="371449" y="555967"/>
                  </a:lnTo>
                  <a:lnTo>
                    <a:pt x="417118" y="546823"/>
                  </a:lnTo>
                  <a:lnTo>
                    <a:pt x="437441" y="540727"/>
                  </a:lnTo>
                  <a:lnTo>
                    <a:pt x="321208" y="540727"/>
                  </a:lnTo>
                  <a:lnTo>
                    <a:pt x="305993" y="539216"/>
                  </a:lnTo>
                  <a:lnTo>
                    <a:pt x="290766" y="539216"/>
                  </a:lnTo>
                  <a:lnTo>
                    <a:pt x="275539" y="537692"/>
                  </a:lnTo>
                  <a:lnTo>
                    <a:pt x="260324" y="534644"/>
                  </a:lnTo>
                  <a:lnTo>
                    <a:pt x="246621" y="531596"/>
                  </a:lnTo>
                  <a:lnTo>
                    <a:pt x="231394" y="528548"/>
                  </a:lnTo>
                  <a:lnTo>
                    <a:pt x="190296" y="514845"/>
                  </a:lnTo>
                  <a:lnTo>
                    <a:pt x="152234" y="495033"/>
                  </a:lnTo>
                  <a:lnTo>
                    <a:pt x="106565" y="463054"/>
                  </a:lnTo>
                  <a:lnTo>
                    <a:pt x="79159" y="434111"/>
                  </a:lnTo>
                  <a:lnTo>
                    <a:pt x="70027" y="424967"/>
                  </a:lnTo>
                  <a:lnTo>
                    <a:pt x="54800" y="403644"/>
                  </a:lnTo>
                  <a:lnTo>
                    <a:pt x="48717" y="391464"/>
                  </a:lnTo>
                  <a:lnTo>
                    <a:pt x="42621" y="380796"/>
                  </a:lnTo>
                  <a:lnTo>
                    <a:pt x="25882" y="332054"/>
                  </a:lnTo>
                  <a:lnTo>
                    <a:pt x="19786" y="292455"/>
                  </a:lnTo>
                  <a:lnTo>
                    <a:pt x="19786" y="266560"/>
                  </a:lnTo>
                  <a:lnTo>
                    <a:pt x="25882" y="226961"/>
                  </a:lnTo>
                  <a:lnTo>
                    <a:pt x="42621" y="178219"/>
                  </a:lnTo>
                  <a:lnTo>
                    <a:pt x="56324" y="155371"/>
                  </a:lnTo>
                  <a:lnTo>
                    <a:pt x="62420" y="144703"/>
                  </a:lnTo>
                  <a:lnTo>
                    <a:pt x="70027" y="134048"/>
                  </a:lnTo>
                  <a:lnTo>
                    <a:pt x="79159" y="124904"/>
                  </a:lnTo>
                  <a:lnTo>
                    <a:pt x="88290" y="114249"/>
                  </a:lnTo>
                  <a:lnTo>
                    <a:pt x="129400" y="79209"/>
                  </a:lnTo>
                  <a:lnTo>
                    <a:pt x="178117" y="50266"/>
                  </a:lnTo>
                  <a:lnTo>
                    <a:pt x="190296" y="45694"/>
                  </a:lnTo>
                  <a:lnTo>
                    <a:pt x="203987" y="39611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305993" y="19812"/>
                  </a:lnTo>
                  <a:lnTo>
                    <a:pt x="439969" y="19812"/>
                  </a:lnTo>
                  <a:lnTo>
                    <a:pt x="432346" y="16764"/>
                  </a:lnTo>
                  <a:lnTo>
                    <a:pt x="417118" y="12192"/>
                  </a:lnTo>
                  <a:lnTo>
                    <a:pt x="371449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9969" y="19812"/>
                  </a:moveTo>
                  <a:lnTo>
                    <a:pt x="337959" y="19812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46" y="31991"/>
                  </a:lnTo>
                  <a:lnTo>
                    <a:pt x="426250" y="35039"/>
                  </a:lnTo>
                  <a:lnTo>
                    <a:pt x="439953" y="39611"/>
                  </a:lnTo>
                  <a:lnTo>
                    <a:pt x="491718" y="63982"/>
                  </a:lnTo>
                  <a:lnTo>
                    <a:pt x="537387" y="95961"/>
                  </a:lnTo>
                  <a:lnTo>
                    <a:pt x="566305" y="124904"/>
                  </a:lnTo>
                  <a:lnTo>
                    <a:pt x="589140" y="156895"/>
                  </a:lnTo>
                  <a:lnTo>
                    <a:pt x="601319" y="179743"/>
                  </a:lnTo>
                  <a:lnTo>
                    <a:pt x="607415" y="190398"/>
                  </a:lnTo>
                  <a:lnTo>
                    <a:pt x="616546" y="214769"/>
                  </a:lnTo>
                  <a:lnTo>
                    <a:pt x="619594" y="228485"/>
                  </a:lnTo>
                  <a:lnTo>
                    <a:pt x="621118" y="240665"/>
                  </a:lnTo>
                  <a:lnTo>
                    <a:pt x="624154" y="252857"/>
                  </a:lnTo>
                  <a:lnTo>
                    <a:pt x="624154" y="266560"/>
                  </a:lnTo>
                  <a:lnTo>
                    <a:pt x="625678" y="280263"/>
                  </a:lnTo>
                  <a:lnTo>
                    <a:pt x="624154" y="293979"/>
                  </a:lnTo>
                  <a:lnTo>
                    <a:pt x="624154" y="306158"/>
                  </a:lnTo>
                  <a:lnTo>
                    <a:pt x="621118" y="319874"/>
                  </a:lnTo>
                  <a:lnTo>
                    <a:pt x="619594" y="332054"/>
                  </a:lnTo>
                  <a:lnTo>
                    <a:pt x="615022" y="344246"/>
                  </a:lnTo>
                  <a:lnTo>
                    <a:pt x="611974" y="356425"/>
                  </a:lnTo>
                  <a:lnTo>
                    <a:pt x="607415" y="368617"/>
                  </a:lnTo>
                  <a:lnTo>
                    <a:pt x="589140" y="403644"/>
                  </a:lnTo>
                  <a:lnTo>
                    <a:pt x="564781" y="435635"/>
                  </a:lnTo>
                  <a:lnTo>
                    <a:pt x="535863" y="463054"/>
                  </a:lnTo>
                  <a:lnTo>
                    <a:pt x="491718" y="495033"/>
                  </a:lnTo>
                  <a:lnTo>
                    <a:pt x="453656" y="514845"/>
                  </a:lnTo>
                  <a:lnTo>
                    <a:pt x="412546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68401" y="537692"/>
                  </a:lnTo>
                  <a:lnTo>
                    <a:pt x="353187" y="539216"/>
                  </a:lnTo>
                  <a:lnTo>
                    <a:pt x="337959" y="539216"/>
                  </a:lnTo>
                  <a:lnTo>
                    <a:pt x="321208" y="540727"/>
                  </a:lnTo>
                  <a:lnTo>
                    <a:pt x="437441" y="540727"/>
                  </a:lnTo>
                  <a:lnTo>
                    <a:pt x="447560" y="537692"/>
                  </a:lnTo>
                  <a:lnTo>
                    <a:pt x="502373" y="511797"/>
                  </a:lnTo>
                  <a:lnTo>
                    <a:pt x="549567" y="478282"/>
                  </a:lnTo>
                  <a:lnTo>
                    <a:pt x="580009" y="447814"/>
                  </a:lnTo>
                  <a:lnTo>
                    <a:pt x="596760" y="424967"/>
                  </a:lnTo>
                  <a:lnTo>
                    <a:pt x="605891" y="412788"/>
                  </a:lnTo>
                  <a:lnTo>
                    <a:pt x="624154" y="376224"/>
                  </a:lnTo>
                  <a:lnTo>
                    <a:pt x="630250" y="362521"/>
                  </a:lnTo>
                  <a:lnTo>
                    <a:pt x="633285" y="350342"/>
                  </a:lnTo>
                  <a:lnTo>
                    <a:pt x="637857" y="336626"/>
                  </a:lnTo>
                  <a:lnTo>
                    <a:pt x="640905" y="322922"/>
                  </a:lnTo>
                  <a:lnTo>
                    <a:pt x="642429" y="307682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51333"/>
                  </a:lnTo>
                  <a:lnTo>
                    <a:pt x="640905" y="236093"/>
                  </a:lnTo>
                  <a:lnTo>
                    <a:pt x="637857" y="222389"/>
                  </a:lnTo>
                  <a:lnTo>
                    <a:pt x="633285" y="208686"/>
                  </a:lnTo>
                  <a:lnTo>
                    <a:pt x="628726" y="196494"/>
                  </a:lnTo>
                  <a:lnTo>
                    <a:pt x="624154" y="182791"/>
                  </a:lnTo>
                  <a:lnTo>
                    <a:pt x="596760" y="134048"/>
                  </a:lnTo>
                  <a:lnTo>
                    <a:pt x="549567" y="80733"/>
                  </a:lnTo>
                  <a:lnTo>
                    <a:pt x="500849" y="47218"/>
                  </a:lnTo>
                  <a:lnTo>
                    <a:pt x="461263" y="27419"/>
                  </a:lnTo>
                  <a:lnTo>
                    <a:pt x="447560" y="22847"/>
                  </a:lnTo>
                  <a:lnTo>
                    <a:pt x="439969" y="19812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1730781" y="4674420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379408" y="4525365"/>
            <a:ext cx="644525" cy="559435"/>
            <a:chOff x="2379408" y="4525365"/>
            <a:chExt cx="644525" cy="559435"/>
          </a:xfrm>
        </p:grpSpPr>
        <p:sp>
          <p:nvSpPr>
            <p:cNvPr id="16" name="object 16"/>
            <p:cNvSpPr/>
            <p:nvPr/>
          </p:nvSpPr>
          <p:spPr>
            <a:xfrm>
              <a:off x="2390063" y="4534509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5" h="541020">
                  <a:moveTo>
                    <a:pt x="312077" y="0"/>
                  </a:moveTo>
                  <a:lnTo>
                    <a:pt x="261537" y="3561"/>
                  </a:lnTo>
                  <a:lnTo>
                    <a:pt x="213564" y="13867"/>
                  </a:lnTo>
                  <a:lnTo>
                    <a:pt x="168806" y="30351"/>
                  </a:lnTo>
                  <a:lnTo>
                    <a:pt x="127912" y="52446"/>
                  </a:lnTo>
                  <a:lnTo>
                    <a:pt x="91530" y="79586"/>
                  </a:lnTo>
                  <a:lnTo>
                    <a:pt x="60308" y="111203"/>
                  </a:lnTo>
                  <a:lnTo>
                    <a:pt x="34896" y="146732"/>
                  </a:lnTo>
                  <a:lnTo>
                    <a:pt x="15941" y="185606"/>
                  </a:lnTo>
                  <a:lnTo>
                    <a:pt x="4093" y="227257"/>
                  </a:lnTo>
                  <a:lnTo>
                    <a:pt x="0" y="271119"/>
                  </a:lnTo>
                  <a:lnTo>
                    <a:pt x="4093" y="314942"/>
                  </a:lnTo>
                  <a:lnTo>
                    <a:pt x="15941" y="356480"/>
                  </a:lnTo>
                  <a:lnTo>
                    <a:pt x="34896" y="395185"/>
                  </a:lnTo>
                  <a:lnTo>
                    <a:pt x="60308" y="430508"/>
                  </a:lnTo>
                  <a:lnTo>
                    <a:pt x="91530" y="461902"/>
                  </a:lnTo>
                  <a:lnTo>
                    <a:pt x="127912" y="488817"/>
                  </a:lnTo>
                  <a:lnTo>
                    <a:pt x="168806" y="510705"/>
                  </a:lnTo>
                  <a:lnTo>
                    <a:pt x="213564" y="527019"/>
                  </a:lnTo>
                  <a:lnTo>
                    <a:pt x="261537" y="537209"/>
                  </a:lnTo>
                  <a:lnTo>
                    <a:pt x="312077" y="540727"/>
                  </a:lnTo>
                  <a:lnTo>
                    <a:pt x="362616" y="537209"/>
                  </a:lnTo>
                  <a:lnTo>
                    <a:pt x="410589" y="527019"/>
                  </a:lnTo>
                  <a:lnTo>
                    <a:pt x="455347" y="510705"/>
                  </a:lnTo>
                  <a:lnTo>
                    <a:pt x="496241" y="488817"/>
                  </a:lnTo>
                  <a:lnTo>
                    <a:pt x="532623" y="461902"/>
                  </a:lnTo>
                  <a:lnTo>
                    <a:pt x="563845" y="430508"/>
                  </a:lnTo>
                  <a:lnTo>
                    <a:pt x="589257" y="395185"/>
                  </a:lnTo>
                  <a:lnTo>
                    <a:pt x="608212" y="356480"/>
                  </a:lnTo>
                  <a:lnTo>
                    <a:pt x="620060" y="314942"/>
                  </a:lnTo>
                  <a:lnTo>
                    <a:pt x="624154" y="271119"/>
                  </a:lnTo>
                  <a:lnTo>
                    <a:pt x="620060" y="227257"/>
                  </a:lnTo>
                  <a:lnTo>
                    <a:pt x="608212" y="185606"/>
                  </a:lnTo>
                  <a:lnTo>
                    <a:pt x="589257" y="146732"/>
                  </a:lnTo>
                  <a:lnTo>
                    <a:pt x="563845" y="111203"/>
                  </a:lnTo>
                  <a:lnTo>
                    <a:pt x="532623" y="79586"/>
                  </a:lnTo>
                  <a:lnTo>
                    <a:pt x="496241" y="52446"/>
                  </a:lnTo>
                  <a:lnTo>
                    <a:pt x="455347" y="30351"/>
                  </a:lnTo>
                  <a:lnTo>
                    <a:pt x="410589" y="13867"/>
                  </a:lnTo>
                  <a:lnTo>
                    <a:pt x="362616" y="3561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2379408" y="4525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0"/>
                  </a:moveTo>
                  <a:lnTo>
                    <a:pt x="305993" y="0"/>
                  </a:lnTo>
                  <a:lnTo>
                    <a:pt x="274015" y="3048"/>
                  </a:lnTo>
                  <a:lnTo>
                    <a:pt x="257276" y="6096"/>
                  </a:lnTo>
                  <a:lnTo>
                    <a:pt x="226822" y="12192"/>
                  </a:lnTo>
                  <a:lnTo>
                    <a:pt x="211607" y="16764"/>
                  </a:lnTo>
                  <a:lnTo>
                    <a:pt x="197904" y="22847"/>
                  </a:lnTo>
                  <a:lnTo>
                    <a:pt x="182676" y="27419"/>
                  </a:lnTo>
                  <a:lnTo>
                    <a:pt x="143103" y="47218"/>
                  </a:lnTo>
                  <a:lnTo>
                    <a:pt x="95910" y="82257"/>
                  </a:lnTo>
                  <a:lnTo>
                    <a:pt x="47193" y="134048"/>
                  </a:lnTo>
                  <a:lnTo>
                    <a:pt x="25882" y="170599"/>
                  </a:lnTo>
                  <a:lnTo>
                    <a:pt x="10655" y="210197"/>
                  </a:lnTo>
                  <a:lnTo>
                    <a:pt x="1524" y="265036"/>
                  </a:lnTo>
                  <a:lnTo>
                    <a:pt x="0" y="280263"/>
                  </a:lnTo>
                  <a:lnTo>
                    <a:pt x="1524" y="293979"/>
                  </a:lnTo>
                  <a:lnTo>
                    <a:pt x="3048" y="309206"/>
                  </a:lnTo>
                  <a:lnTo>
                    <a:pt x="10655" y="350342"/>
                  </a:lnTo>
                  <a:lnTo>
                    <a:pt x="25882" y="389940"/>
                  </a:lnTo>
                  <a:lnTo>
                    <a:pt x="33489" y="402120"/>
                  </a:lnTo>
                  <a:lnTo>
                    <a:pt x="39585" y="414312"/>
                  </a:lnTo>
                  <a:lnTo>
                    <a:pt x="74599" y="458482"/>
                  </a:lnTo>
                  <a:lnTo>
                    <a:pt x="118745" y="496557"/>
                  </a:lnTo>
                  <a:lnTo>
                    <a:pt x="170497" y="525500"/>
                  </a:lnTo>
                  <a:lnTo>
                    <a:pt x="213131" y="542251"/>
                  </a:lnTo>
                  <a:lnTo>
                    <a:pt x="226822" y="546823"/>
                  </a:lnTo>
                  <a:lnTo>
                    <a:pt x="243573" y="549871"/>
                  </a:lnTo>
                  <a:lnTo>
                    <a:pt x="274015" y="555967"/>
                  </a:lnTo>
                  <a:lnTo>
                    <a:pt x="305993" y="559015"/>
                  </a:lnTo>
                  <a:lnTo>
                    <a:pt x="339483" y="559015"/>
                  </a:lnTo>
                  <a:lnTo>
                    <a:pt x="371449" y="555967"/>
                  </a:lnTo>
                  <a:lnTo>
                    <a:pt x="388200" y="552919"/>
                  </a:lnTo>
                  <a:lnTo>
                    <a:pt x="418642" y="546823"/>
                  </a:lnTo>
                  <a:lnTo>
                    <a:pt x="433870" y="542251"/>
                  </a:lnTo>
                  <a:lnTo>
                    <a:pt x="438446" y="540727"/>
                  </a:lnTo>
                  <a:lnTo>
                    <a:pt x="322732" y="540727"/>
                  </a:lnTo>
                  <a:lnTo>
                    <a:pt x="307517" y="539216"/>
                  </a:lnTo>
                  <a:lnTo>
                    <a:pt x="290766" y="539216"/>
                  </a:lnTo>
                  <a:lnTo>
                    <a:pt x="275539" y="537692"/>
                  </a:lnTo>
                  <a:lnTo>
                    <a:pt x="261835" y="534644"/>
                  </a:lnTo>
                  <a:lnTo>
                    <a:pt x="231394" y="528548"/>
                  </a:lnTo>
                  <a:lnTo>
                    <a:pt x="190296" y="514845"/>
                  </a:lnTo>
                  <a:lnTo>
                    <a:pt x="152234" y="495033"/>
                  </a:lnTo>
                  <a:lnTo>
                    <a:pt x="108089" y="463054"/>
                  </a:lnTo>
                  <a:lnTo>
                    <a:pt x="79159" y="434111"/>
                  </a:lnTo>
                  <a:lnTo>
                    <a:pt x="71551" y="424967"/>
                  </a:lnTo>
                  <a:lnTo>
                    <a:pt x="62420" y="414312"/>
                  </a:lnTo>
                  <a:lnTo>
                    <a:pt x="56324" y="403644"/>
                  </a:lnTo>
                  <a:lnTo>
                    <a:pt x="48717" y="391464"/>
                  </a:lnTo>
                  <a:lnTo>
                    <a:pt x="42621" y="380796"/>
                  </a:lnTo>
                  <a:lnTo>
                    <a:pt x="28930" y="344246"/>
                  </a:lnTo>
                  <a:lnTo>
                    <a:pt x="21310" y="306158"/>
                  </a:lnTo>
                  <a:lnTo>
                    <a:pt x="19786" y="292455"/>
                  </a:lnTo>
                  <a:lnTo>
                    <a:pt x="19786" y="266560"/>
                  </a:lnTo>
                  <a:lnTo>
                    <a:pt x="25882" y="226961"/>
                  </a:lnTo>
                  <a:lnTo>
                    <a:pt x="38061" y="190398"/>
                  </a:lnTo>
                  <a:lnTo>
                    <a:pt x="44145" y="178219"/>
                  </a:lnTo>
                  <a:lnTo>
                    <a:pt x="48717" y="167551"/>
                  </a:lnTo>
                  <a:lnTo>
                    <a:pt x="71551" y="134048"/>
                  </a:lnTo>
                  <a:lnTo>
                    <a:pt x="108089" y="95961"/>
                  </a:lnTo>
                  <a:lnTo>
                    <a:pt x="153758" y="63982"/>
                  </a:lnTo>
                  <a:lnTo>
                    <a:pt x="190296" y="45694"/>
                  </a:lnTo>
                  <a:lnTo>
                    <a:pt x="203987" y="39611"/>
                  </a:lnTo>
                  <a:lnTo>
                    <a:pt x="246621" y="27419"/>
                  </a:lnTo>
                  <a:lnTo>
                    <a:pt x="307517" y="19812"/>
                  </a:lnTo>
                  <a:lnTo>
                    <a:pt x="439969" y="19812"/>
                  </a:lnTo>
                  <a:lnTo>
                    <a:pt x="432346" y="16764"/>
                  </a:lnTo>
                  <a:lnTo>
                    <a:pt x="418642" y="12192"/>
                  </a:lnTo>
                  <a:lnTo>
                    <a:pt x="401891" y="9144"/>
                  </a:lnTo>
                  <a:lnTo>
                    <a:pt x="371449" y="3048"/>
                  </a:lnTo>
                  <a:lnTo>
                    <a:pt x="339483" y="0"/>
                  </a:lnTo>
                  <a:close/>
                </a:path>
                <a:path w="644525" h="559435">
                  <a:moveTo>
                    <a:pt x="439969" y="19812"/>
                  </a:moveTo>
                  <a:lnTo>
                    <a:pt x="337959" y="19812"/>
                  </a:lnTo>
                  <a:lnTo>
                    <a:pt x="369925" y="22847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4070" y="31991"/>
                  </a:lnTo>
                  <a:lnTo>
                    <a:pt x="427774" y="35039"/>
                  </a:lnTo>
                  <a:lnTo>
                    <a:pt x="441477" y="39611"/>
                  </a:lnTo>
                  <a:lnTo>
                    <a:pt x="455180" y="45694"/>
                  </a:lnTo>
                  <a:lnTo>
                    <a:pt x="467360" y="51790"/>
                  </a:lnTo>
                  <a:lnTo>
                    <a:pt x="493242" y="63982"/>
                  </a:lnTo>
                  <a:lnTo>
                    <a:pt x="516077" y="79209"/>
                  </a:lnTo>
                  <a:lnTo>
                    <a:pt x="537387" y="95961"/>
                  </a:lnTo>
                  <a:lnTo>
                    <a:pt x="566305" y="124904"/>
                  </a:lnTo>
                  <a:lnTo>
                    <a:pt x="573925" y="135572"/>
                  </a:lnTo>
                  <a:lnTo>
                    <a:pt x="583057" y="146227"/>
                  </a:lnTo>
                  <a:lnTo>
                    <a:pt x="589140" y="156895"/>
                  </a:lnTo>
                  <a:lnTo>
                    <a:pt x="596760" y="167551"/>
                  </a:lnTo>
                  <a:lnTo>
                    <a:pt x="602843" y="179743"/>
                  </a:lnTo>
                  <a:lnTo>
                    <a:pt x="607415" y="190398"/>
                  </a:lnTo>
                  <a:lnTo>
                    <a:pt x="616546" y="214769"/>
                  </a:lnTo>
                  <a:lnTo>
                    <a:pt x="619594" y="228485"/>
                  </a:lnTo>
                  <a:lnTo>
                    <a:pt x="622630" y="240665"/>
                  </a:lnTo>
                  <a:lnTo>
                    <a:pt x="624154" y="252857"/>
                  </a:lnTo>
                  <a:lnTo>
                    <a:pt x="625678" y="266560"/>
                  </a:lnTo>
                  <a:lnTo>
                    <a:pt x="625678" y="293979"/>
                  </a:lnTo>
                  <a:lnTo>
                    <a:pt x="624154" y="306158"/>
                  </a:lnTo>
                  <a:lnTo>
                    <a:pt x="622630" y="319874"/>
                  </a:lnTo>
                  <a:lnTo>
                    <a:pt x="607415" y="368617"/>
                  </a:lnTo>
                  <a:lnTo>
                    <a:pt x="589140" y="403644"/>
                  </a:lnTo>
                  <a:lnTo>
                    <a:pt x="566305" y="435635"/>
                  </a:lnTo>
                  <a:lnTo>
                    <a:pt x="537387" y="463054"/>
                  </a:lnTo>
                  <a:lnTo>
                    <a:pt x="491718" y="495033"/>
                  </a:lnTo>
                  <a:lnTo>
                    <a:pt x="453656" y="514845"/>
                  </a:lnTo>
                  <a:lnTo>
                    <a:pt x="426250" y="523976"/>
                  </a:lnTo>
                  <a:lnTo>
                    <a:pt x="412559" y="528548"/>
                  </a:lnTo>
                  <a:lnTo>
                    <a:pt x="398856" y="531596"/>
                  </a:lnTo>
                  <a:lnTo>
                    <a:pt x="368401" y="537692"/>
                  </a:lnTo>
                  <a:lnTo>
                    <a:pt x="353187" y="539216"/>
                  </a:lnTo>
                  <a:lnTo>
                    <a:pt x="337959" y="539216"/>
                  </a:lnTo>
                  <a:lnTo>
                    <a:pt x="322732" y="540727"/>
                  </a:lnTo>
                  <a:lnTo>
                    <a:pt x="438446" y="540727"/>
                  </a:lnTo>
                  <a:lnTo>
                    <a:pt x="447560" y="537692"/>
                  </a:lnTo>
                  <a:lnTo>
                    <a:pt x="461264" y="531596"/>
                  </a:lnTo>
                  <a:lnTo>
                    <a:pt x="476491" y="525500"/>
                  </a:lnTo>
                  <a:lnTo>
                    <a:pt x="526732" y="495033"/>
                  </a:lnTo>
                  <a:lnTo>
                    <a:pt x="570877" y="458482"/>
                  </a:lnTo>
                  <a:lnTo>
                    <a:pt x="589140" y="435635"/>
                  </a:lnTo>
                  <a:lnTo>
                    <a:pt x="598284" y="424967"/>
                  </a:lnTo>
                  <a:lnTo>
                    <a:pt x="605891" y="412788"/>
                  </a:lnTo>
                  <a:lnTo>
                    <a:pt x="611974" y="400596"/>
                  </a:lnTo>
                  <a:lnTo>
                    <a:pt x="619594" y="388416"/>
                  </a:lnTo>
                  <a:lnTo>
                    <a:pt x="625678" y="376224"/>
                  </a:lnTo>
                  <a:lnTo>
                    <a:pt x="630250" y="362521"/>
                  </a:lnTo>
                  <a:lnTo>
                    <a:pt x="634809" y="350342"/>
                  </a:lnTo>
                  <a:lnTo>
                    <a:pt x="640905" y="322922"/>
                  </a:lnTo>
                  <a:lnTo>
                    <a:pt x="642429" y="307682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51333"/>
                  </a:lnTo>
                  <a:lnTo>
                    <a:pt x="640905" y="236093"/>
                  </a:lnTo>
                  <a:lnTo>
                    <a:pt x="634809" y="208686"/>
                  </a:lnTo>
                  <a:lnTo>
                    <a:pt x="630250" y="196494"/>
                  </a:lnTo>
                  <a:lnTo>
                    <a:pt x="624154" y="182791"/>
                  </a:lnTo>
                  <a:lnTo>
                    <a:pt x="619594" y="170599"/>
                  </a:lnTo>
                  <a:lnTo>
                    <a:pt x="611974" y="158419"/>
                  </a:lnTo>
                  <a:lnTo>
                    <a:pt x="605891" y="146227"/>
                  </a:lnTo>
                  <a:lnTo>
                    <a:pt x="598284" y="134048"/>
                  </a:lnTo>
                  <a:lnTo>
                    <a:pt x="589140" y="123380"/>
                  </a:lnTo>
                  <a:lnTo>
                    <a:pt x="580009" y="111201"/>
                  </a:lnTo>
                  <a:lnTo>
                    <a:pt x="570877" y="100533"/>
                  </a:lnTo>
                  <a:lnTo>
                    <a:pt x="526732" y="63982"/>
                  </a:lnTo>
                  <a:lnTo>
                    <a:pt x="474967" y="33515"/>
                  </a:lnTo>
                  <a:lnTo>
                    <a:pt x="447560" y="22847"/>
                  </a:lnTo>
                  <a:lnTo>
                    <a:pt x="439969" y="19812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2589898" y="4674420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104754" y="5750872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3430600" y="4694791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358454" y="6430074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115818" y="6430074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719974" y="5468513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025400" y="4249673"/>
            <a:ext cx="644525" cy="559435"/>
            <a:chOff x="6025400" y="4249673"/>
            <a:chExt cx="644525" cy="559435"/>
          </a:xfrm>
        </p:grpSpPr>
        <p:sp>
          <p:nvSpPr>
            <p:cNvPr id="25" name="object 25"/>
            <p:cNvSpPr/>
            <p:nvPr/>
          </p:nvSpPr>
          <p:spPr>
            <a:xfrm>
              <a:off x="6034532" y="4258817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537" y="3559"/>
                  </a:lnTo>
                  <a:lnTo>
                    <a:pt x="213564" y="13853"/>
                  </a:lnTo>
                  <a:lnTo>
                    <a:pt x="168806" y="30307"/>
                  </a:lnTo>
                  <a:lnTo>
                    <a:pt x="127912" y="52345"/>
                  </a:lnTo>
                  <a:lnTo>
                    <a:pt x="91530" y="79390"/>
                  </a:lnTo>
                  <a:lnTo>
                    <a:pt x="60308" y="110869"/>
                  </a:lnTo>
                  <a:lnTo>
                    <a:pt x="34896" y="146204"/>
                  </a:lnTo>
                  <a:lnTo>
                    <a:pt x="15941" y="184820"/>
                  </a:lnTo>
                  <a:lnTo>
                    <a:pt x="4093" y="226143"/>
                  </a:lnTo>
                  <a:lnTo>
                    <a:pt x="0" y="269595"/>
                  </a:lnTo>
                  <a:lnTo>
                    <a:pt x="4093" y="313461"/>
                  </a:lnTo>
                  <a:lnTo>
                    <a:pt x="15941" y="355115"/>
                  </a:lnTo>
                  <a:lnTo>
                    <a:pt x="34896" y="393990"/>
                  </a:lnTo>
                  <a:lnTo>
                    <a:pt x="60308" y="429521"/>
                  </a:lnTo>
                  <a:lnTo>
                    <a:pt x="91530" y="461140"/>
                  </a:lnTo>
                  <a:lnTo>
                    <a:pt x="127912" y="488280"/>
                  </a:lnTo>
                  <a:lnTo>
                    <a:pt x="168806" y="510376"/>
                  </a:lnTo>
                  <a:lnTo>
                    <a:pt x="213564" y="526860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2619" y="537166"/>
                  </a:lnTo>
                  <a:lnTo>
                    <a:pt x="410594" y="526860"/>
                  </a:lnTo>
                  <a:lnTo>
                    <a:pt x="455352" y="510376"/>
                  </a:lnTo>
                  <a:lnTo>
                    <a:pt x="496247" y="488280"/>
                  </a:lnTo>
                  <a:lnTo>
                    <a:pt x="532628" y="461140"/>
                  </a:lnTo>
                  <a:lnTo>
                    <a:pt x="563848" y="429521"/>
                  </a:lnTo>
                  <a:lnTo>
                    <a:pt x="589260" y="393990"/>
                  </a:lnTo>
                  <a:lnTo>
                    <a:pt x="608213" y="355115"/>
                  </a:lnTo>
                  <a:lnTo>
                    <a:pt x="620060" y="313461"/>
                  </a:lnTo>
                  <a:lnTo>
                    <a:pt x="624154" y="269595"/>
                  </a:lnTo>
                  <a:lnTo>
                    <a:pt x="620060" y="226143"/>
                  </a:lnTo>
                  <a:lnTo>
                    <a:pt x="608213" y="184820"/>
                  </a:lnTo>
                  <a:lnTo>
                    <a:pt x="589260" y="146204"/>
                  </a:lnTo>
                  <a:lnTo>
                    <a:pt x="563848" y="110869"/>
                  </a:lnTo>
                  <a:lnTo>
                    <a:pt x="532628" y="79390"/>
                  </a:lnTo>
                  <a:lnTo>
                    <a:pt x="496247" y="52345"/>
                  </a:lnTo>
                  <a:lnTo>
                    <a:pt x="455352" y="30307"/>
                  </a:lnTo>
                  <a:lnTo>
                    <a:pt x="410594" y="13853"/>
                  </a:lnTo>
                  <a:lnTo>
                    <a:pt x="362619" y="3559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00B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025400" y="4249673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491" y="3048"/>
                  </a:lnTo>
                  <a:lnTo>
                    <a:pt x="257276" y="6096"/>
                  </a:lnTo>
                  <a:lnTo>
                    <a:pt x="240525" y="9143"/>
                  </a:lnTo>
                  <a:lnTo>
                    <a:pt x="225310" y="12191"/>
                  </a:lnTo>
                  <a:lnTo>
                    <a:pt x="211607" y="16751"/>
                  </a:lnTo>
                  <a:lnTo>
                    <a:pt x="196380" y="21323"/>
                  </a:lnTo>
                  <a:lnTo>
                    <a:pt x="182676" y="27419"/>
                  </a:lnTo>
                  <a:lnTo>
                    <a:pt x="167462" y="33515"/>
                  </a:lnTo>
                  <a:lnTo>
                    <a:pt x="141579" y="47218"/>
                  </a:lnTo>
                  <a:lnTo>
                    <a:pt x="94386" y="82257"/>
                  </a:lnTo>
                  <a:lnTo>
                    <a:pt x="63931" y="111188"/>
                  </a:lnTo>
                  <a:lnTo>
                    <a:pt x="54800" y="123380"/>
                  </a:lnTo>
                  <a:lnTo>
                    <a:pt x="45669" y="134035"/>
                  </a:lnTo>
                  <a:lnTo>
                    <a:pt x="38061" y="146227"/>
                  </a:lnTo>
                  <a:lnTo>
                    <a:pt x="31965" y="158407"/>
                  </a:lnTo>
                  <a:lnTo>
                    <a:pt x="24358" y="170599"/>
                  </a:lnTo>
                  <a:lnTo>
                    <a:pt x="19786" y="182778"/>
                  </a:lnTo>
                  <a:lnTo>
                    <a:pt x="13703" y="196494"/>
                  </a:lnTo>
                  <a:lnTo>
                    <a:pt x="9131" y="210197"/>
                  </a:lnTo>
                  <a:lnTo>
                    <a:pt x="6083" y="222389"/>
                  </a:lnTo>
                  <a:lnTo>
                    <a:pt x="3048" y="236093"/>
                  </a:lnTo>
                  <a:lnTo>
                    <a:pt x="1524" y="251320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3048" y="322910"/>
                  </a:lnTo>
                  <a:lnTo>
                    <a:pt x="9131" y="350329"/>
                  </a:lnTo>
                  <a:lnTo>
                    <a:pt x="13703" y="362521"/>
                  </a:lnTo>
                  <a:lnTo>
                    <a:pt x="19786" y="376224"/>
                  </a:lnTo>
                  <a:lnTo>
                    <a:pt x="24358" y="388416"/>
                  </a:lnTo>
                  <a:lnTo>
                    <a:pt x="31965" y="400596"/>
                  </a:lnTo>
                  <a:lnTo>
                    <a:pt x="38061" y="412788"/>
                  </a:lnTo>
                  <a:lnTo>
                    <a:pt x="47193" y="424967"/>
                  </a:lnTo>
                  <a:lnTo>
                    <a:pt x="73075" y="458482"/>
                  </a:lnTo>
                  <a:lnTo>
                    <a:pt x="117221" y="495033"/>
                  </a:lnTo>
                  <a:lnTo>
                    <a:pt x="168973" y="525500"/>
                  </a:lnTo>
                  <a:lnTo>
                    <a:pt x="226822" y="546823"/>
                  </a:lnTo>
                  <a:lnTo>
                    <a:pt x="272491" y="555955"/>
                  </a:lnTo>
                  <a:lnTo>
                    <a:pt x="304469" y="559003"/>
                  </a:lnTo>
                  <a:lnTo>
                    <a:pt x="337959" y="559003"/>
                  </a:lnTo>
                  <a:lnTo>
                    <a:pt x="386676" y="552919"/>
                  </a:lnTo>
                  <a:lnTo>
                    <a:pt x="432346" y="542251"/>
                  </a:lnTo>
                  <a:lnTo>
                    <a:pt x="439197" y="539203"/>
                  </a:lnTo>
                  <a:lnTo>
                    <a:pt x="305993" y="539203"/>
                  </a:lnTo>
                  <a:lnTo>
                    <a:pt x="260324" y="534631"/>
                  </a:lnTo>
                  <a:lnTo>
                    <a:pt x="216166" y="523976"/>
                  </a:lnTo>
                  <a:lnTo>
                    <a:pt x="176593" y="507225"/>
                  </a:lnTo>
                  <a:lnTo>
                    <a:pt x="150710" y="495033"/>
                  </a:lnTo>
                  <a:lnTo>
                    <a:pt x="106565" y="463042"/>
                  </a:lnTo>
                  <a:lnTo>
                    <a:pt x="77635" y="434111"/>
                  </a:lnTo>
                  <a:lnTo>
                    <a:pt x="70027" y="423443"/>
                  </a:lnTo>
                  <a:lnTo>
                    <a:pt x="62420" y="414299"/>
                  </a:lnTo>
                  <a:lnTo>
                    <a:pt x="54800" y="402120"/>
                  </a:lnTo>
                  <a:lnTo>
                    <a:pt x="48717" y="391452"/>
                  </a:lnTo>
                  <a:lnTo>
                    <a:pt x="42621" y="379272"/>
                  </a:lnTo>
                  <a:lnTo>
                    <a:pt x="36537" y="368604"/>
                  </a:lnTo>
                  <a:lnTo>
                    <a:pt x="27406" y="344233"/>
                  </a:lnTo>
                  <a:lnTo>
                    <a:pt x="24358" y="330530"/>
                  </a:lnTo>
                  <a:lnTo>
                    <a:pt x="21310" y="318350"/>
                  </a:lnTo>
                  <a:lnTo>
                    <a:pt x="19786" y="306158"/>
                  </a:lnTo>
                  <a:lnTo>
                    <a:pt x="18262" y="292455"/>
                  </a:lnTo>
                  <a:lnTo>
                    <a:pt x="18262" y="265036"/>
                  </a:lnTo>
                  <a:lnTo>
                    <a:pt x="19786" y="252844"/>
                  </a:lnTo>
                  <a:lnTo>
                    <a:pt x="21310" y="239140"/>
                  </a:lnTo>
                  <a:lnTo>
                    <a:pt x="36537" y="190398"/>
                  </a:lnTo>
                  <a:lnTo>
                    <a:pt x="54800" y="155359"/>
                  </a:lnTo>
                  <a:lnTo>
                    <a:pt x="79159" y="123380"/>
                  </a:lnTo>
                  <a:lnTo>
                    <a:pt x="86766" y="114236"/>
                  </a:lnTo>
                  <a:lnTo>
                    <a:pt x="127876" y="79209"/>
                  </a:lnTo>
                  <a:lnTo>
                    <a:pt x="176593" y="50266"/>
                  </a:lnTo>
                  <a:lnTo>
                    <a:pt x="231394" y="30467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305993" y="19799"/>
                  </a:lnTo>
                  <a:lnTo>
                    <a:pt x="321208" y="18275"/>
                  </a:lnTo>
                  <a:lnTo>
                    <a:pt x="435897" y="18275"/>
                  </a:lnTo>
                  <a:lnTo>
                    <a:pt x="430822" y="16751"/>
                  </a:lnTo>
                  <a:lnTo>
                    <a:pt x="417118" y="12191"/>
                  </a:lnTo>
                  <a:lnTo>
                    <a:pt x="401891" y="9143"/>
                  </a:lnTo>
                  <a:lnTo>
                    <a:pt x="385152" y="6096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5897" y="18275"/>
                  </a:moveTo>
                  <a:lnTo>
                    <a:pt x="321208" y="18275"/>
                  </a:lnTo>
                  <a:lnTo>
                    <a:pt x="337959" y="19799"/>
                  </a:lnTo>
                  <a:lnTo>
                    <a:pt x="353187" y="19799"/>
                  </a:lnTo>
                  <a:lnTo>
                    <a:pt x="368401" y="21323"/>
                  </a:lnTo>
                  <a:lnTo>
                    <a:pt x="383628" y="24371"/>
                  </a:lnTo>
                  <a:lnTo>
                    <a:pt x="397332" y="27419"/>
                  </a:lnTo>
                  <a:lnTo>
                    <a:pt x="412546" y="30467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5836" y="50266"/>
                  </a:lnTo>
                  <a:lnTo>
                    <a:pt x="514553" y="79209"/>
                  </a:lnTo>
                  <a:lnTo>
                    <a:pt x="555650" y="114236"/>
                  </a:lnTo>
                  <a:lnTo>
                    <a:pt x="572401" y="134035"/>
                  </a:lnTo>
                  <a:lnTo>
                    <a:pt x="581533" y="144703"/>
                  </a:lnTo>
                  <a:lnTo>
                    <a:pt x="587616" y="155359"/>
                  </a:lnTo>
                  <a:lnTo>
                    <a:pt x="595236" y="167551"/>
                  </a:lnTo>
                  <a:lnTo>
                    <a:pt x="601319" y="178206"/>
                  </a:lnTo>
                  <a:lnTo>
                    <a:pt x="615022" y="214769"/>
                  </a:lnTo>
                  <a:lnTo>
                    <a:pt x="622630" y="252844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18070" y="332054"/>
                  </a:lnTo>
                  <a:lnTo>
                    <a:pt x="601319" y="380796"/>
                  </a:lnTo>
                  <a:lnTo>
                    <a:pt x="572401" y="424967"/>
                  </a:lnTo>
                  <a:lnTo>
                    <a:pt x="535863" y="463042"/>
                  </a:lnTo>
                  <a:lnTo>
                    <a:pt x="491718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397332" y="531596"/>
                  </a:lnTo>
                  <a:lnTo>
                    <a:pt x="336435" y="539203"/>
                  </a:lnTo>
                  <a:lnTo>
                    <a:pt x="439197" y="539203"/>
                  </a:lnTo>
                  <a:lnTo>
                    <a:pt x="446049" y="536155"/>
                  </a:lnTo>
                  <a:lnTo>
                    <a:pt x="461264" y="531596"/>
                  </a:lnTo>
                  <a:lnTo>
                    <a:pt x="474967" y="525500"/>
                  </a:lnTo>
                  <a:lnTo>
                    <a:pt x="526732" y="495033"/>
                  </a:lnTo>
                  <a:lnTo>
                    <a:pt x="569353" y="456958"/>
                  </a:lnTo>
                  <a:lnTo>
                    <a:pt x="596760" y="424967"/>
                  </a:lnTo>
                  <a:lnTo>
                    <a:pt x="624154" y="376224"/>
                  </a:lnTo>
                  <a:lnTo>
                    <a:pt x="642429" y="307682"/>
                  </a:lnTo>
                  <a:lnTo>
                    <a:pt x="642429" y="293979"/>
                  </a:lnTo>
                  <a:lnTo>
                    <a:pt x="643953" y="278739"/>
                  </a:lnTo>
                  <a:lnTo>
                    <a:pt x="642429" y="265036"/>
                  </a:lnTo>
                  <a:lnTo>
                    <a:pt x="642429" y="249796"/>
                  </a:lnTo>
                  <a:lnTo>
                    <a:pt x="633285" y="208673"/>
                  </a:lnTo>
                  <a:lnTo>
                    <a:pt x="628726" y="194970"/>
                  </a:lnTo>
                  <a:lnTo>
                    <a:pt x="624154" y="182778"/>
                  </a:lnTo>
                  <a:lnTo>
                    <a:pt x="618070" y="170599"/>
                  </a:lnTo>
                  <a:lnTo>
                    <a:pt x="611974" y="156883"/>
                  </a:lnTo>
                  <a:lnTo>
                    <a:pt x="587616" y="121856"/>
                  </a:lnTo>
                  <a:lnTo>
                    <a:pt x="548043" y="80733"/>
                  </a:lnTo>
                  <a:lnTo>
                    <a:pt x="500849" y="47218"/>
                  </a:lnTo>
                  <a:lnTo>
                    <a:pt x="446049" y="21323"/>
                  </a:lnTo>
                  <a:lnTo>
                    <a:pt x="435897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6234633" y="439829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6883996" y="4249673"/>
            <a:ext cx="644525" cy="559435"/>
            <a:chOff x="6883996" y="4249673"/>
            <a:chExt cx="644525" cy="559435"/>
          </a:xfrm>
        </p:grpSpPr>
        <p:sp>
          <p:nvSpPr>
            <p:cNvPr id="29" name="object 29"/>
            <p:cNvSpPr/>
            <p:nvPr/>
          </p:nvSpPr>
          <p:spPr>
            <a:xfrm>
              <a:off x="6893128" y="4258817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20">
                  <a:moveTo>
                    <a:pt x="312077" y="0"/>
                  </a:moveTo>
                  <a:lnTo>
                    <a:pt x="261537" y="3559"/>
                  </a:lnTo>
                  <a:lnTo>
                    <a:pt x="213564" y="13853"/>
                  </a:lnTo>
                  <a:lnTo>
                    <a:pt x="168806" y="30307"/>
                  </a:lnTo>
                  <a:lnTo>
                    <a:pt x="127912" y="52345"/>
                  </a:lnTo>
                  <a:lnTo>
                    <a:pt x="91530" y="79390"/>
                  </a:lnTo>
                  <a:lnTo>
                    <a:pt x="60308" y="110869"/>
                  </a:lnTo>
                  <a:lnTo>
                    <a:pt x="34896" y="146204"/>
                  </a:lnTo>
                  <a:lnTo>
                    <a:pt x="15941" y="184820"/>
                  </a:lnTo>
                  <a:lnTo>
                    <a:pt x="4093" y="226143"/>
                  </a:lnTo>
                  <a:lnTo>
                    <a:pt x="0" y="269595"/>
                  </a:lnTo>
                  <a:lnTo>
                    <a:pt x="4093" y="313461"/>
                  </a:lnTo>
                  <a:lnTo>
                    <a:pt x="15941" y="355115"/>
                  </a:lnTo>
                  <a:lnTo>
                    <a:pt x="34896" y="393990"/>
                  </a:lnTo>
                  <a:lnTo>
                    <a:pt x="60308" y="429521"/>
                  </a:lnTo>
                  <a:lnTo>
                    <a:pt x="91530" y="461140"/>
                  </a:lnTo>
                  <a:lnTo>
                    <a:pt x="127912" y="488280"/>
                  </a:lnTo>
                  <a:lnTo>
                    <a:pt x="168806" y="510376"/>
                  </a:lnTo>
                  <a:lnTo>
                    <a:pt x="213564" y="526860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3029" y="537166"/>
                  </a:lnTo>
                  <a:lnTo>
                    <a:pt x="411333" y="526860"/>
                  </a:lnTo>
                  <a:lnTo>
                    <a:pt x="456348" y="510376"/>
                  </a:lnTo>
                  <a:lnTo>
                    <a:pt x="497436" y="488280"/>
                  </a:lnTo>
                  <a:lnTo>
                    <a:pt x="533957" y="461140"/>
                  </a:lnTo>
                  <a:lnTo>
                    <a:pt x="565271" y="429521"/>
                  </a:lnTo>
                  <a:lnTo>
                    <a:pt x="590740" y="393990"/>
                  </a:lnTo>
                  <a:lnTo>
                    <a:pt x="609724" y="355115"/>
                  </a:lnTo>
                  <a:lnTo>
                    <a:pt x="621583" y="313461"/>
                  </a:lnTo>
                  <a:lnTo>
                    <a:pt x="625678" y="269595"/>
                  </a:lnTo>
                  <a:lnTo>
                    <a:pt x="621583" y="226143"/>
                  </a:lnTo>
                  <a:lnTo>
                    <a:pt x="609724" y="184820"/>
                  </a:lnTo>
                  <a:lnTo>
                    <a:pt x="590740" y="146204"/>
                  </a:lnTo>
                  <a:lnTo>
                    <a:pt x="565271" y="110869"/>
                  </a:lnTo>
                  <a:lnTo>
                    <a:pt x="533957" y="79390"/>
                  </a:lnTo>
                  <a:lnTo>
                    <a:pt x="497436" y="52345"/>
                  </a:lnTo>
                  <a:lnTo>
                    <a:pt x="456348" y="30307"/>
                  </a:lnTo>
                  <a:lnTo>
                    <a:pt x="411333" y="13853"/>
                  </a:lnTo>
                  <a:lnTo>
                    <a:pt x="363029" y="3559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00B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883996" y="4249673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48"/>
                  </a:lnTo>
                  <a:lnTo>
                    <a:pt x="226822" y="12191"/>
                  </a:lnTo>
                  <a:lnTo>
                    <a:pt x="168973" y="33515"/>
                  </a:lnTo>
                  <a:lnTo>
                    <a:pt x="117221" y="63969"/>
                  </a:lnTo>
                  <a:lnTo>
                    <a:pt x="73075" y="100533"/>
                  </a:lnTo>
                  <a:lnTo>
                    <a:pt x="47193" y="134035"/>
                  </a:lnTo>
                  <a:lnTo>
                    <a:pt x="19786" y="182778"/>
                  </a:lnTo>
                  <a:lnTo>
                    <a:pt x="10655" y="210197"/>
                  </a:lnTo>
                  <a:lnTo>
                    <a:pt x="6083" y="222389"/>
                  </a:lnTo>
                  <a:lnTo>
                    <a:pt x="3048" y="236093"/>
                  </a:lnTo>
                  <a:lnTo>
                    <a:pt x="1524" y="251320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3048" y="322910"/>
                  </a:lnTo>
                  <a:lnTo>
                    <a:pt x="6083" y="336626"/>
                  </a:lnTo>
                  <a:lnTo>
                    <a:pt x="10655" y="350329"/>
                  </a:lnTo>
                  <a:lnTo>
                    <a:pt x="15227" y="362521"/>
                  </a:lnTo>
                  <a:lnTo>
                    <a:pt x="19786" y="376224"/>
                  </a:lnTo>
                  <a:lnTo>
                    <a:pt x="47193" y="424967"/>
                  </a:lnTo>
                  <a:lnTo>
                    <a:pt x="94386" y="478281"/>
                  </a:lnTo>
                  <a:lnTo>
                    <a:pt x="143103" y="511784"/>
                  </a:lnTo>
                  <a:lnTo>
                    <a:pt x="182676" y="531596"/>
                  </a:lnTo>
                  <a:lnTo>
                    <a:pt x="226822" y="546823"/>
                  </a:lnTo>
                  <a:lnTo>
                    <a:pt x="274015" y="555955"/>
                  </a:lnTo>
                  <a:lnTo>
                    <a:pt x="305993" y="559003"/>
                  </a:lnTo>
                  <a:lnTo>
                    <a:pt x="337959" y="559003"/>
                  </a:lnTo>
                  <a:lnTo>
                    <a:pt x="371449" y="555955"/>
                  </a:lnTo>
                  <a:lnTo>
                    <a:pt x="417118" y="546823"/>
                  </a:lnTo>
                  <a:lnTo>
                    <a:pt x="432346" y="542251"/>
                  </a:lnTo>
                  <a:lnTo>
                    <a:pt x="439953" y="539203"/>
                  </a:lnTo>
                  <a:lnTo>
                    <a:pt x="305993" y="539203"/>
                  </a:lnTo>
                  <a:lnTo>
                    <a:pt x="260324" y="534631"/>
                  </a:lnTo>
                  <a:lnTo>
                    <a:pt x="203987" y="519404"/>
                  </a:lnTo>
                  <a:lnTo>
                    <a:pt x="152234" y="495033"/>
                  </a:lnTo>
                  <a:lnTo>
                    <a:pt x="106565" y="463042"/>
                  </a:lnTo>
                  <a:lnTo>
                    <a:pt x="79159" y="434111"/>
                  </a:lnTo>
                  <a:lnTo>
                    <a:pt x="70027" y="423443"/>
                  </a:lnTo>
                  <a:lnTo>
                    <a:pt x="62420" y="414299"/>
                  </a:lnTo>
                  <a:lnTo>
                    <a:pt x="54800" y="402120"/>
                  </a:lnTo>
                  <a:lnTo>
                    <a:pt x="48717" y="391452"/>
                  </a:lnTo>
                  <a:lnTo>
                    <a:pt x="42621" y="379272"/>
                  </a:lnTo>
                  <a:lnTo>
                    <a:pt x="36537" y="368604"/>
                  </a:lnTo>
                  <a:lnTo>
                    <a:pt x="31965" y="356425"/>
                  </a:lnTo>
                  <a:lnTo>
                    <a:pt x="28930" y="344233"/>
                  </a:lnTo>
                  <a:lnTo>
                    <a:pt x="24358" y="330530"/>
                  </a:lnTo>
                  <a:lnTo>
                    <a:pt x="22834" y="318350"/>
                  </a:lnTo>
                  <a:lnTo>
                    <a:pt x="19786" y="306158"/>
                  </a:lnTo>
                  <a:lnTo>
                    <a:pt x="19786" y="292455"/>
                  </a:lnTo>
                  <a:lnTo>
                    <a:pt x="18262" y="278739"/>
                  </a:lnTo>
                  <a:lnTo>
                    <a:pt x="19786" y="265036"/>
                  </a:lnTo>
                  <a:lnTo>
                    <a:pt x="21310" y="252844"/>
                  </a:lnTo>
                  <a:lnTo>
                    <a:pt x="22834" y="239140"/>
                  </a:lnTo>
                  <a:lnTo>
                    <a:pt x="36537" y="190398"/>
                  </a:lnTo>
                  <a:lnTo>
                    <a:pt x="54800" y="155359"/>
                  </a:lnTo>
                  <a:lnTo>
                    <a:pt x="79159" y="123380"/>
                  </a:lnTo>
                  <a:lnTo>
                    <a:pt x="108089" y="95961"/>
                  </a:lnTo>
                  <a:lnTo>
                    <a:pt x="152234" y="63969"/>
                  </a:lnTo>
                  <a:lnTo>
                    <a:pt x="190296" y="44170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305993" y="19799"/>
                  </a:lnTo>
                  <a:lnTo>
                    <a:pt x="322732" y="18275"/>
                  </a:lnTo>
                  <a:lnTo>
                    <a:pt x="436913" y="18275"/>
                  </a:lnTo>
                  <a:lnTo>
                    <a:pt x="432346" y="16751"/>
                  </a:lnTo>
                  <a:lnTo>
                    <a:pt x="417118" y="12191"/>
                  </a:lnTo>
                  <a:lnTo>
                    <a:pt x="386676" y="6096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13" y="18275"/>
                  </a:moveTo>
                  <a:lnTo>
                    <a:pt x="322732" y="18275"/>
                  </a:lnTo>
                  <a:lnTo>
                    <a:pt x="337959" y="19799"/>
                  </a:lnTo>
                  <a:lnTo>
                    <a:pt x="353186" y="19799"/>
                  </a:lnTo>
                  <a:lnTo>
                    <a:pt x="368401" y="21323"/>
                  </a:lnTo>
                  <a:lnTo>
                    <a:pt x="398856" y="27419"/>
                  </a:lnTo>
                  <a:lnTo>
                    <a:pt x="412546" y="30467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7359" y="50266"/>
                  </a:lnTo>
                  <a:lnTo>
                    <a:pt x="516077" y="79209"/>
                  </a:lnTo>
                  <a:lnTo>
                    <a:pt x="557174" y="114236"/>
                  </a:lnTo>
                  <a:lnTo>
                    <a:pt x="564781" y="124904"/>
                  </a:lnTo>
                  <a:lnTo>
                    <a:pt x="573925" y="134035"/>
                  </a:lnTo>
                  <a:lnTo>
                    <a:pt x="589140" y="155359"/>
                  </a:lnTo>
                  <a:lnTo>
                    <a:pt x="595236" y="167551"/>
                  </a:lnTo>
                  <a:lnTo>
                    <a:pt x="601319" y="178206"/>
                  </a:lnTo>
                  <a:lnTo>
                    <a:pt x="618070" y="226949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18070" y="332054"/>
                  </a:lnTo>
                  <a:lnTo>
                    <a:pt x="605891" y="368604"/>
                  </a:lnTo>
                  <a:lnTo>
                    <a:pt x="601319" y="380796"/>
                  </a:lnTo>
                  <a:lnTo>
                    <a:pt x="595236" y="391452"/>
                  </a:lnTo>
                  <a:lnTo>
                    <a:pt x="589140" y="403644"/>
                  </a:lnTo>
                  <a:lnTo>
                    <a:pt x="573925" y="424967"/>
                  </a:lnTo>
                  <a:lnTo>
                    <a:pt x="564781" y="434111"/>
                  </a:lnTo>
                  <a:lnTo>
                    <a:pt x="555650" y="444766"/>
                  </a:lnTo>
                  <a:lnTo>
                    <a:pt x="535863" y="463042"/>
                  </a:lnTo>
                  <a:lnTo>
                    <a:pt x="514553" y="479806"/>
                  </a:lnTo>
                  <a:lnTo>
                    <a:pt x="491718" y="495033"/>
                  </a:lnTo>
                  <a:lnTo>
                    <a:pt x="465835" y="508736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46" y="528548"/>
                  </a:lnTo>
                  <a:lnTo>
                    <a:pt x="397332" y="531596"/>
                  </a:lnTo>
                  <a:lnTo>
                    <a:pt x="383628" y="534631"/>
                  </a:lnTo>
                  <a:lnTo>
                    <a:pt x="337959" y="539203"/>
                  </a:lnTo>
                  <a:lnTo>
                    <a:pt x="439953" y="539203"/>
                  </a:lnTo>
                  <a:lnTo>
                    <a:pt x="447560" y="536155"/>
                  </a:lnTo>
                  <a:lnTo>
                    <a:pt x="461263" y="531596"/>
                  </a:lnTo>
                  <a:lnTo>
                    <a:pt x="502373" y="511784"/>
                  </a:lnTo>
                  <a:lnTo>
                    <a:pt x="549567" y="476757"/>
                  </a:lnTo>
                  <a:lnTo>
                    <a:pt x="580008" y="446290"/>
                  </a:lnTo>
                  <a:lnTo>
                    <a:pt x="611974" y="400596"/>
                  </a:lnTo>
                  <a:lnTo>
                    <a:pt x="637857" y="335102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49796"/>
                  </a:lnTo>
                  <a:lnTo>
                    <a:pt x="639381" y="236093"/>
                  </a:lnTo>
                  <a:lnTo>
                    <a:pt x="637857" y="222389"/>
                  </a:lnTo>
                  <a:lnTo>
                    <a:pt x="628726" y="194970"/>
                  </a:lnTo>
                  <a:lnTo>
                    <a:pt x="624154" y="182778"/>
                  </a:lnTo>
                  <a:lnTo>
                    <a:pt x="618070" y="170599"/>
                  </a:lnTo>
                  <a:lnTo>
                    <a:pt x="611974" y="156883"/>
                  </a:lnTo>
                  <a:lnTo>
                    <a:pt x="604367" y="144703"/>
                  </a:lnTo>
                  <a:lnTo>
                    <a:pt x="596760" y="134035"/>
                  </a:lnTo>
                  <a:lnTo>
                    <a:pt x="587616" y="121856"/>
                  </a:lnTo>
                  <a:lnTo>
                    <a:pt x="580008" y="111188"/>
                  </a:lnTo>
                  <a:lnTo>
                    <a:pt x="548043" y="80733"/>
                  </a:lnTo>
                  <a:lnTo>
                    <a:pt x="500849" y="47218"/>
                  </a:lnTo>
                  <a:lnTo>
                    <a:pt x="461263" y="27419"/>
                  </a:lnTo>
                  <a:lnTo>
                    <a:pt x="446049" y="21323"/>
                  </a:lnTo>
                  <a:lnTo>
                    <a:pt x="436913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7093749" y="439829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608606" y="547474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934452" y="441866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337477" y="3227616"/>
            <a:ext cx="644525" cy="559435"/>
            <a:chOff x="6337477" y="3227616"/>
            <a:chExt cx="644525" cy="559435"/>
          </a:xfrm>
        </p:grpSpPr>
        <p:sp>
          <p:nvSpPr>
            <p:cNvPr id="35" name="object 35"/>
            <p:cNvSpPr/>
            <p:nvPr/>
          </p:nvSpPr>
          <p:spPr>
            <a:xfrm>
              <a:off x="6346609" y="3236760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4"/>
                  </a:lnTo>
                  <a:lnTo>
                    <a:pt x="533957" y="460379"/>
                  </a:lnTo>
                  <a:lnTo>
                    <a:pt x="565271" y="428987"/>
                  </a:lnTo>
                  <a:lnTo>
                    <a:pt x="590740" y="393665"/>
                  </a:lnTo>
                  <a:lnTo>
                    <a:pt x="609724" y="354963"/>
                  </a:lnTo>
                  <a:lnTo>
                    <a:pt x="621583" y="313427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6337477" y="3227616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557491"/>
                  </a:moveTo>
                  <a:lnTo>
                    <a:pt x="305993" y="557491"/>
                  </a:lnTo>
                  <a:lnTo>
                    <a:pt x="322732" y="559015"/>
                  </a:lnTo>
                  <a:lnTo>
                    <a:pt x="337959" y="557491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57276" y="4572"/>
                  </a:lnTo>
                  <a:lnTo>
                    <a:pt x="196380" y="21323"/>
                  </a:lnTo>
                  <a:lnTo>
                    <a:pt x="141579" y="47218"/>
                  </a:lnTo>
                  <a:lnTo>
                    <a:pt x="94386" y="80733"/>
                  </a:lnTo>
                  <a:lnTo>
                    <a:pt x="54800" y="121856"/>
                  </a:lnTo>
                  <a:lnTo>
                    <a:pt x="47193" y="134048"/>
                  </a:lnTo>
                  <a:lnTo>
                    <a:pt x="38061" y="146227"/>
                  </a:lnTo>
                  <a:lnTo>
                    <a:pt x="31965" y="156895"/>
                  </a:lnTo>
                  <a:lnTo>
                    <a:pt x="25882" y="170599"/>
                  </a:lnTo>
                  <a:lnTo>
                    <a:pt x="19786" y="182791"/>
                  </a:lnTo>
                  <a:lnTo>
                    <a:pt x="13703" y="196494"/>
                  </a:lnTo>
                  <a:lnTo>
                    <a:pt x="10655" y="208673"/>
                  </a:lnTo>
                  <a:lnTo>
                    <a:pt x="6096" y="222389"/>
                  </a:lnTo>
                  <a:lnTo>
                    <a:pt x="3048" y="236093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3048" y="321398"/>
                  </a:lnTo>
                  <a:lnTo>
                    <a:pt x="19786" y="376224"/>
                  </a:lnTo>
                  <a:lnTo>
                    <a:pt x="47193" y="424967"/>
                  </a:lnTo>
                  <a:lnTo>
                    <a:pt x="94386" y="476758"/>
                  </a:lnTo>
                  <a:lnTo>
                    <a:pt x="143103" y="511797"/>
                  </a:lnTo>
                  <a:lnTo>
                    <a:pt x="182676" y="531596"/>
                  </a:lnTo>
                  <a:lnTo>
                    <a:pt x="196380" y="536168"/>
                  </a:lnTo>
                  <a:lnTo>
                    <a:pt x="211607" y="542251"/>
                  </a:lnTo>
                  <a:lnTo>
                    <a:pt x="226834" y="546823"/>
                  </a:lnTo>
                  <a:lnTo>
                    <a:pt x="272503" y="555967"/>
                  </a:lnTo>
                  <a:lnTo>
                    <a:pt x="289242" y="557491"/>
                  </a:lnTo>
                  <a:lnTo>
                    <a:pt x="354710" y="557491"/>
                  </a:lnTo>
                  <a:lnTo>
                    <a:pt x="371449" y="554443"/>
                  </a:lnTo>
                  <a:lnTo>
                    <a:pt x="386676" y="552919"/>
                  </a:lnTo>
                  <a:lnTo>
                    <a:pt x="401891" y="549871"/>
                  </a:lnTo>
                  <a:lnTo>
                    <a:pt x="417118" y="545299"/>
                  </a:lnTo>
                  <a:lnTo>
                    <a:pt x="432346" y="542251"/>
                  </a:lnTo>
                  <a:lnTo>
                    <a:pt x="439975" y="539203"/>
                  </a:lnTo>
                  <a:lnTo>
                    <a:pt x="305993" y="539203"/>
                  </a:lnTo>
                  <a:lnTo>
                    <a:pt x="260324" y="534644"/>
                  </a:lnTo>
                  <a:lnTo>
                    <a:pt x="245097" y="531596"/>
                  </a:lnTo>
                  <a:lnTo>
                    <a:pt x="231394" y="527024"/>
                  </a:lnTo>
                  <a:lnTo>
                    <a:pt x="217690" y="523976"/>
                  </a:lnTo>
                  <a:lnTo>
                    <a:pt x="176593" y="507225"/>
                  </a:lnTo>
                  <a:lnTo>
                    <a:pt x="127876" y="479806"/>
                  </a:lnTo>
                  <a:lnTo>
                    <a:pt x="86779" y="443255"/>
                  </a:lnTo>
                  <a:lnTo>
                    <a:pt x="79159" y="434111"/>
                  </a:lnTo>
                  <a:lnTo>
                    <a:pt x="70027" y="423443"/>
                  </a:lnTo>
                  <a:lnTo>
                    <a:pt x="54800" y="402120"/>
                  </a:lnTo>
                  <a:lnTo>
                    <a:pt x="48717" y="391464"/>
                  </a:lnTo>
                  <a:lnTo>
                    <a:pt x="42621" y="379272"/>
                  </a:lnTo>
                  <a:lnTo>
                    <a:pt x="36537" y="368617"/>
                  </a:lnTo>
                  <a:lnTo>
                    <a:pt x="27406" y="344246"/>
                  </a:lnTo>
                  <a:lnTo>
                    <a:pt x="24358" y="330530"/>
                  </a:lnTo>
                  <a:lnTo>
                    <a:pt x="22834" y="318350"/>
                  </a:lnTo>
                  <a:lnTo>
                    <a:pt x="19786" y="304634"/>
                  </a:lnTo>
                  <a:lnTo>
                    <a:pt x="19786" y="292455"/>
                  </a:lnTo>
                  <a:lnTo>
                    <a:pt x="18275" y="278752"/>
                  </a:lnTo>
                  <a:lnTo>
                    <a:pt x="19786" y="265036"/>
                  </a:lnTo>
                  <a:lnTo>
                    <a:pt x="19786" y="252857"/>
                  </a:lnTo>
                  <a:lnTo>
                    <a:pt x="22834" y="239141"/>
                  </a:lnTo>
                  <a:lnTo>
                    <a:pt x="24358" y="226961"/>
                  </a:lnTo>
                  <a:lnTo>
                    <a:pt x="28930" y="214769"/>
                  </a:lnTo>
                  <a:lnTo>
                    <a:pt x="31965" y="201066"/>
                  </a:lnTo>
                  <a:lnTo>
                    <a:pt x="36537" y="190398"/>
                  </a:lnTo>
                  <a:lnTo>
                    <a:pt x="54800" y="155371"/>
                  </a:lnTo>
                  <a:lnTo>
                    <a:pt x="79159" y="123380"/>
                  </a:lnTo>
                  <a:lnTo>
                    <a:pt x="108089" y="94437"/>
                  </a:lnTo>
                  <a:lnTo>
                    <a:pt x="152234" y="62458"/>
                  </a:lnTo>
                  <a:lnTo>
                    <a:pt x="190296" y="44170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39" y="21323"/>
                  </a:lnTo>
                  <a:lnTo>
                    <a:pt x="305993" y="18288"/>
                  </a:lnTo>
                  <a:lnTo>
                    <a:pt x="436926" y="18288"/>
                  </a:lnTo>
                  <a:lnTo>
                    <a:pt x="432346" y="16764"/>
                  </a:lnTo>
                  <a:lnTo>
                    <a:pt x="401891" y="7620"/>
                  </a:lnTo>
                  <a:lnTo>
                    <a:pt x="386676" y="4572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26" y="18288"/>
                  </a:moveTo>
                  <a:lnTo>
                    <a:pt x="337959" y="18288"/>
                  </a:lnTo>
                  <a:lnTo>
                    <a:pt x="368401" y="21323"/>
                  </a:lnTo>
                  <a:lnTo>
                    <a:pt x="383628" y="24371"/>
                  </a:lnTo>
                  <a:lnTo>
                    <a:pt x="397332" y="27419"/>
                  </a:lnTo>
                  <a:lnTo>
                    <a:pt x="412559" y="30467"/>
                  </a:lnTo>
                  <a:lnTo>
                    <a:pt x="453656" y="44170"/>
                  </a:lnTo>
                  <a:lnTo>
                    <a:pt x="491718" y="63982"/>
                  </a:lnTo>
                  <a:lnTo>
                    <a:pt x="537387" y="95961"/>
                  </a:lnTo>
                  <a:lnTo>
                    <a:pt x="564781" y="123380"/>
                  </a:lnTo>
                  <a:lnTo>
                    <a:pt x="589140" y="155371"/>
                  </a:lnTo>
                  <a:lnTo>
                    <a:pt x="595236" y="167551"/>
                  </a:lnTo>
                  <a:lnTo>
                    <a:pt x="601319" y="178219"/>
                  </a:lnTo>
                  <a:lnTo>
                    <a:pt x="607415" y="190398"/>
                  </a:lnTo>
                  <a:lnTo>
                    <a:pt x="611974" y="202590"/>
                  </a:lnTo>
                  <a:lnTo>
                    <a:pt x="621118" y="239141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18070" y="332054"/>
                  </a:lnTo>
                  <a:lnTo>
                    <a:pt x="601319" y="380796"/>
                  </a:lnTo>
                  <a:lnTo>
                    <a:pt x="587616" y="402120"/>
                  </a:lnTo>
                  <a:lnTo>
                    <a:pt x="581532" y="414312"/>
                  </a:lnTo>
                  <a:lnTo>
                    <a:pt x="573925" y="424967"/>
                  </a:lnTo>
                  <a:lnTo>
                    <a:pt x="564781" y="434111"/>
                  </a:lnTo>
                  <a:lnTo>
                    <a:pt x="555650" y="444766"/>
                  </a:lnTo>
                  <a:lnTo>
                    <a:pt x="535863" y="463054"/>
                  </a:lnTo>
                  <a:lnTo>
                    <a:pt x="514553" y="479806"/>
                  </a:lnTo>
                  <a:lnTo>
                    <a:pt x="491718" y="495033"/>
                  </a:lnTo>
                  <a:lnTo>
                    <a:pt x="465835" y="507225"/>
                  </a:lnTo>
                  <a:lnTo>
                    <a:pt x="453656" y="513321"/>
                  </a:lnTo>
                  <a:lnTo>
                    <a:pt x="439953" y="519404"/>
                  </a:lnTo>
                  <a:lnTo>
                    <a:pt x="426250" y="523976"/>
                  </a:lnTo>
                  <a:lnTo>
                    <a:pt x="412559" y="527024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37959" y="539203"/>
                  </a:lnTo>
                  <a:lnTo>
                    <a:pt x="439975" y="539203"/>
                  </a:lnTo>
                  <a:lnTo>
                    <a:pt x="447573" y="536168"/>
                  </a:lnTo>
                  <a:lnTo>
                    <a:pt x="461263" y="531596"/>
                  </a:lnTo>
                  <a:lnTo>
                    <a:pt x="474967" y="525500"/>
                  </a:lnTo>
                  <a:lnTo>
                    <a:pt x="526732" y="495033"/>
                  </a:lnTo>
                  <a:lnTo>
                    <a:pt x="580008" y="446290"/>
                  </a:lnTo>
                  <a:lnTo>
                    <a:pt x="611974" y="400596"/>
                  </a:lnTo>
                  <a:lnTo>
                    <a:pt x="628726" y="362521"/>
                  </a:lnTo>
                  <a:lnTo>
                    <a:pt x="639381" y="321398"/>
                  </a:lnTo>
                  <a:lnTo>
                    <a:pt x="642429" y="307682"/>
                  </a:lnTo>
                  <a:lnTo>
                    <a:pt x="643953" y="292455"/>
                  </a:lnTo>
                  <a:lnTo>
                    <a:pt x="643953" y="265036"/>
                  </a:lnTo>
                  <a:lnTo>
                    <a:pt x="633298" y="208673"/>
                  </a:lnTo>
                  <a:lnTo>
                    <a:pt x="618070" y="169075"/>
                  </a:lnTo>
                  <a:lnTo>
                    <a:pt x="596760" y="134048"/>
                  </a:lnTo>
                  <a:lnTo>
                    <a:pt x="569353" y="100533"/>
                  </a:lnTo>
                  <a:lnTo>
                    <a:pt x="525208" y="62458"/>
                  </a:lnTo>
                  <a:lnTo>
                    <a:pt x="474967" y="33515"/>
                  </a:lnTo>
                  <a:lnTo>
                    <a:pt x="446049" y="21323"/>
                  </a:lnTo>
                  <a:lnTo>
                    <a:pt x="436926" y="18288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547078" y="337594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6342050" y="3695242"/>
            <a:ext cx="868044" cy="567055"/>
          </a:xfrm>
          <a:custGeom>
            <a:avLst/>
            <a:gdLst/>
            <a:ahLst/>
            <a:cxnLst/>
            <a:rect l="l" t="t" r="r" b="b"/>
            <a:pathLst>
              <a:path w="868045" h="567054">
                <a:moveTo>
                  <a:pt x="100469" y="3035"/>
                </a:moveTo>
                <a:lnTo>
                  <a:pt x="91338" y="1511"/>
                </a:lnTo>
                <a:lnTo>
                  <a:pt x="0" y="563575"/>
                </a:lnTo>
                <a:lnTo>
                  <a:pt x="9131" y="565099"/>
                </a:lnTo>
                <a:lnTo>
                  <a:pt x="100469" y="3035"/>
                </a:lnTo>
                <a:close/>
              </a:path>
              <a:path w="868045" h="567054">
                <a:moveTo>
                  <a:pt x="867727" y="562063"/>
                </a:moveTo>
                <a:lnTo>
                  <a:pt x="541947" y="0"/>
                </a:lnTo>
                <a:lnTo>
                  <a:pt x="534339" y="4559"/>
                </a:lnTo>
                <a:lnTo>
                  <a:pt x="860120" y="566623"/>
                </a:lnTo>
                <a:lnTo>
                  <a:pt x="867727" y="562063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9" name="object 39"/>
          <p:cNvGrpSpPr/>
          <p:nvPr/>
        </p:nvGrpSpPr>
        <p:grpSpPr>
          <a:xfrm>
            <a:off x="4912575" y="484365"/>
            <a:ext cx="644525" cy="559435"/>
            <a:chOff x="4912575" y="484365"/>
            <a:chExt cx="644525" cy="559435"/>
          </a:xfrm>
        </p:grpSpPr>
        <p:sp>
          <p:nvSpPr>
            <p:cNvPr id="40" name="object 40"/>
            <p:cNvSpPr/>
            <p:nvPr/>
          </p:nvSpPr>
          <p:spPr>
            <a:xfrm>
              <a:off x="4921707" y="495033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10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4"/>
                  </a:lnTo>
                  <a:lnTo>
                    <a:pt x="533957" y="460379"/>
                  </a:lnTo>
                  <a:lnTo>
                    <a:pt x="565271" y="428987"/>
                  </a:lnTo>
                  <a:lnTo>
                    <a:pt x="590740" y="393665"/>
                  </a:lnTo>
                  <a:lnTo>
                    <a:pt x="609724" y="354963"/>
                  </a:lnTo>
                  <a:lnTo>
                    <a:pt x="621583" y="313427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4912575" y="484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54698" y="1524"/>
                  </a:moveTo>
                  <a:lnTo>
                    <a:pt x="289242" y="1524"/>
                  </a:lnTo>
                  <a:lnTo>
                    <a:pt x="272491" y="4572"/>
                  </a:lnTo>
                  <a:lnTo>
                    <a:pt x="257276" y="6096"/>
                  </a:lnTo>
                  <a:lnTo>
                    <a:pt x="242049" y="9144"/>
                  </a:lnTo>
                  <a:lnTo>
                    <a:pt x="196380" y="22859"/>
                  </a:lnTo>
                  <a:lnTo>
                    <a:pt x="182676" y="27419"/>
                  </a:lnTo>
                  <a:lnTo>
                    <a:pt x="168973" y="35039"/>
                  </a:lnTo>
                  <a:lnTo>
                    <a:pt x="141579" y="48742"/>
                  </a:lnTo>
                  <a:lnTo>
                    <a:pt x="94386" y="82257"/>
                  </a:lnTo>
                  <a:lnTo>
                    <a:pt x="54800" y="123380"/>
                  </a:lnTo>
                  <a:lnTo>
                    <a:pt x="47193" y="135572"/>
                  </a:lnTo>
                  <a:lnTo>
                    <a:pt x="39573" y="146227"/>
                  </a:lnTo>
                  <a:lnTo>
                    <a:pt x="19786" y="184315"/>
                  </a:lnTo>
                  <a:lnTo>
                    <a:pt x="6083" y="223913"/>
                  </a:lnTo>
                  <a:lnTo>
                    <a:pt x="0" y="266560"/>
                  </a:lnTo>
                  <a:lnTo>
                    <a:pt x="0" y="295503"/>
                  </a:lnTo>
                  <a:lnTo>
                    <a:pt x="6083" y="336626"/>
                  </a:lnTo>
                  <a:lnTo>
                    <a:pt x="19786" y="376237"/>
                  </a:lnTo>
                  <a:lnTo>
                    <a:pt x="47193" y="426491"/>
                  </a:lnTo>
                  <a:lnTo>
                    <a:pt x="94386" y="478281"/>
                  </a:lnTo>
                  <a:lnTo>
                    <a:pt x="143103" y="511797"/>
                  </a:lnTo>
                  <a:lnTo>
                    <a:pt x="182676" y="531596"/>
                  </a:lnTo>
                  <a:lnTo>
                    <a:pt x="242049" y="551395"/>
                  </a:lnTo>
                  <a:lnTo>
                    <a:pt x="305981" y="559015"/>
                  </a:lnTo>
                  <a:lnTo>
                    <a:pt x="337959" y="559015"/>
                  </a:lnTo>
                  <a:lnTo>
                    <a:pt x="386676" y="554443"/>
                  </a:lnTo>
                  <a:lnTo>
                    <a:pt x="401891" y="551395"/>
                  </a:lnTo>
                  <a:lnTo>
                    <a:pt x="437402" y="540740"/>
                  </a:lnTo>
                  <a:lnTo>
                    <a:pt x="305981" y="540740"/>
                  </a:lnTo>
                  <a:lnTo>
                    <a:pt x="275539" y="537692"/>
                  </a:lnTo>
                  <a:lnTo>
                    <a:pt x="231393" y="528548"/>
                  </a:lnTo>
                  <a:lnTo>
                    <a:pt x="190284" y="514845"/>
                  </a:lnTo>
                  <a:lnTo>
                    <a:pt x="152234" y="495046"/>
                  </a:lnTo>
                  <a:lnTo>
                    <a:pt x="106565" y="463054"/>
                  </a:lnTo>
                  <a:lnTo>
                    <a:pt x="79159" y="435635"/>
                  </a:lnTo>
                  <a:lnTo>
                    <a:pt x="70027" y="424980"/>
                  </a:lnTo>
                  <a:lnTo>
                    <a:pt x="48717" y="392988"/>
                  </a:lnTo>
                  <a:lnTo>
                    <a:pt x="31965" y="356425"/>
                  </a:lnTo>
                  <a:lnTo>
                    <a:pt x="28917" y="344246"/>
                  </a:lnTo>
                  <a:lnTo>
                    <a:pt x="24358" y="332054"/>
                  </a:lnTo>
                  <a:lnTo>
                    <a:pt x="22834" y="319874"/>
                  </a:lnTo>
                  <a:lnTo>
                    <a:pt x="19786" y="306171"/>
                  </a:lnTo>
                  <a:lnTo>
                    <a:pt x="19786" y="292455"/>
                  </a:lnTo>
                  <a:lnTo>
                    <a:pt x="18262" y="280276"/>
                  </a:lnTo>
                  <a:lnTo>
                    <a:pt x="19786" y="266560"/>
                  </a:lnTo>
                  <a:lnTo>
                    <a:pt x="19786" y="252856"/>
                  </a:lnTo>
                  <a:lnTo>
                    <a:pt x="22834" y="240665"/>
                  </a:lnTo>
                  <a:lnTo>
                    <a:pt x="25882" y="226961"/>
                  </a:lnTo>
                  <a:lnTo>
                    <a:pt x="31965" y="202590"/>
                  </a:lnTo>
                  <a:lnTo>
                    <a:pt x="36537" y="190398"/>
                  </a:lnTo>
                  <a:lnTo>
                    <a:pt x="42621" y="179743"/>
                  </a:lnTo>
                  <a:lnTo>
                    <a:pt x="48717" y="167551"/>
                  </a:lnTo>
                  <a:lnTo>
                    <a:pt x="70027" y="135572"/>
                  </a:lnTo>
                  <a:lnTo>
                    <a:pt x="108089" y="95961"/>
                  </a:lnTo>
                  <a:lnTo>
                    <a:pt x="152234" y="63982"/>
                  </a:lnTo>
                  <a:lnTo>
                    <a:pt x="178104" y="51790"/>
                  </a:lnTo>
                  <a:lnTo>
                    <a:pt x="190284" y="45707"/>
                  </a:lnTo>
                  <a:lnTo>
                    <a:pt x="203987" y="39611"/>
                  </a:lnTo>
                  <a:lnTo>
                    <a:pt x="217690" y="35039"/>
                  </a:lnTo>
                  <a:lnTo>
                    <a:pt x="231393" y="31991"/>
                  </a:lnTo>
                  <a:lnTo>
                    <a:pt x="246621" y="27419"/>
                  </a:lnTo>
                  <a:lnTo>
                    <a:pt x="260311" y="24371"/>
                  </a:lnTo>
                  <a:lnTo>
                    <a:pt x="305981" y="19811"/>
                  </a:lnTo>
                  <a:lnTo>
                    <a:pt x="439191" y="19811"/>
                  </a:lnTo>
                  <a:lnTo>
                    <a:pt x="432346" y="16763"/>
                  </a:lnTo>
                  <a:lnTo>
                    <a:pt x="417118" y="13716"/>
                  </a:lnTo>
                  <a:lnTo>
                    <a:pt x="401891" y="9144"/>
                  </a:lnTo>
                  <a:lnTo>
                    <a:pt x="386676" y="6096"/>
                  </a:lnTo>
                  <a:lnTo>
                    <a:pt x="369925" y="4572"/>
                  </a:lnTo>
                  <a:lnTo>
                    <a:pt x="354698" y="1524"/>
                  </a:lnTo>
                  <a:close/>
                </a:path>
                <a:path w="644525" h="559435">
                  <a:moveTo>
                    <a:pt x="439191" y="19811"/>
                  </a:moveTo>
                  <a:lnTo>
                    <a:pt x="337959" y="19811"/>
                  </a:lnTo>
                  <a:lnTo>
                    <a:pt x="368401" y="22859"/>
                  </a:lnTo>
                  <a:lnTo>
                    <a:pt x="383628" y="25895"/>
                  </a:lnTo>
                  <a:lnTo>
                    <a:pt x="398843" y="27419"/>
                  </a:lnTo>
                  <a:lnTo>
                    <a:pt x="412546" y="31991"/>
                  </a:lnTo>
                  <a:lnTo>
                    <a:pt x="426250" y="35039"/>
                  </a:lnTo>
                  <a:lnTo>
                    <a:pt x="439953" y="41135"/>
                  </a:lnTo>
                  <a:lnTo>
                    <a:pt x="453656" y="45707"/>
                  </a:lnTo>
                  <a:lnTo>
                    <a:pt x="467360" y="51790"/>
                  </a:lnTo>
                  <a:lnTo>
                    <a:pt x="516064" y="79209"/>
                  </a:lnTo>
                  <a:lnTo>
                    <a:pt x="537387" y="97485"/>
                  </a:lnTo>
                  <a:lnTo>
                    <a:pt x="557174" y="115773"/>
                  </a:lnTo>
                  <a:lnTo>
                    <a:pt x="564781" y="124904"/>
                  </a:lnTo>
                  <a:lnTo>
                    <a:pt x="573913" y="135572"/>
                  </a:lnTo>
                  <a:lnTo>
                    <a:pt x="595236" y="167551"/>
                  </a:lnTo>
                  <a:lnTo>
                    <a:pt x="611974" y="202590"/>
                  </a:lnTo>
                  <a:lnTo>
                    <a:pt x="615022" y="216293"/>
                  </a:lnTo>
                  <a:lnTo>
                    <a:pt x="621106" y="240665"/>
                  </a:lnTo>
                  <a:lnTo>
                    <a:pt x="622630" y="254380"/>
                  </a:lnTo>
                  <a:lnTo>
                    <a:pt x="624154" y="266560"/>
                  </a:lnTo>
                  <a:lnTo>
                    <a:pt x="624154" y="293979"/>
                  </a:lnTo>
                  <a:lnTo>
                    <a:pt x="622630" y="306171"/>
                  </a:lnTo>
                  <a:lnTo>
                    <a:pt x="621106" y="319874"/>
                  </a:lnTo>
                  <a:lnTo>
                    <a:pt x="618070" y="332054"/>
                  </a:lnTo>
                  <a:lnTo>
                    <a:pt x="615022" y="345770"/>
                  </a:lnTo>
                  <a:lnTo>
                    <a:pt x="611974" y="357949"/>
                  </a:lnTo>
                  <a:lnTo>
                    <a:pt x="605891" y="370141"/>
                  </a:lnTo>
                  <a:lnTo>
                    <a:pt x="601319" y="380796"/>
                  </a:lnTo>
                  <a:lnTo>
                    <a:pt x="573913" y="424980"/>
                  </a:lnTo>
                  <a:lnTo>
                    <a:pt x="535863" y="464578"/>
                  </a:lnTo>
                  <a:lnTo>
                    <a:pt x="491705" y="496557"/>
                  </a:lnTo>
                  <a:lnTo>
                    <a:pt x="465836" y="508749"/>
                  </a:lnTo>
                  <a:lnTo>
                    <a:pt x="453656" y="514845"/>
                  </a:lnTo>
                  <a:lnTo>
                    <a:pt x="412546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68401" y="537692"/>
                  </a:lnTo>
                  <a:lnTo>
                    <a:pt x="337959" y="540740"/>
                  </a:lnTo>
                  <a:lnTo>
                    <a:pt x="437402" y="540740"/>
                  </a:lnTo>
                  <a:lnTo>
                    <a:pt x="474967" y="525500"/>
                  </a:lnTo>
                  <a:lnTo>
                    <a:pt x="526719" y="496557"/>
                  </a:lnTo>
                  <a:lnTo>
                    <a:pt x="580009" y="447827"/>
                  </a:lnTo>
                  <a:lnTo>
                    <a:pt x="596747" y="424980"/>
                  </a:lnTo>
                  <a:lnTo>
                    <a:pt x="604367" y="414312"/>
                  </a:lnTo>
                  <a:lnTo>
                    <a:pt x="624154" y="376237"/>
                  </a:lnTo>
                  <a:lnTo>
                    <a:pt x="637857" y="336626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42416" y="251332"/>
                  </a:lnTo>
                  <a:lnTo>
                    <a:pt x="639381" y="237617"/>
                  </a:lnTo>
                  <a:lnTo>
                    <a:pt x="637857" y="223913"/>
                  </a:lnTo>
                  <a:lnTo>
                    <a:pt x="624154" y="182791"/>
                  </a:lnTo>
                  <a:lnTo>
                    <a:pt x="611974" y="158419"/>
                  </a:lnTo>
                  <a:lnTo>
                    <a:pt x="596747" y="134048"/>
                  </a:lnTo>
                  <a:lnTo>
                    <a:pt x="587616" y="123380"/>
                  </a:lnTo>
                  <a:lnTo>
                    <a:pt x="580009" y="112725"/>
                  </a:lnTo>
                  <a:lnTo>
                    <a:pt x="548043" y="82257"/>
                  </a:lnTo>
                  <a:lnTo>
                    <a:pt x="500849" y="47218"/>
                  </a:lnTo>
                  <a:lnTo>
                    <a:pt x="461263" y="27419"/>
                  </a:lnTo>
                  <a:lnTo>
                    <a:pt x="446036" y="22859"/>
                  </a:lnTo>
                  <a:lnTo>
                    <a:pt x="439191" y="19811"/>
                  </a:lnTo>
                  <a:close/>
                </a:path>
                <a:path w="644525" h="559435">
                  <a:moveTo>
                    <a:pt x="321208" y="0"/>
                  </a:moveTo>
                  <a:lnTo>
                    <a:pt x="304469" y="1524"/>
                  </a:lnTo>
                  <a:lnTo>
                    <a:pt x="337959" y="1524"/>
                  </a:lnTo>
                  <a:lnTo>
                    <a:pt x="321208" y="0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5117731" y="633788"/>
            <a:ext cx="232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s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5669178" y="484365"/>
            <a:ext cx="644525" cy="559435"/>
            <a:chOff x="5669178" y="484365"/>
            <a:chExt cx="644525" cy="559435"/>
          </a:xfrm>
        </p:grpSpPr>
        <p:sp>
          <p:nvSpPr>
            <p:cNvPr id="44" name="object 44"/>
            <p:cNvSpPr/>
            <p:nvPr/>
          </p:nvSpPr>
          <p:spPr>
            <a:xfrm>
              <a:off x="5679833" y="495033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2616" y="535685"/>
                  </a:lnTo>
                  <a:lnTo>
                    <a:pt x="410589" y="525495"/>
                  </a:lnTo>
                  <a:lnTo>
                    <a:pt x="455347" y="509181"/>
                  </a:lnTo>
                  <a:lnTo>
                    <a:pt x="496241" y="487294"/>
                  </a:lnTo>
                  <a:lnTo>
                    <a:pt x="532623" y="460379"/>
                  </a:lnTo>
                  <a:lnTo>
                    <a:pt x="563845" y="428987"/>
                  </a:lnTo>
                  <a:lnTo>
                    <a:pt x="589257" y="393665"/>
                  </a:lnTo>
                  <a:lnTo>
                    <a:pt x="608212" y="354963"/>
                  </a:lnTo>
                  <a:lnTo>
                    <a:pt x="620060" y="313427"/>
                  </a:lnTo>
                  <a:lnTo>
                    <a:pt x="624154" y="269608"/>
                  </a:lnTo>
                  <a:lnTo>
                    <a:pt x="620060" y="225785"/>
                  </a:lnTo>
                  <a:lnTo>
                    <a:pt x="608212" y="184247"/>
                  </a:lnTo>
                  <a:lnTo>
                    <a:pt x="589257" y="145542"/>
                  </a:lnTo>
                  <a:lnTo>
                    <a:pt x="563845" y="110219"/>
                  </a:lnTo>
                  <a:lnTo>
                    <a:pt x="532623" y="78825"/>
                  </a:lnTo>
                  <a:lnTo>
                    <a:pt x="496241" y="51910"/>
                  </a:lnTo>
                  <a:lnTo>
                    <a:pt x="455347" y="30022"/>
                  </a:lnTo>
                  <a:lnTo>
                    <a:pt x="410589" y="13708"/>
                  </a:lnTo>
                  <a:lnTo>
                    <a:pt x="362616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5669178" y="484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54698" y="1524"/>
                  </a:moveTo>
                  <a:lnTo>
                    <a:pt x="289242" y="1524"/>
                  </a:lnTo>
                  <a:lnTo>
                    <a:pt x="274015" y="4572"/>
                  </a:lnTo>
                  <a:lnTo>
                    <a:pt x="257276" y="6096"/>
                  </a:lnTo>
                  <a:lnTo>
                    <a:pt x="242049" y="9144"/>
                  </a:lnTo>
                  <a:lnTo>
                    <a:pt x="211594" y="18287"/>
                  </a:lnTo>
                  <a:lnTo>
                    <a:pt x="197904" y="22859"/>
                  </a:lnTo>
                  <a:lnTo>
                    <a:pt x="182676" y="27419"/>
                  </a:lnTo>
                  <a:lnTo>
                    <a:pt x="168973" y="35039"/>
                  </a:lnTo>
                  <a:lnTo>
                    <a:pt x="143090" y="48742"/>
                  </a:lnTo>
                  <a:lnTo>
                    <a:pt x="118732" y="63982"/>
                  </a:lnTo>
                  <a:lnTo>
                    <a:pt x="74587" y="102057"/>
                  </a:lnTo>
                  <a:lnTo>
                    <a:pt x="47193" y="135572"/>
                  </a:lnTo>
                  <a:lnTo>
                    <a:pt x="25869" y="170599"/>
                  </a:lnTo>
                  <a:lnTo>
                    <a:pt x="10655" y="210210"/>
                  </a:lnTo>
                  <a:lnTo>
                    <a:pt x="3035" y="251332"/>
                  </a:lnTo>
                  <a:lnTo>
                    <a:pt x="1524" y="266560"/>
                  </a:lnTo>
                  <a:lnTo>
                    <a:pt x="0" y="280276"/>
                  </a:lnTo>
                  <a:lnTo>
                    <a:pt x="4559" y="322922"/>
                  </a:lnTo>
                  <a:lnTo>
                    <a:pt x="15214" y="364045"/>
                  </a:lnTo>
                  <a:lnTo>
                    <a:pt x="33489" y="402120"/>
                  </a:lnTo>
                  <a:lnTo>
                    <a:pt x="39573" y="414312"/>
                  </a:lnTo>
                  <a:lnTo>
                    <a:pt x="74587" y="458482"/>
                  </a:lnTo>
                  <a:lnTo>
                    <a:pt x="118732" y="496557"/>
                  </a:lnTo>
                  <a:lnTo>
                    <a:pt x="170497" y="525500"/>
                  </a:lnTo>
                  <a:lnTo>
                    <a:pt x="213118" y="542264"/>
                  </a:lnTo>
                  <a:lnTo>
                    <a:pt x="226822" y="546823"/>
                  </a:lnTo>
                  <a:lnTo>
                    <a:pt x="243573" y="551395"/>
                  </a:lnTo>
                  <a:lnTo>
                    <a:pt x="258787" y="554443"/>
                  </a:lnTo>
                  <a:lnTo>
                    <a:pt x="305981" y="559015"/>
                  </a:lnTo>
                  <a:lnTo>
                    <a:pt x="339471" y="559015"/>
                  </a:lnTo>
                  <a:lnTo>
                    <a:pt x="388188" y="554443"/>
                  </a:lnTo>
                  <a:lnTo>
                    <a:pt x="403415" y="551395"/>
                  </a:lnTo>
                  <a:lnTo>
                    <a:pt x="433857" y="542264"/>
                  </a:lnTo>
                  <a:lnTo>
                    <a:pt x="438425" y="540740"/>
                  </a:lnTo>
                  <a:lnTo>
                    <a:pt x="307505" y="540740"/>
                  </a:lnTo>
                  <a:lnTo>
                    <a:pt x="275539" y="537692"/>
                  </a:lnTo>
                  <a:lnTo>
                    <a:pt x="261835" y="534644"/>
                  </a:lnTo>
                  <a:lnTo>
                    <a:pt x="231394" y="528548"/>
                  </a:lnTo>
                  <a:lnTo>
                    <a:pt x="190284" y="514845"/>
                  </a:lnTo>
                  <a:lnTo>
                    <a:pt x="152234" y="495046"/>
                  </a:lnTo>
                  <a:lnTo>
                    <a:pt x="108076" y="463054"/>
                  </a:lnTo>
                  <a:lnTo>
                    <a:pt x="79159" y="435635"/>
                  </a:lnTo>
                  <a:lnTo>
                    <a:pt x="71551" y="424980"/>
                  </a:lnTo>
                  <a:lnTo>
                    <a:pt x="62407" y="414312"/>
                  </a:lnTo>
                  <a:lnTo>
                    <a:pt x="56324" y="403644"/>
                  </a:lnTo>
                  <a:lnTo>
                    <a:pt x="48704" y="392988"/>
                  </a:lnTo>
                  <a:lnTo>
                    <a:pt x="42621" y="380796"/>
                  </a:lnTo>
                  <a:lnTo>
                    <a:pt x="28917" y="344246"/>
                  </a:lnTo>
                  <a:lnTo>
                    <a:pt x="22834" y="319874"/>
                  </a:lnTo>
                  <a:lnTo>
                    <a:pt x="19786" y="292455"/>
                  </a:lnTo>
                  <a:lnTo>
                    <a:pt x="19786" y="266560"/>
                  </a:lnTo>
                  <a:lnTo>
                    <a:pt x="25869" y="226961"/>
                  </a:lnTo>
                  <a:lnTo>
                    <a:pt x="38049" y="190398"/>
                  </a:lnTo>
                  <a:lnTo>
                    <a:pt x="44145" y="179743"/>
                  </a:lnTo>
                  <a:lnTo>
                    <a:pt x="48704" y="167551"/>
                  </a:lnTo>
                  <a:lnTo>
                    <a:pt x="79159" y="124904"/>
                  </a:lnTo>
                  <a:lnTo>
                    <a:pt x="108076" y="95961"/>
                  </a:lnTo>
                  <a:lnTo>
                    <a:pt x="153746" y="63982"/>
                  </a:lnTo>
                  <a:lnTo>
                    <a:pt x="190284" y="45707"/>
                  </a:lnTo>
                  <a:lnTo>
                    <a:pt x="232918" y="31991"/>
                  </a:lnTo>
                  <a:lnTo>
                    <a:pt x="246608" y="27419"/>
                  </a:lnTo>
                  <a:lnTo>
                    <a:pt x="261835" y="24371"/>
                  </a:lnTo>
                  <a:lnTo>
                    <a:pt x="307505" y="19811"/>
                  </a:lnTo>
                  <a:lnTo>
                    <a:pt x="439947" y="19811"/>
                  </a:lnTo>
                  <a:lnTo>
                    <a:pt x="432333" y="16763"/>
                  </a:lnTo>
                  <a:lnTo>
                    <a:pt x="418642" y="13716"/>
                  </a:lnTo>
                  <a:lnTo>
                    <a:pt x="401891" y="9144"/>
                  </a:lnTo>
                  <a:lnTo>
                    <a:pt x="386664" y="6096"/>
                  </a:lnTo>
                  <a:lnTo>
                    <a:pt x="371449" y="4572"/>
                  </a:lnTo>
                  <a:lnTo>
                    <a:pt x="354698" y="1524"/>
                  </a:lnTo>
                  <a:close/>
                </a:path>
                <a:path w="644525" h="559435">
                  <a:moveTo>
                    <a:pt x="439947" y="19811"/>
                  </a:moveTo>
                  <a:lnTo>
                    <a:pt x="337959" y="19811"/>
                  </a:lnTo>
                  <a:lnTo>
                    <a:pt x="369925" y="22859"/>
                  </a:lnTo>
                  <a:lnTo>
                    <a:pt x="383628" y="25895"/>
                  </a:lnTo>
                  <a:lnTo>
                    <a:pt x="398843" y="27419"/>
                  </a:lnTo>
                  <a:lnTo>
                    <a:pt x="414070" y="31991"/>
                  </a:lnTo>
                  <a:lnTo>
                    <a:pt x="427774" y="35039"/>
                  </a:lnTo>
                  <a:lnTo>
                    <a:pt x="441477" y="41135"/>
                  </a:lnTo>
                  <a:lnTo>
                    <a:pt x="455168" y="45707"/>
                  </a:lnTo>
                  <a:lnTo>
                    <a:pt x="467347" y="51790"/>
                  </a:lnTo>
                  <a:lnTo>
                    <a:pt x="516064" y="79209"/>
                  </a:lnTo>
                  <a:lnTo>
                    <a:pt x="557174" y="115773"/>
                  </a:lnTo>
                  <a:lnTo>
                    <a:pt x="573913" y="135572"/>
                  </a:lnTo>
                  <a:lnTo>
                    <a:pt x="583044" y="146227"/>
                  </a:lnTo>
                  <a:lnTo>
                    <a:pt x="589140" y="156895"/>
                  </a:lnTo>
                  <a:lnTo>
                    <a:pt x="596747" y="167551"/>
                  </a:lnTo>
                  <a:lnTo>
                    <a:pt x="602843" y="179743"/>
                  </a:lnTo>
                  <a:lnTo>
                    <a:pt x="607402" y="191922"/>
                  </a:lnTo>
                  <a:lnTo>
                    <a:pt x="611974" y="202590"/>
                  </a:lnTo>
                  <a:lnTo>
                    <a:pt x="616546" y="216293"/>
                  </a:lnTo>
                  <a:lnTo>
                    <a:pt x="622630" y="240665"/>
                  </a:lnTo>
                  <a:lnTo>
                    <a:pt x="624154" y="254380"/>
                  </a:lnTo>
                  <a:lnTo>
                    <a:pt x="625678" y="266560"/>
                  </a:lnTo>
                  <a:lnTo>
                    <a:pt x="625678" y="293979"/>
                  </a:lnTo>
                  <a:lnTo>
                    <a:pt x="624154" y="306171"/>
                  </a:lnTo>
                  <a:lnTo>
                    <a:pt x="622630" y="319874"/>
                  </a:lnTo>
                  <a:lnTo>
                    <a:pt x="619582" y="332054"/>
                  </a:lnTo>
                  <a:lnTo>
                    <a:pt x="616546" y="345770"/>
                  </a:lnTo>
                  <a:lnTo>
                    <a:pt x="607402" y="370141"/>
                  </a:lnTo>
                  <a:lnTo>
                    <a:pt x="601319" y="380796"/>
                  </a:lnTo>
                  <a:lnTo>
                    <a:pt x="595223" y="392988"/>
                  </a:lnTo>
                  <a:lnTo>
                    <a:pt x="589140" y="403644"/>
                  </a:lnTo>
                  <a:lnTo>
                    <a:pt x="566305" y="435635"/>
                  </a:lnTo>
                  <a:lnTo>
                    <a:pt x="537375" y="464578"/>
                  </a:lnTo>
                  <a:lnTo>
                    <a:pt x="491705" y="496557"/>
                  </a:lnTo>
                  <a:lnTo>
                    <a:pt x="453656" y="514845"/>
                  </a:lnTo>
                  <a:lnTo>
                    <a:pt x="426250" y="523976"/>
                  </a:lnTo>
                  <a:lnTo>
                    <a:pt x="412546" y="528548"/>
                  </a:lnTo>
                  <a:lnTo>
                    <a:pt x="398843" y="531596"/>
                  </a:lnTo>
                  <a:lnTo>
                    <a:pt x="368401" y="537692"/>
                  </a:lnTo>
                  <a:lnTo>
                    <a:pt x="337959" y="540740"/>
                  </a:lnTo>
                  <a:lnTo>
                    <a:pt x="438425" y="540740"/>
                  </a:lnTo>
                  <a:lnTo>
                    <a:pt x="447560" y="537692"/>
                  </a:lnTo>
                  <a:lnTo>
                    <a:pt x="461263" y="531596"/>
                  </a:lnTo>
                  <a:lnTo>
                    <a:pt x="476491" y="525500"/>
                  </a:lnTo>
                  <a:lnTo>
                    <a:pt x="526719" y="496557"/>
                  </a:lnTo>
                  <a:lnTo>
                    <a:pt x="570864" y="458482"/>
                  </a:lnTo>
                  <a:lnTo>
                    <a:pt x="598271" y="424980"/>
                  </a:lnTo>
                  <a:lnTo>
                    <a:pt x="611974" y="402120"/>
                  </a:lnTo>
                  <a:lnTo>
                    <a:pt x="619582" y="389940"/>
                  </a:lnTo>
                  <a:lnTo>
                    <a:pt x="634809" y="350342"/>
                  </a:lnTo>
                  <a:lnTo>
                    <a:pt x="642416" y="309206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40892" y="237617"/>
                  </a:lnTo>
                  <a:lnTo>
                    <a:pt x="634809" y="210210"/>
                  </a:lnTo>
                  <a:lnTo>
                    <a:pt x="630237" y="196494"/>
                  </a:lnTo>
                  <a:lnTo>
                    <a:pt x="624154" y="182791"/>
                  </a:lnTo>
                  <a:lnTo>
                    <a:pt x="619582" y="170599"/>
                  </a:lnTo>
                  <a:lnTo>
                    <a:pt x="611974" y="158419"/>
                  </a:lnTo>
                  <a:lnTo>
                    <a:pt x="605878" y="146227"/>
                  </a:lnTo>
                  <a:lnTo>
                    <a:pt x="598271" y="134048"/>
                  </a:lnTo>
                  <a:lnTo>
                    <a:pt x="570864" y="102057"/>
                  </a:lnTo>
                  <a:lnTo>
                    <a:pt x="526719" y="63982"/>
                  </a:lnTo>
                  <a:lnTo>
                    <a:pt x="474967" y="33515"/>
                  </a:lnTo>
                  <a:lnTo>
                    <a:pt x="447560" y="22859"/>
                  </a:lnTo>
                  <a:lnTo>
                    <a:pt x="439947" y="19811"/>
                  </a:lnTo>
                  <a:close/>
                </a:path>
                <a:path w="644525" h="559435">
                  <a:moveTo>
                    <a:pt x="322732" y="0"/>
                  </a:moveTo>
                  <a:lnTo>
                    <a:pt x="305981" y="1524"/>
                  </a:lnTo>
                  <a:lnTo>
                    <a:pt x="339471" y="1524"/>
                  </a:lnTo>
                  <a:lnTo>
                    <a:pt x="322732" y="0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5884227" y="633788"/>
            <a:ext cx="212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6427292" y="484365"/>
            <a:ext cx="644525" cy="559435"/>
            <a:chOff x="6427292" y="484365"/>
            <a:chExt cx="644525" cy="559435"/>
          </a:xfrm>
        </p:grpSpPr>
        <p:sp>
          <p:nvSpPr>
            <p:cNvPr id="48" name="object 48"/>
            <p:cNvSpPr/>
            <p:nvPr/>
          </p:nvSpPr>
          <p:spPr>
            <a:xfrm>
              <a:off x="6436436" y="495033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2077" y="0"/>
                  </a:moveTo>
                  <a:lnTo>
                    <a:pt x="261534" y="3518"/>
                  </a:lnTo>
                  <a:lnTo>
                    <a:pt x="213559" y="13708"/>
                  </a:lnTo>
                  <a:lnTo>
                    <a:pt x="168801" y="30022"/>
                  </a:lnTo>
                  <a:lnTo>
                    <a:pt x="127907" y="51910"/>
                  </a:lnTo>
                  <a:lnTo>
                    <a:pt x="91525" y="78825"/>
                  </a:lnTo>
                  <a:lnTo>
                    <a:pt x="60305" y="110219"/>
                  </a:lnTo>
                  <a:lnTo>
                    <a:pt x="34894" y="145542"/>
                  </a:lnTo>
                  <a:lnTo>
                    <a:pt x="15940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0" y="354963"/>
                  </a:lnTo>
                  <a:lnTo>
                    <a:pt x="34894" y="393665"/>
                  </a:lnTo>
                  <a:lnTo>
                    <a:pt x="60305" y="428987"/>
                  </a:lnTo>
                  <a:lnTo>
                    <a:pt x="91525" y="460379"/>
                  </a:lnTo>
                  <a:lnTo>
                    <a:pt x="127907" y="487294"/>
                  </a:lnTo>
                  <a:lnTo>
                    <a:pt x="168801" y="509181"/>
                  </a:lnTo>
                  <a:lnTo>
                    <a:pt x="213559" y="525495"/>
                  </a:lnTo>
                  <a:lnTo>
                    <a:pt x="261534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4"/>
                  </a:lnTo>
                  <a:lnTo>
                    <a:pt x="533957" y="460379"/>
                  </a:lnTo>
                  <a:lnTo>
                    <a:pt x="565271" y="428987"/>
                  </a:lnTo>
                  <a:lnTo>
                    <a:pt x="590740" y="393665"/>
                  </a:lnTo>
                  <a:lnTo>
                    <a:pt x="609724" y="354963"/>
                  </a:lnTo>
                  <a:lnTo>
                    <a:pt x="621583" y="313427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6427292" y="484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54710" y="1524"/>
                  </a:moveTo>
                  <a:lnTo>
                    <a:pt x="289242" y="1524"/>
                  </a:lnTo>
                  <a:lnTo>
                    <a:pt x="272503" y="4572"/>
                  </a:lnTo>
                  <a:lnTo>
                    <a:pt x="257276" y="6096"/>
                  </a:lnTo>
                  <a:lnTo>
                    <a:pt x="242061" y="9144"/>
                  </a:lnTo>
                  <a:lnTo>
                    <a:pt x="196380" y="22859"/>
                  </a:lnTo>
                  <a:lnTo>
                    <a:pt x="182689" y="27419"/>
                  </a:lnTo>
                  <a:lnTo>
                    <a:pt x="168986" y="35039"/>
                  </a:lnTo>
                  <a:lnTo>
                    <a:pt x="141579" y="48742"/>
                  </a:lnTo>
                  <a:lnTo>
                    <a:pt x="94386" y="82257"/>
                  </a:lnTo>
                  <a:lnTo>
                    <a:pt x="54813" y="123380"/>
                  </a:lnTo>
                  <a:lnTo>
                    <a:pt x="47193" y="135572"/>
                  </a:lnTo>
                  <a:lnTo>
                    <a:pt x="39585" y="146227"/>
                  </a:lnTo>
                  <a:lnTo>
                    <a:pt x="19799" y="184315"/>
                  </a:lnTo>
                  <a:lnTo>
                    <a:pt x="6095" y="223913"/>
                  </a:lnTo>
                  <a:lnTo>
                    <a:pt x="0" y="266560"/>
                  </a:lnTo>
                  <a:lnTo>
                    <a:pt x="0" y="295503"/>
                  </a:lnTo>
                  <a:lnTo>
                    <a:pt x="6095" y="336626"/>
                  </a:lnTo>
                  <a:lnTo>
                    <a:pt x="19799" y="376237"/>
                  </a:lnTo>
                  <a:lnTo>
                    <a:pt x="47193" y="426491"/>
                  </a:lnTo>
                  <a:lnTo>
                    <a:pt x="94386" y="478281"/>
                  </a:lnTo>
                  <a:lnTo>
                    <a:pt x="143103" y="511797"/>
                  </a:lnTo>
                  <a:lnTo>
                    <a:pt x="182689" y="531596"/>
                  </a:lnTo>
                  <a:lnTo>
                    <a:pt x="242061" y="551395"/>
                  </a:lnTo>
                  <a:lnTo>
                    <a:pt x="305993" y="559015"/>
                  </a:lnTo>
                  <a:lnTo>
                    <a:pt x="337959" y="559015"/>
                  </a:lnTo>
                  <a:lnTo>
                    <a:pt x="386676" y="554443"/>
                  </a:lnTo>
                  <a:lnTo>
                    <a:pt x="401904" y="551395"/>
                  </a:lnTo>
                  <a:lnTo>
                    <a:pt x="437415" y="540740"/>
                  </a:lnTo>
                  <a:lnTo>
                    <a:pt x="305993" y="540740"/>
                  </a:lnTo>
                  <a:lnTo>
                    <a:pt x="275551" y="537692"/>
                  </a:lnTo>
                  <a:lnTo>
                    <a:pt x="231394" y="528548"/>
                  </a:lnTo>
                  <a:lnTo>
                    <a:pt x="190296" y="514845"/>
                  </a:lnTo>
                  <a:lnTo>
                    <a:pt x="152234" y="495046"/>
                  </a:lnTo>
                  <a:lnTo>
                    <a:pt x="106565" y="463054"/>
                  </a:lnTo>
                  <a:lnTo>
                    <a:pt x="79171" y="435635"/>
                  </a:lnTo>
                  <a:lnTo>
                    <a:pt x="70027" y="424980"/>
                  </a:lnTo>
                  <a:lnTo>
                    <a:pt x="48717" y="392988"/>
                  </a:lnTo>
                  <a:lnTo>
                    <a:pt x="31978" y="356425"/>
                  </a:lnTo>
                  <a:lnTo>
                    <a:pt x="28930" y="344246"/>
                  </a:lnTo>
                  <a:lnTo>
                    <a:pt x="24358" y="332054"/>
                  </a:lnTo>
                  <a:lnTo>
                    <a:pt x="22834" y="319874"/>
                  </a:lnTo>
                  <a:lnTo>
                    <a:pt x="19799" y="306171"/>
                  </a:lnTo>
                  <a:lnTo>
                    <a:pt x="19799" y="292455"/>
                  </a:lnTo>
                  <a:lnTo>
                    <a:pt x="18275" y="280276"/>
                  </a:lnTo>
                  <a:lnTo>
                    <a:pt x="19799" y="266560"/>
                  </a:lnTo>
                  <a:lnTo>
                    <a:pt x="19799" y="252856"/>
                  </a:lnTo>
                  <a:lnTo>
                    <a:pt x="22834" y="240665"/>
                  </a:lnTo>
                  <a:lnTo>
                    <a:pt x="25882" y="226961"/>
                  </a:lnTo>
                  <a:lnTo>
                    <a:pt x="31978" y="202590"/>
                  </a:lnTo>
                  <a:lnTo>
                    <a:pt x="36537" y="190398"/>
                  </a:lnTo>
                  <a:lnTo>
                    <a:pt x="42633" y="179743"/>
                  </a:lnTo>
                  <a:lnTo>
                    <a:pt x="48717" y="167551"/>
                  </a:lnTo>
                  <a:lnTo>
                    <a:pt x="70027" y="135572"/>
                  </a:lnTo>
                  <a:lnTo>
                    <a:pt x="108089" y="95961"/>
                  </a:lnTo>
                  <a:lnTo>
                    <a:pt x="152234" y="63982"/>
                  </a:lnTo>
                  <a:lnTo>
                    <a:pt x="178117" y="51790"/>
                  </a:lnTo>
                  <a:lnTo>
                    <a:pt x="190296" y="45707"/>
                  </a:lnTo>
                  <a:lnTo>
                    <a:pt x="204000" y="39611"/>
                  </a:lnTo>
                  <a:lnTo>
                    <a:pt x="217703" y="35039"/>
                  </a:lnTo>
                  <a:lnTo>
                    <a:pt x="231394" y="31991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305993" y="19811"/>
                  </a:lnTo>
                  <a:lnTo>
                    <a:pt x="439197" y="19811"/>
                  </a:lnTo>
                  <a:lnTo>
                    <a:pt x="432346" y="16763"/>
                  </a:lnTo>
                  <a:lnTo>
                    <a:pt x="417118" y="13716"/>
                  </a:lnTo>
                  <a:lnTo>
                    <a:pt x="401904" y="9144"/>
                  </a:lnTo>
                  <a:lnTo>
                    <a:pt x="386676" y="6096"/>
                  </a:lnTo>
                  <a:lnTo>
                    <a:pt x="369925" y="4572"/>
                  </a:lnTo>
                  <a:lnTo>
                    <a:pt x="354710" y="1524"/>
                  </a:lnTo>
                  <a:close/>
                </a:path>
                <a:path w="644525" h="559435">
                  <a:moveTo>
                    <a:pt x="439197" y="19811"/>
                  </a:moveTo>
                  <a:lnTo>
                    <a:pt x="337959" y="19811"/>
                  </a:lnTo>
                  <a:lnTo>
                    <a:pt x="368414" y="22859"/>
                  </a:lnTo>
                  <a:lnTo>
                    <a:pt x="383628" y="25895"/>
                  </a:lnTo>
                  <a:lnTo>
                    <a:pt x="398856" y="27419"/>
                  </a:lnTo>
                  <a:lnTo>
                    <a:pt x="412559" y="31991"/>
                  </a:lnTo>
                  <a:lnTo>
                    <a:pt x="426262" y="35039"/>
                  </a:lnTo>
                  <a:lnTo>
                    <a:pt x="439953" y="41135"/>
                  </a:lnTo>
                  <a:lnTo>
                    <a:pt x="453656" y="45707"/>
                  </a:lnTo>
                  <a:lnTo>
                    <a:pt x="467359" y="51790"/>
                  </a:lnTo>
                  <a:lnTo>
                    <a:pt x="516077" y="79209"/>
                  </a:lnTo>
                  <a:lnTo>
                    <a:pt x="537387" y="97485"/>
                  </a:lnTo>
                  <a:lnTo>
                    <a:pt x="557174" y="115773"/>
                  </a:lnTo>
                  <a:lnTo>
                    <a:pt x="564794" y="124904"/>
                  </a:lnTo>
                  <a:lnTo>
                    <a:pt x="573925" y="135572"/>
                  </a:lnTo>
                  <a:lnTo>
                    <a:pt x="595236" y="167551"/>
                  </a:lnTo>
                  <a:lnTo>
                    <a:pt x="611987" y="202590"/>
                  </a:lnTo>
                  <a:lnTo>
                    <a:pt x="615022" y="216293"/>
                  </a:lnTo>
                  <a:lnTo>
                    <a:pt x="621118" y="240665"/>
                  </a:lnTo>
                  <a:lnTo>
                    <a:pt x="622642" y="254380"/>
                  </a:lnTo>
                  <a:lnTo>
                    <a:pt x="624166" y="266560"/>
                  </a:lnTo>
                  <a:lnTo>
                    <a:pt x="624166" y="293979"/>
                  </a:lnTo>
                  <a:lnTo>
                    <a:pt x="622642" y="306171"/>
                  </a:lnTo>
                  <a:lnTo>
                    <a:pt x="621118" y="319874"/>
                  </a:lnTo>
                  <a:lnTo>
                    <a:pt x="618070" y="332054"/>
                  </a:lnTo>
                  <a:lnTo>
                    <a:pt x="615022" y="345770"/>
                  </a:lnTo>
                  <a:lnTo>
                    <a:pt x="611987" y="357949"/>
                  </a:lnTo>
                  <a:lnTo>
                    <a:pt x="605891" y="370141"/>
                  </a:lnTo>
                  <a:lnTo>
                    <a:pt x="601332" y="380796"/>
                  </a:lnTo>
                  <a:lnTo>
                    <a:pt x="573925" y="424980"/>
                  </a:lnTo>
                  <a:lnTo>
                    <a:pt x="535863" y="464578"/>
                  </a:lnTo>
                  <a:lnTo>
                    <a:pt x="491718" y="496557"/>
                  </a:lnTo>
                  <a:lnTo>
                    <a:pt x="465835" y="508749"/>
                  </a:lnTo>
                  <a:lnTo>
                    <a:pt x="453656" y="514845"/>
                  </a:lnTo>
                  <a:lnTo>
                    <a:pt x="412559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68414" y="537692"/>
                  </a:lnTo>
                  <a:lnTo>
                    <a:pt x="337959" y="540740"/>
                  </a:lnTo>
                  <a:lnTo>
                    <a:pt x="437415" y="540740"/>
                  </a:lnTo>
                  <a:lnTo>
                    <a:pt x="474967" y="525500"/>
                  </a:lnTo>
                  <a:lnTo>
                    <a:pt x="526732" y="496557"/>
                  </a:lnTo>
                  <a:lnTo>
                    <a:pt x="580008" y="447827"/>
                  </a:lnTo>
                  <a:lnTo>
                    <a:pt x="596760" y="424980"/>
                  </a:lnTo>
                  <a:lnTo>
                    <a:pt x="604367" y="414312"/>
                  </a:lnTo>
                  <a:lnTo>
                    <a:pt x="624166" y="376237"/>
                  </a:lnTo>
                  <a:lnTo>
                    <a:pt x="637857" y="336626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51332"/>
                  </a:lnTo>
                  <a:lnTo>
                    <a:pt x="639381" y="237617"/>
                  </a:lnTo>
                  <a:lnTo>
                    <a:pt x="637857" y="223913"/>
                  </a:lnTo>
                  <a:lnTo>
                    <a:pt x="624166" y="182791"/>
                  </a:lnTo>
                  <a:lnTo>
                    <a:pt x="611987" y="158419"/>
                  </a:lnTo>
                  <a:lnTo>
                    <a:pt x="596760" y="134048"/>
                  </a:lnTo>
                  <a:lnTo>
                    <a:pt x="587628" y="123380"/>
                  </a:lnTo>
                  <a:lnTo>
                    <a:pt x="580008" y="112725"/>
                  </a:lnTo>
                  <a:lnTo>
                    <a:pt x="548043" y="82257"/>
                  </a:lnTo>
                  <a:lnTo>
                    <a:pt x="500849" y="47218"/>
                  </a:lnTo>
                  <a:lnTo>
                    <a:pt x="461276" y="27419"/>
                  </a:lnTo>
                  <a:lnTo>
                    <a:pt x="446049" y="22859"/>
                  </a:lnTo>
                  <a:lnTo>
                    <a:pt x="439197" y="19811"/>
                  </a:lnTo>
                  <a:close/>
                </a:path>
                <a:path w="644525" h="559435">
                  <a:moveTo>
                    <a:pt x="321221" y="0"/>
                  </a:moveTo>
                  <a:lnTo>
                    <a:pt x="304469" y="1524"/>
                  </a:lnTo>
                  <a:lnTo>
                    <a:pt x="337959" y="1524"/>
                  </a:lnTo>
                  <a:lnTo>
                    <a:pt x="321221" y="0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6623316" y="633788"/>
            <a:ext cx="251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7183894" y="496557"/>
            <a:ext cx="644525" cy="559435"/>
            <a:chOff x="7183894" y="496557"/>
            <a:chExt cx="644525" cy="559435"/>
          </a:xfrm>
        </p:grpSpPr>
        <p:sp>
          <p:nvSpPr>
            <p:cNvPr id="52" name="object 52"/>
            <p:cNvSpPr/>
            <p:nvPr/>
          </p:nvSpPr>
          <p:spPr>
            <a:xfrm>
              <a:off x="7194550" y="505701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19">
                  <a:moveTo>
                    <a:pt x="312077" y="0"/>
                  </a:moveTo>
                  <a:lnTo>
                    <a:pt x="261537" y="3560"/>
                  </a:lnTo>
                  <a:lnTo>
                    <a:pt x="213564" y="13865"/>
                  </a:lnTo>
                  <a:lnTo>
                    <a:pt x="168806" y="30348"/>
                  </a:lnTo>
                  <a:lnTo>
                    <a:pt x="127912" y="52442"/>
                  </a:lnTo>
                  <a:lnTo>
                    <a:pt x="91530" y="79581"/>
                  </a:lnTo>
                  <a:lnTo>
                    <a:pt x="60308" y="111198"/>
                  </a:lnTo>
                  <a:lnTo>
                    <a:pt x="34896" y="146727"/>
                  </a:lnTo>
                  <a:lnTo>
                    <a:pt x="15941" y="185601"/>
                  </a:lnTo>
                  <a:lnTo>
                    <a:pt x="4093" y="227254"/>
                  </a:lnTo>
                  <a:lnTo>
                    <a:pt x="0" y="271119"/>
                  </a:lnTo>
                  <a:lnTo>
                    <a:pt x="4093" y="314572"/>
                  </a:lnTo>
                  <a:lnTo>
                    <a:pt x="15941" y="355895"/>
                  </a:lnTo>
                  <a:lnTo>
                    <a:pt x="34896" y="394513"/>
                  </a:lnTo>
                  <a:lnTo>
                    <a:pt x="60308" y="429850"/>
                  </a:lnTo>
                  <a:lnTo>
                    <a:pt x="91530" y="461330"/>
                  </a:lnTo>
                  <a:lnTo>
                    <a:pt x="127912" y="488378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2619" y="537168"/>
                  </a:lnTo>
                  <a:lnTo>
                    <a:pt x="410594" y="526872"/>
                  </a:lnTo>
                  <a:lnTo>
                    <a:pt x="455352" y="510417"/>
                  </a:lnTo>
                  <a:lnTo>
                    <a:pt x="496247" y="488378"/>
                  </a:lnTo>
                  <a:lnTo>
                    <a:pt x="532628" y="461330"/>
                  </a:lnTo>
                  <a:lnTo>
                    <a:pt x="563848" y="429850"/>
                  </a:lnTo>
                  <a:lnTo>
                    <a:pt x="589260" y="394513"/>
                  </a:lnTo>
                  <a:lnTo>
                    <a:pt x="608213" y="355895"/>
                  </a:lnTo>
                  <a:lnTo>
                    <a:pt x="620060" y="314572"/>
                  </a:lnTo>
                  <a:lnTo>
                    <a:pt x="624154" y="271119"/>
                  </a:lnTo>
                  <a:lnTo>
                    <a:pt x="620060" y="227254"/>
                  </a:lnTo>
                  <a:lnTo>
                    <a:pt x="608213" y="185601"/>
                  </a:lnTo>
                  <a:lnTo>
                    <a:pt x="589260" y="146727"/>
                  </a:lnTo>
                  <a:lnTo>
                    <a:pt x="563848" y="111198"/>
                  </a:lnTo>
                  <a:lnTo>
                    <a:pt x="532628" y="79581"/>
                  </a:lnTo>
                  <a:lnTo>
                    <a:pt x="496247" y="52442"/>
                  </a:lnTo>
                  <a:lnTo>
                    <a:pt x="455352" y="30348"/>
                  </a:lnTo>
                  <a:lnTo>
                    <a:pt x="410594" y="13865"/>
                  </a:lnTo>
                  <a:lnTo>
                    <a:pt x="362619" y="3560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7183894" y="496557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0"/>
                  </a:moveTo>
                  <a:lnTo>
                    <a:pt x="305993" y="0"/>
                  </a:lnTo>
                  <a:lnTo>
                    <a:pt x="274027" y="3048"/>
                  </a:lnTo>
                  <a:lnTo>
                    <a:pt x="257276" y="6095"/>
                  </a:lnTo>
                  <a:lnTo>
                    <a:pt x="226834" y="12179"/>
                  </a:lnTo>
                  <a:lnTo>
                    <a:pt x="211607" y="16751"/>
                  </a:lnTo>
                  <a:lnTo>
                    <a:pt x="197904" y="22847"/>
                  </a:lnTo>
                  <a:lnTo>
                    <a:pt x="182676" y="27419"/>
                  </a:lnTo>
                  <a:lnTo>
                    <a:pt x="143103" y="47218"/>
                  </a:lnTo>
                  <a:lnTo>
                    <a:pt x="95910" y="82257"/>
                  </a:lnTo>
                  <a:lnTo>
                    <a:pt x="47193" y="134035"/>
                  </a:lnTo>
                  <a:lnTo>
                    <a:pt x="19786" y="182778"/>
                  </a:lnTo>
                  <a:lnTo>
                    <a:pt x="4572" y="237616"/>
                  </a:lnTo>
                  <a:lnTo>
                    <a:pt x="0" y="280263"/>
                  </a:lnTo>
                  <a:lnTo>
                    <a:pt x="1524" y="293979"/>
                  </a:lnTo>
                  <a:lnTo>
                    <a:pt x="3048" y="309206"/>
                  </a:lnTo>
                  <a:lnTo>
                    <a:pt x="10655" y="350329"/>
                  </a:lnTo>
                  <a:lnTo>
                    <a:pt x="25882" y="389928"/>
                  </a:lnTo>
                  <a:lnTo>
                    <a:pt x="33489" y="402120"/>
                  </a:lnTo>
                  <a:lnTo>
                    <a:pt x="39585" y="414299"/>
                  </a:lnTo>
                  <a:lnTo>
                    <a:pt x="74599" y="458482"/>
                  </a:lnTo>
                  <a:lnTo>
                    <a:pt x="118745" y="496557"/>
                  </a:lnTo>
                  <a:lnTo>
                    <a:pt x="170497" y="525500"/>
                  </a:lnTo>
                  <a:lnTo>
                    <a:pt x="213131" y="542251"/>
                  </a:lnTo>
                  <a:lnTo>
                    <a:pt x="226834" y="546823"/>
                  </a:lnTo>
                  <a:lnTo>
                    <a:pt x="243573" y="549871"/>
                  </a:lnTo>
                  <a:lnTo>
                    <a:pt x="274027" y="555955"/>
                  </a:lnTo>
                  <a:lnTo>
                    <a:pt x="305993" y="559003"/>
                  </a:lnTo>
                  <a:lnTo>
                    <a:pt x="339483" y="559003"/>
                  </a:lnTo>
                  <a:lnTo>
                    <a:pt x="371449" y="555955"/>
                  </a:lnTo>
                  <a:lnTo>
                    <a:pt x="388200" y="552919"/>
                  </a:lnTo>
                  <a:lnTo>
                    <a:pt x="418642" y="546823"/>
                  </a:lnTo>
                  <a:lnTo>
                    <a:pt x="433870" y="542251"/>
                  </a:lnTo>
                  <a:lnTo>
                    <a:pt x="438437" y="540727"/>
                  </a:lnTo>
                  <a:lnTo>
                    <a:pt x="322732" y="540727"/>
                  </a:lnTo>
                  <a:lnTo>
                    <a:pt x="307517" y="539203"/>
                  </a:lnTo>
                  <a:lnTo>
                    <a:pt x="290766" y="539203"/>
                  </a:lnTo>
                  <a:lnTo>
                    <a:pt x="275539" y="537679"/>
                  </a:lnTo>
                  <a:lnTo>
                    <a:pt x="261848" y="534631"/>
                  </a:lnTo>
                  <a:lnTo>
                    <a:pt x="231394" y="528548"/>
                  </a:lnTo>
                  <a:lnTo>
                    <a:pt x="204000" y="519404"/>
                  </a:lnTo>
                  <a:lnTo>
                    <a:pt x="190296" y="513308"/>
                  </a:lnTo>
                  <a:lnTo>
                    <a:pt x="178117" y="508736"/>
                  </a:lnTo>
                  <a:lnTo>
                    <a:pt x="129400" y="479805"/>
                  </a:lnTo>
                  <a:lnTo>
                    <a:pt x="88303" y="444766"/>
                  </a:lnTo>
                  <a:lnTo>
                    <a:pt x="71551" y="424967"/>
                  </a:lnTo>
                  <a:lnTo>
                    <a:pt x="62420" y="414299"/>
                  </a:lnTo>
                  <a:lnTo>
                    <a:pt x="56324" y="403644"/>
                  </a:lnTo>
                  <a:lnTo>
                    <a:pt x="48717" y="391452"/>
                  </a:lnTo>
                  <a:lnTo>
                    <a:pt x="42633" y="380796"/>
                  </a:lnTo>
                  <a:lnTo>
                    <a:pt x="28930" y="344233"/>
                  </a:lnTo>
                  <a:lnTo>
                    <a:pt x="21310" y="306158"/>
                  </a:lnTo>
                  <a:lnTo>
                    <a:pt x="19786" y="292455"/>
                  </a:lnTo>
                  <a:lnTo>
                    <a:pt x="19786" y="266560"/>
                  </a:lnTo>
                  <a:lnTo>
                    <a:pt x="25882" y="226949"/>
                  </a:lnTo>
                  <a:lnTo>
                    <a:pt x="38061" y="190398"/>
                  </a:lnTo>
                  <a:lnTo>
                    <a:pt x="44145" y="178206"/>
                  </a:lnTo>
                  <a:lnTo>
                    <a:pt x="48717" y="167551"/>
                  </a:lnTo>
                  <a:lnTo>
                    <a:pt x="71551" y="134035"/>
                  </a:lnTo>
                  <a:lnTo>
                    <a:pt x="108089" y="95961"/>
                  </a:lnTo>
                  <a:lnTo>
                    <a:pt x="153758" y="63969"/>
                  </a:lnTo>
                  <a:lnTo>
                    <a:pt x="190296" y="45694"/>
                  </a:lnTo>
                  <a:lnTo>
                    <a:pt x="204000" y="39598"/>
                  </a:lnTo>
                  <a:lnTo>
                    <a:pt x="246621" y="27419"/>
                  </a:lnTo>
                  <a:lnTo>
                    <a:pt x="307517" y="19799"/>
                  </a:lnTo>
                  <a:lnTo>
                    <a:pt x="442497" y="19799"/>
                  </a:lnTo>
                  <a:lnTo>
                    <a:pt x="432346" y="16751"/>
                  </a:lnTo>
                  <a:lnTo>
                    <a:pt x="418642" y="12179"/>
                  </a:lnTo>
                  <a:lnTo>
                    <a:pt x="401904" y="9143"/>
                  </a:lnTo>
                  <a:lnTo>
                    <a:pt x="371449" y="3048"/>
                  </a:lnTo>
                  <a:lnTo>
                    <a:pt x="339483" y="0"/>
                  </a:lnTo>
                  <a:close/>
                </a:path>
                <a:path w="644525" h="559435">
                  <a:moveTo>
                    <a:pt x="442497" y="19799"/>
                  </a:moveTo>
                  <a:lnTo>
                    <a:pt x="337959" y="19799"/>
                  </a:lnTo>
                  <a:lnTo>
                    <a:pt x="369925" y="22847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4083" y="31991"/>
                  </a:lnTo>
                  <a:lnTo>
                    <a:pt x="427774" y="35026"/>
                  </a:lnTo>
                  <a:lnTo>
                    <a:pt x="441477" y="39598"/>
                  </a:lnTo>
                  <a:lnTo>
                    <a:pt x="455180" y="45694"/>
                  </a:lnTo>
                  <a:lnTo>
                    <a:pt x="467360" y="51790"/>
                  </a:lnTo>
                  <a:lnTo>
                    <a:pt x="493242" y="63969"/>
                  </a:lnTo>
                  <a:lnTo>
                    <a:pt x="537387" y="95961"/>
                  </a:lnTo>
                  <a:lnTo>
                    <a:pt x="566305" y="124904"/>
                  </a:lnTo>
                  <a:lnTo>
                    <a:pt x="573925" y="135559"/>
                  </a:lnTo>
                  <a:lnTo>
                    <a:pt x="583057" y="144703"/>
                  </a:lnTo>
                  <a:lnTo>
                    <a:pt x="589140" y="156883"/>
                  </a:lnTo>
                  <a:lnTo>
                    <a:pt x="596760" y="167551"/>
                  </a:lnTo>
                  <a:lnTo>
                    <a:pt x="602843" y="179730"/>
                  </a:lnTo>
                  <a:lnTo>
                    <a:pt x="607415" y="190398"/>
                  </a:lnTo>
                  <a:lnTo>
                    <a:pt x="616546" y="214769"/>
                  </a:lnTo>
                  <a:lnTo>
                    <a:pt x="619594" y="228473"/>
                  </a:lnTo>
                  <a:lnTo>
                    <a:pt x="622642" y="240664"/>
                  </a:lnTo>
                  <a:lnTo>
                    <a:pt x="624154" y="252844"/>
                  </a:lnTo>
                  <a:lnTo>
                    <a:pt x="625678" y="266560"/>
                  </a:lnTo>
                  <a:lnTo>
                    <a:pt x="625678" y="293979"/>
                  </a:lnTo>
                  <a:lnTo>
                    <a:pt x="624154" y="306158"/>
                  </a:lnTo>
                  <a:lnTo>
                    <a:pt x="622642" y="319862"/>
                  </a:lnTo>
                  <a:lnTo>
                    <a:pt x="607415" y="368604"/>
                  </a:lnTo>
                  <a:lnTo>
                    <a:pt x="589140" y="403644"/>
                  </a:lnTo>
                  <a:lnTo>
                    <a:pt x="566305" y="435635"/>
                  </a:lnTo>
                  <a:lnTo>
                    <a:pt x="537387" y="463041"/>
                  </a:lnTo>
                  <a:lnTo>
                    <a:pt x="491718" y="495033"/>
                  </a:lnTo>
                  <a:lnTo>
                    <a:pt x="453656" y="514832"/>
                  </a:lnTo>
                  <a:lnTo>
                    <a:pt x="426250" y="523976"/>
                  </a:lnTo>
                  <a:lnTo>
                    <a:pt x="412559" y="528548"/>
                  </a:lnTo>
                  <a:lnTo>
                    <a:pt x="398856" y="531583"/>
                  </a:lnTo>
                  <a:lnTo>
                    <a:pt x="368401" y="537679"/>
                  </a:lnTo>
                  <a:lnTo>
                    <a:pt x="353187" y="539203"/>
                  </a:lnTo>
                  <a:lnTo>
                    <a:pt x="337959" y="539203"/>
                  </a:lnTo>
                  <a:lnTo>
                    <a:pt x="322732" y="540727"/>
                  </a:lnTo>
                  <a:lnTo>
                    <a:pt x="438437" y="540727"/>
                  </a:lnTo>
                  <a:lnTo>
                    <a:pt x="447573" y="537679"/>
                  </a:lnTo>
                  <a:lnTo>
                    <a:pt x="461264" y="531583"/>
                  </a:lnTo>
                  <a:lnTo>
                    <a:pt x="476491" y="525500"/>
                  </a:lnTo>
                  <a:lnTo>
                    <a:pt x="526732" y="495033"/>
                  </a:lnTo>
                  <a:lnTo>
                    <a:pt x="570877" y="458482"/>
                  </a:lnTo>
                  <a:lnTo>
                    <a:pt x="589140" y="435635"/>
                  </a:lnTo>
                  <a:lnTo>
                    <a:pt x="598284" y="424967"/>
                  </a:lnTo>
                  <a:lnTo>
                    <a:pt x="605891" y="412788"/>
                  </a:lnTo>
                  <a:lnTo>
                    <a:pt x="611974" y="400596"/>
                  </a:lnTo>
                  <a:lnTo>
                    <a:pt x="619594" y="388404"/>
                  </a:lnTo>
                  <a:lnTo>
                    <a:pt x="625678" y="376224"/>
                  </a:lnTo>
                  <a:lnTo>
                    <a:pt x="630250" y="362521"/>
                  </a:lnTo>
                  <a:lnTo>
                    <a:pt x="634809" y="350329"/>
                  </a:lnTo>
                  <a:lnTo>
                    <a:pt x="640905" y="322910"/>
                  </a:lnTo>
                  <a:lnTo>
                    <a:pt x="642429" y="307682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51320"/>
                  </a:lnTo>
                  <a:lnTo>
                    <a:pt x="640905" y="236092"/>
                  </a:lnTo>
                  <a:lnTo>
                    <a:pt x="634809" y="208673"/>
                  </a:lnTo>
                  <a:lnTo>
                    <a:pt x="630250" y="196494"/>
                  </a:lnTo>
                  <a:lnTo>
                    <a:pt x="624154" y="182778"/>
                  </a:lnTo>
                  <a:lnTo>
                    <a:pt x="619594" y="170599"/>
                  </a:lnTo>
                  <a:lnTo>
                    <a:pt x="611974" y="158407"/>
                  </a:lnTo>
                  <a:lnTo>
                    <a:pt x="605891" y="146227"/>
                  </a:lnTo>
                  <a:lnTo>
                    <a:pt x="598284" y="134035"/>
                  </a:lnTo>
                  <a:lnTo>
                    <a:pt x="589140" y="123380"/>
                  </a:lnTo>
                  <a:lnTo>
                    <a:pt x="580009" y="111188"/>
                  </a:lnTo>
                  <a:lnTo>
                    <a:pt x="570877" y="100533"/>
                  </a:lnTo>
                  <a:lnTo>
                    <a:pt x="526732" y="63969"/>
                  </a:lnTo>
                  <a:lnTo>
                    <a:pt x="474967" y="33515"/>
                  </a:lnTo>
                  <a:lnTo>
                    <a:pt x="447573" y="21323"/>
                  </a:lnTo>
                  <a:lnTo>
                    <a:pt x="442497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7368502" y="662311"/>
            <a:ext cx="275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r>
              <a:rPr dirty="0" sz="1200" spc="-3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55" name="object 55"/>
          <p:cNvGrpSpPr/>
          <p:nvPr/>
        </p:nvGrpSpPr>
        <p:grpSpPr>
          <a:xfrm>
            <a:off x="7942021" y="496557"/>
            <a:ext cx="644525" cy="559435"/>
            <a:chOff x="7942021" y="496557"/>
            <a:chExt cx="644525" cy="559435"/>
          </a:xfrm>
        </p:grpSpPr>
        <p:sp>
          <p:nvSpPr>
            <p:cNvPr id="56" name="object 56"/>
            <p:cNvSpPr/>
            <p:nvPr/>
          </p:nvSpPr>
          <p:spPr>
            <a:xfrm>
              <a:off x="7951152" y="505701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19">
                  <a:moveTo>
                    <a:pt x="312077" y="0"/>
                  </a:moveTo>
                  <a:lnTo>
                    <a:pt x="261537" y="3560"/>
                  </a:lnTo>
                  <a:lnTo>
                    <a:pt x="213564" y="13865"/>
                  </a:lnTo>
                  <a:lnTo>
                    <a:pt x="168806" y="30348"/>
                  </a:lnTo>
                  <a:lnTo>
                    <a:pt x="127912" y="52442"/>
                  </a:lnTo>
                  <a:lnTo>
                    <a:pt x="91530" y="79581"/>
                  </a:lnTo>
                  <a:lnTo>
                    <a:pt x="60308" y="111198"/>
                  </a:lnTo>
                  <a:lnTo>
                    <a:pt x="34896" y="146727"/>
                  </a:lnTo>
                  <a:lnTo>
                    <a:pt x="15941" y="185601"/>
                  </a:lnTo>
                  <a:lnTo>
                    <a:pt x="4093" y="227254"/>
                  </a:lnTo>
                  <a:lnTo>
                    <a:pt x="0" y="271119"/>
                  </a:lnTo>
                  <a:lnTo>
                    <a:pt x="4093" y="314572"/>
                  </a:lnTo>
                  <a:lnTo>
                    <a:pt x="15941" y="355895"/>
                  </a:lnTo>
                  <a:lnTo>
                    <a:pt x="34896" y="394513"/>
                  </a:lnTo>
                  <a:lnTo>
                    <a:pt x="60308" y="429850"/>
                  </a:lnTo>
                  <a:lnTo>
                    <a:pt x="91530" y="461330"/>
                  </a:lnTo>
                  <a:lnTo>
                    <a:pt x="127912" y="488378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3029" y="537168"/>
                  </a:lnTo>
                  <a:lnTo>
                    <a:pt x="411333" y="526872"/>
                  </a:lnTo>
                  <a:lnTo>
                    <a:pt x="456348" y="510417"/>
                  </a:lnTo>
                  <a:lnTo>
                    <a:pt x="497436" y="488378"/>
                  </a:lnTo>
                  <a:lnTo>
                    <a:pt x="533957" y="461330"/>
                  </a:lnTo>
                  <a:lnTo>
                    <a:pt x="565271" y="429850"/>
                  </a:lnTo>
                  <a:lnTo>
                    <a:pt x="590740" y="394513"/>
                  </a:lnTo>
                  <a:lnTo>
                    <a:pt x="609724" y="355895"/>
                  </a:lnTo>
                  <a:lnTo>
                    <a:pt x="621583" y="314572"/>
                  </a:lnTo>
                  <a:lnTo>
                    <a:pt x="625678" y="271119"/>
                  </a:lnTo>
                  <a:lnTo>
                    <a:pt x="621583" y="227254"/>
                  </a:lnTo>
                  <a:lnTo>
                    <a:pt x="609724" y="185601"/>
                  </a:lnTo>
                  <a:lnTo>
                    <a:pt x="590740" y="146727"/>
                  </a:lnTo>
                  <a:lnTo>
                    <a:pt x="565271" y="111198"/>
                  </a:lnTo>
                  <a:lnTo>
                    <a:pt x="533957" y="79581"/>
                  </a:lnTo>
                  <a:lnTo>
                    <a:pt x="497436" y="52442"/>
                  </a:lnTo>
                  <a:lnTo>
                    <a:pt x="456348" y="30348"/>
                  </a:lnTo>
                  <a:lnTo>
                    <a:pt x="411333" y="13865"/>
                  </a:lnTo>
                  <a:lnTo>
                    <a:pt x="363029" y="3560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7" name="object 57"/>
            <p:cNvSpPr/>
            <p:nvPr/>
          </p:nvSpPr>
          <p:spPr>
            <a:xfrm>
              <a:off x="7942021" y="496557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491" y="3048"/>
                  </a:lnTo>
                  <a:lnTo>
                    <a:pt x="226822" y="12179"/>
                  </a:lnTo>
                  <a:lnTo>
                    <a:pt x="211607" y="16751"/>
                  </a:lnTo>
                  <a:lnTo>
                    <a:pt x="196380" y="22847"/>
                  </a:lnTo>
                  <a:lnTo>
                    <a:pt x="182676" y="27419"/>
                  </a:lnTo>
                  <a:lnTo>
                    <a:pt x="141579" y="47218"/>
                  </a:lnTo>
                  <a:lnTo>
                    <a:pt x="94386" y="82257"/>
                  </a:lnTo>
                  <a:lnTo>
                    <a:pt x="54800" y="123380"/>
                  </a:lnTo>
                  <a:lnTo>
                    <a:pt x="31965" y="158407"/>
                  </a:lnTo>
                  <a:lnTo>
                    <a:pt x="6083" y="223900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6083" y="336626"/>
                  </a:lnTo>
                  <a:lnTo>
                    <a:pt x="19786" y="376224"/>
                  </a:lnTo>
                  <a:lnTo>
                    <a:pt x="39573" y="414299"/>
                  </a:lnTo>
                  <a:lnTo>
                    <a:pt x="47193" y="424967"/>
                  </a:lnTo>
                  <a:lnTo>
                    <a:pt x="54800" y="437146"/>
                  </a:lnTo>
                  <a:lnTo>
                    <a:pt x="94386" y="478281"/>
                  </a:lnTo>
                  <a:lnTo>
                    <a:pt x="143103" y="511784"/>
                  </a:lnTo>
                  <a:lnTo>
                    <a:pt x="182676" y="531583"/>
                  </a:lnTo>
                  <a:lnTo>
                    <a:pt x="226822" y="546823"/>
                  </a:lnTo>
                  <a:lnTo>
                    <a:pt x="274015" y="555955"/>
                  </a:lnTo>
                  <a:lnTo>
                    <a:pt x="305993" y="559003"/>
                  </a:lnTo>
                  <a:lnTo>
                    <a:pt x="337959" y="559003"/>
                  </a:lnTo>
                  <a:lnTo>
                    <a:pt x="371449" y="555955"/>
                  </a:lnTo>
                  <a:lnTo>
                    <a:pt x="417118" y="546823"/>
                  </a:lnTo>
                  <a:lnTo>
                    <a:pt x="437413" y="540727"/>
                  </a:lnTo>
                  <a:lnTo>
                    <a:pt x="321208" y="540727"/>
                  </a:lnTo>
                  <a:lnTo>
                    <a:pt x="305993" y="539203"/>
                  </a:lnTo>
                  <a:lnTo>
                    <a:pt x="290766" y="539203"/>
                  </a:lnTo>
                  <a:lnTo>
                    <a:pt x="275539" y="537679"/>
                  </a:lnTo>
                  <a:lnTo>
                    <a:pt x="245097" y="531583"/>
                  </a:lnTo>
                  <a:lnTo>
                    <a:pt x="231394" y="528548"/>
                  </a:lnTo>
                  <a:lnTo>
                    <a:pt x="203987" y="519404"/>
                  </a:lnTo>
                  <a:lnTo>
                    <a:pt x="190284" y="513308"/>
                  </a:lnTo>
                  <a:lnTo>
                    <a:pt x="176593" y="508736"/>
                  </a:lnTo>
                  <a:lnTo>
                    <a:pt x="127876" y="479805"/>
                  </a:lnTo>
                  <a:lnTo>
                    <a:pt x="86766" y="444766"/>
                  </a:lnTo>
                  <a:lnTo>
                    <a:pt x="79159" y="434111"/>
                  </a:lnTo>
                  <a:lnTo>
                    <a:pt x="70027" y="424967"/>
                  </a:lnTo>
                  <a:lnTo>
                    <a:pt x="54800" y="403644"/>
                  </a:lnTo>
                  <a:lnTo>
                    <a:pt x="48717" y="391452"/>
                  </a:lnTo>
                  <a:lnTo>
                    <a:pt x="42621" y="380796"/>
                  </a:lnTo>
                  <a:lnTo>
                    <a:pt x="36537" y="368604"/>
                  </a:lnTo>
                  <a:lnTo>
                    <a:pt x="31965" y="356425"/>
                  </a:lnTo>
                  <a:lnTo>
                    <a:pt x="28917" y="344233"/>
                  </a:lnTo>
                  <a:lnTo>
                    <a:pt x="24358" y="332054"/>
                  </a:lnTo>
                  <a:lnTo>
                    <a:pt x="22834" y="318338"/>
                  </a:lnTo>
                  <a:lnTo>
                    <a:pt x="19786" y="306158"/>
                  </a:lnTo>
                  <a:lnTo>
                    <a:pt x="19786" y="292455"/>
                  </a:lnTo>
                  <a:lnTo>
                    <a:pt x="18262" y="278739"/>
                  </a:lnTo>
                  <a:lnTo>
                    <a:pt x="19786" y="266560"/>
                  </a:lnTo>
                  <a:lnTo>
                    <a:pt x="19786" y="252844"/>
                  </a:lnTo>
                  <a:lnTo>
                    <a:pt x="22834" y="240664"/>
                  </a:lnTo>
                  <a:lnTo>
                    <a:pt x="25882" y="226949"/>
                  </a:lnTo>
                  <a:lnTo>
                    <a:pt x="31965" y="202577"/>
                  </a:lnTo>
                  <a:lnTo>
                    <a:pt x="36537" y="190398"/>
                  </a:lnTo>
                  <a:lnTo>
                    <a:pt x="42621" y="178206"/>
                  </a:lnTo>
                  <a:lnTo>
                    <a:pt x="48717" y="167551"/>
                  </a:lnTo>
                  <a:lnTo>
                    <a:pt x="54800" y="155359"/>
                  </a:lnTo>
                  <a:lnTo>
                    <a:pt x="70027" y="134035"/>
                  </a:lnTo>
                  <a:lnTo>
                    <a:pt x="79159" y="124904"/>
                  </a:lnTo>
                  <a:lnTo>
                    <a:pt x="88290" y="114236"/>
                  </a:lnTo>
                  <a:lnTo>
                    <a:pt x="129400" y="79209"/>
                  </a:lnTo>
                  <a:lnTo>
                    <a:pt x="178117" y="50266"/>
                  </a:lnTo>
                  <a:lnTo>
                    <a:pt x="190284" y="45694"/>
                  </a:lnTo>
                  <a:lnTo>
                    <a:pt x="203987" y="39598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11" y="24371"/>
                  </a:lnTo>
                  <a:lnTo>
                    <a:pt x="305993" y="19799"/>
                  </a:lnTo>
                  <a:lnTo>
                    <a:pt x="441473" y="19799"/>
                  </a:lnTo>
                  <a:lnTo>
                    <a:pt x="432346" y="16751"/>
                  </a:lnTo>
                  <a:lnTo>
                    <a:pt x="417118" y="12179"/>
                  </a:lnTo>
                  <a:lnTo>
                    <a:pt x="386676" y="6095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73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46" y="31991"/>
                  </a:lnTo>
                  <a:lnTo>
                    <a:pt x="426250" y="35026"/>
                  </a:lnTo>
                  <a:lnTo>
                    <a:pt x="439953" y="39598"/>
                  </a:lnTo>
                  <a:lnTo>
                    <a:pt x="491718" y="63969"/>
                  </a:lnTo>
                  <a:lnTo>
                    <a:pt x="537387" y="95961"/>
                  </a:lnTo>
                  <a:lnTo>
                    <a:pt x="564781" y="124904"/>
                  </a:lnTo>
                  <a:lnTo>
                    <a:pt x="573913" y="135559"/>
                  </a:lnTo>
                  <a:lnTo>
                    <a:pt x="581532" y="144703"/>
                  </a:lnTo>
                  <a:lnTo>
                    <a:pt x="589140" y="156883"/>
                  </a:lnTo>
                  <a:lnTo>
                    <a:pt x="595236" y="167551"/>
                  </a:lnTo>
                  <a:lnTo>
                    <a:pt x="601319" y="179730"/>
                  </a:lnTo>
                  <a:lnTo>
                    <a:pt x="607415" y="190398"/>
                  </a:lnTo>
                  <a:lnTo>
                    <a:pt x="611974" y="202577"/>
                  </a:lnTo>
                  <a:lnTo>
                    <a:pt x="615022" y="214769"/>
                  </a:lnTo>
                  <a:lnTo>
                    <a:pt x="618070" y="228473"/>
                  </a:lnTo>
                  <a:lnTo>
                    <a:pt x="621106" y="240664"/>
                  </a:lnTo>
                  <a:lnTo>
                    <a:pt x="622630" y="252844"/>
                  </a:lnTo>
                  <a:lnTo>
                    <a:pt x="624154" y="266560"/>
                  </a:lnTo>
                  <a:lnTo>
                    <a:pt x="624154" y="293979"/>
                  </a:lnTo>
                  <a:lnTo>
                    <a:pt x="622630" y="306158"/>
                  </a:lnTo>
                  <a:lnTo>
                    <a:pt x="621106" y="319862"/>
                  </a:lnTo>
                  <a:lnTo>
                    <a:pt x="611974" y="356425"/>
                  </a:lnTo>
                  <a:lnTo>
                    <a:pt x="605891" y="368604"/>
                  </a:lnTo>
                  <a:lnTo>
                    <a:pt x="601319" y="380796"/>
                  </a:lnTo>
                  <a:lnTo>
                    <a:pt x="573913" y="424967"/>
                  </a:lnTo>
                  <a:lnTo>
                    <a:pt x="535863" y="463041"/>
                  </a:lnTo>
                  <a:lnTo>
                    <a:pt x="491718" y="495033"/>
                  </a:lnTo>
                  <a:lnTo>
                    <a:pt x="453656" y="514832"/>
                  </a:lnTo>
                  <a:lnTo>
                    <a:pt x="412546" y="528548"/>
                  </a:lnTo>
                  <a:lnTo>
                    <a:pt x="397332" y="531583"/>
                  </a:lnTo>
                  <a:lnTo>
                    <a:pt x="383628" y="534631"/>
                  </a:lnTo>
                  <a:lnTo>
                    <a:pt x="368401" y="537679"/>
                  </a:lnTo>
                  <a:lnTo>
                    <a:pt x="353174" y="539203"/>
                  </a:lnTo>
                  <a:lnTo>
                    <a:pt x="337959" y="539203"/>
                  </a:lnTo>
                  <a:lnTo>
                    <a:pt x="321208" y="540727"/>
                  </a:lnTo>
                  <a:lnTo>
                    <a:pt x="437413" y="540727"/>
                  </a:lnTo>
                  <a:lnTo>
                    <a:pt x="447560" y="537679"/>
                  </a:lnTo>
                  <a:lnTo>
                    <a:pt x="502373" y="511784"/>
                  </a:lnTo>
                  <a:lnTo>
                    <a:pt x="549567" y="476757"/>
                  </a:lnTo>
                  <a:lnTo>
                    <a:pt x="580008" y="447814"/>
                  </a:lnTo>
                  <a:lnTo>
                    <a:pt x="611974" y="400596"/>
                  </a:lnTo>
                  <a:lnTo>
                    <a:pt x="628726" y="362521"/>
                  </a:lnTo>
                  <a:lnTo>
                    <a:pt x="633285" y="350329"/>
                  </a:lnTo>
                  <a:lnTo>
                    <a:pt x="637857" y="336626"/>
                  </a:lnTo>
                  <a:lnTo>
                    <a:pt x="640905" y="322910"/>
                  </a:lnTo>
                  <a:lnTo>
                    <a:pt x="642429" y="307682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42429" y="251320"/>
                  </a:lnTo>
                  <a:lnTo>
                    <a:pt x="639381" y="236092"/>
                  </a:lnTo>
                  <a:lnTo>
                    <a:pt x="637857" y="222389"/>
                  </a:lnTo>
                  <a:lnTo>
                    <a:pt x="633285" y="208673"/>
                  </a:lnTo>
                  <a:lnTo>
                    <a:pt x="628726" y="196494"/>
                  </a:lnTo>
                  <a:lnTo>
                    <a:pt x="624154" y="182778"/>
                  </a:lnTo>
                  <a:lnTo>
                    <a:pt x="611974" y="158407"/>
                  </a:lnTo>
                  <a:lnTo>
                    <a:pt x="596747" y="134035"/>
                  </a:lnTo>
                  <a:lnTo>
                    <a:pt x="587616" y="123380"/>
                  </a:lnTo>
                  <a:lnTo>
                    <a:pt x="580008" y="111188"/>
                  </a:lnTo>
                  <a:lnTo>
                    <a:pt x="548043" y="80733"/>
                  </a:lnTo>
                  <a:lnTo>
                    <a:pt x="500849" y="47218"/>
                  </a:lnTo>
                  <a:lnTo>
                    <a:pt x="461264" y="27419"/>
                  </a:lnTo>
                  <a:lnTo>
                    <a:pt x="446036" y="21323"/>
                  </a:lnTo>
                  <a:lnTo>
                    <a:pt x="441473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8" name="object 58"/>
          <p:cNvSpPr txBox="1"/>
          <p:nvPr/>
        </p:nvSpPr>
        <p:spPr>
          <a:xfrm>
            <a:off x="8125828" y="675255"/>
            <a:ext cx="2755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r>
              <a:rPr dirty="0" sz="105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59" name="object 59"/>
          <p:cNvSpPr txBox="1"/>
          <p:nvPr/>
        </p:nvSpPr>
        <p:spPr>
          <a:xfrm>
            <a:off x="1191620" y="1755689"/>
            <a:ext cx="8357234" cy="126682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dirty="0" sz="1600">
                <a:latin typeface="Arial"/>
                <a:cs typeface="Arial"/>
              </a:rPr>
              <a:t>1</a:t>
            </a:r>
            <a:r>
              <a:rPr dirty="0" sz="1600">
                <a:latin typeface="Gulim"/>
                <a:cs typeface="Gulim"/>
              </a:rPr>
              <a:t>단계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 spc="-10">
                <a:latin typeface="Gulim"/>
                <a:cs typeface="Gulim"/>
              </a:rPr>
              <a:t>빈도수에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따라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나열</a:t>
            </a:r>
            <a:endParaRPr sz="16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단계</a:t>
            </a:r>
            <a:r>
              <a:rPr dirty="0" sz="1600">
                <a:latin typeface="Arial"/>
                <a:cs typeface="Arial"/>
              </a:rPr>
              <a:t>: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가장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작은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빈도수를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가지는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글자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개를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추출하여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이들을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단말노드로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하여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이진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생 </a:t>
            </a:r>
            <a:r>
              <a:rPr dirty="0" sz="1600">
                <a:latin typeface="Gulim"/>
                <a:cs typeface="Gulim"/>
              </a:rPr>
              <a:t>성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루트의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값은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각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자식노드의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합한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값</a:t>
            </a:r>
            <a:endParaRPr sz="16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600" spc="-10">
                <a:latin typeface="Arial"/>
                <a:cs typeface="Arial"/>
              </a:rPr>
              <a:t>1</a:t>
            </a:r>
            <a:r>
              <a:rPr dirty="0" sz="1600" spc="-10">
                <a:latin typeface="Gulim"/>
                <a:cs typeface="Gulim"/>
              </a:rPr>
              <a:t>단계와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단계를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반복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모두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연결된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루트노드가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나올때까지</a:t>
            </a:r>
            <a:endParaRPr sz="16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50169" y="6954390"/>
            <a:ext cx="93027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생능출판사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506142" y="6920121"/>
            <a:ext cx="28638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latin typeface="Gulim"/>
                <a:cs typeface="Gulim"/>
              </a:rPr>
              <a:t>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3682" y="6957564"/>
            <a:ext cx="972819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15">
                <a:latin typeface="Gulim"/>
                <a:cs typeface="Gulim"/>
              </a:rPr>
              <a:t> </a:t>
            </a:r>
            <a:r>
              <a:rPr dirty="0" sz="1200" spc="-35">
                <a:latin typeface="Gulim"/>
                <a:cs typeface="Gulim"/>
              </a:rPr>
              <a:t>풀어</a:t>
            </a:r>
            <a:endParaRPr sz="12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446461" y="6957564"/>
            <a:ext cx="81153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쓴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907307" y="4942719"/>
          <a:ext cx="4701540" cy="21558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095"/>
                <a:gridCol w="1522095"/>
                <a:gridCol w="1567814"/>
              </a:tblGrid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64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글자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코드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39370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dirty="0" sz="1400" spc="-7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빈도수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746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94B5D1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e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15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t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393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n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i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  <a:tc>
                  <a:txBody>
                    <a:bodyPr/>
                    <a:lstStyle/>
                    <a:p>
                      <a:pPr marL="90170" marR="393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FF2F6"/>
                    </a:solidFill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s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1473835" algn="l"/>
                        </a:tabLst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4</a:t>
                      </a:r>
                      <a:r>
                        <a:rPr dirty="0" sz="1400">
                          <a:latin typeface="Tw Cen MT"/>
                          <a:cs typeface="Tw Cen MT"/>
                        </a:rPr>
                        <a:t>	</a:t>
                      </a:r>
                      <a:r>
                        <a:rPr dirty="0" baseline="-25462" sz="1800" spc="-75">
                          <a:latin typeface="Gulim"/>
                          <a:cs typeface="Gulim"/>
                        </a:rPr>
                        <a:t>2</a:t>
                      </a:r>
                      <a:endParaRPr baseline="-25462" sz="1800">
                        <a:latin typeface="Gulim"/>
                        <a:cs typeface="Gulim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DBE4ED"/>
                    </a:solidFill>
                  </a:tcPr>
                </a:tc>
              </a:tr>
            </a:tbl>
          </a:graphicData>
        </a:graphic>
      </p:graphicFrame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62443" y="703197"/>
            <a:ext cx="3361690" cy="6965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400" spc="-1939">
                <a:solidFill>
                  <a:srgbClr val="775E54"/>
                </a:solidFill>
                <a:latin typeface="Dotum"/>
                <a:cs typeface="Dotum"/>
              </a:rPr>
              <a:t>허프만</a:t>
            </a:r>
            <a:r>
              <a:rPr dirty="0" sz="4400" spc="-260">
                <a:solidFill>
                  <a:srgbClr val="775E54"/>
                </a:solidFill>
                <a:latin typeface="Dotum"/>
                <a:cs typeface="Dotum"/>
              </a:rPr>
              <a:t> </a:t>
            </a:r>
            <a:r>
              <a:rPr dirty="0" sz="4400" spc="-2600">
                <a:solidFill>
                  <a:srgbClr val="775E54"/>
                </a:solidFill>
                <a:latin typeface="Dotum"/>
                <a:cs typeface="Dotum"/>
              </a:rPr>
              <a:t>코드</a:t>
            </a:r>
            <a:r>
              <a:rPr dirty="0" sz="4400" spc="-260">
                <a:solidFill>
                  <a:srgbClr val="775E54"/>
                </a:solidFill>
                <a:latin typeface="Dotum"/>
                <a:cs typeface="Dotum"/>
              </a:rPr>
              <a:t> </a:t>
            </a:r>
            <a:r>
              <a:rPr dirty="0" sz="4400" spc="-1525">
                <a:solidFill>
                  <a:srgbClr val="775E54"/>
                </a:solidFill>
                <a:latin typeface="Dotum"/>
                <a:cs typeface="Dotum"/>
              </a:rPr>
              <a:t>생성</a:t>
            </a:r>
            <a:r>
              <a:rPr dirty="0" sz="4400" spc="-260">
                <a:solidFill>
                  <a:srgbClr val="775E54"/>
                </a:solidFill>
                <a:latin typeface="Dotum"/>
                <a:cs typeface="Dotum"/>
              </a:rPr>
              <a:t> </a:t>
            </a:r>
            <a:r>
              <a:rPr dirty="0" sz="4400" spc="-1550">
                <a:solidFill>
                  <a:srgbClr val="775E54"/>
                </a:solidFill>
                <a:latin typeface="Dotum"/>
                <a:cs typeface="Dotum"/>
              </a:rPr>
              <a:t>절차</a:t>
            </a:r>
            <a:endParaRPr sz="4400">
              <a:latin typeface="Dotum"/>
              <a:cs typeface="Dotum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041976" y="1913115"/>
            <a:ext cx="741680" cy="735965"/>
            <a:chOff x="5041976" y="1913115"/>
            <a:chExt cx="741680" cy="735965"/>
          </a:xfrm>
        </p:grpSpPr>
        <p:sp>
          <p:nvSpPr>
            <p:cNvPr id="10" name="object 10"/>
            <p:cNvSpPr/>
            <p:nvPr/>
          </p:nvSpPr>
          <p:spPr>
            <a:xfrm>
              <a:off x="5052631" y="1943582"/>
              <a:ext cx="718820" cy="675005"/>
            </a:xfrm>
            <a:custGeom>
              <a:avLst/>
              <a:gdLst/>
              <a:ahLst/>
              <a:cxnLst/>
              <a:rect l="l" t="t" r="r" b="b"/>
              <a:pathLst>
                <a:path w="718820" h="675005">
                  <a:moveTo>
                    <a:pt x="478015" y="0"/>
                  </a:moveTo>
                  <a:lnTo>
                    <a:pt x="478015" y="239140"/>
                  </a:lnTo>
                  <a:lnTo>
                    <a:pt x="0" y="239140"/>
                  </a:lnTo>
                  <a:lnTo>
                    <a:pt x="0" y="435622"/>
                  </a:lnTo>
                  <a:lnTo>
                    <a:pt x="478015" y="435622"/>
                  </a:lnTo>
                  <a:lnTo>
                    <a:pt x="478015" y="674763"/>
                  </a:lnTo>
                  <a:lnTo>
                    <a:pt x="718540" y="338137"/>
                  </a:lnTo>
                  <a:lnTo>
                    <a:pt x="478015" y="0"/>
                  </a:lnTo>
                  <a:close/>
                </a:path>
              </a:pathLst>
            </a:custGeom>
            <a:solidFill>
              <a:srgbClr val="94B5D1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5041976" y="1913115"/>
              <a:ext cx="741680" cy="735965"/>
            </a:xfrm>
            <a:custGeom>
              <a:avLst/>
              <a:gdLst/>
              <a:ahLst/>
              <a:cxnLst/>
              <a:rect l="l" t="t" r="r" b="b"/>
              <a:pathLst>
                <a:path w="741679" h="735964">
                  <a:moveTo>
                    <a:pt x="479526" y="466089"/>
                  </a:moveTo>
                  <a:lnTo>
                    <a:pt x="479526" y="735698"/>
                  </a:lnTo>
                  <a:lnTo>
                    <a:pt x="501258" y="705230"/>
                  </a:lnTo>
                  <a:lnTo>
                    <a:pt x="497801" y="705230"/>
                  </a:lnTo>
                  <a:lnTo>
                    <a:pt x="481050" y="699135"/>
                  </a:lnTo>
                  <a:lnTo>
                    <a:pt x="497801" y="675692"/>
                  </a:lnTo>
                  <a:lnTo>
                    <a:pt x="497801" y="475234"/>
                  </a:lnTo>
                  <a:lnTo>
                    <a:pt x="488670" y="475234"/>
                  </a:lnTo>
                  <a:lnTo>
                    <a:pt x="479526" y="466089"/>
                  </a:lnTo>
                  <a:close/>
                </a:path>
                <a:path w="741679" h="735964">
                  <a:moveTo>
                    <a:pt x="497801" y="675692"/>
                  </a:moveTo>
                  <a:lnTo>
                    <a:pt x="481050" y="699135"/>
                  </a:lnTo>
                  <a:lnTo>
                    <a:pt x="497801" y="705230"/>
                  </a:lnTo>
                  <a:lnTo>
                    <a:pt x="497801" y="675692"/>
                  </a:lnTo>
                  <a:close/>
                </a:path>
                <a:path w="741679" h="735964">
                  <a:moveTo>
                    <a:pt x="717781" y="367849"/>
                  </a:moveTo>
                  <a:lnTo>
                    <a:pt x="497801" y="675692"/>
                  </a:lnTo>
                  <a:lnTo>
                    <a:pt x="497801" y="705230"/>
                  </a:lnTo>
                  <a:lnTo>
                    <a:pt x="501258" y="705230"/>
                  </a:lnTo>
                  <a:lnTo>
                    <a:pt x="738113" y="373176"/>
                  </a:lnTo>
                  <a:lnTo>
                    <a:pt x="721588" y="373176"/>
                  </a:lnTo>
                  <a:lnTo>
                    <a:pt x="717781" y="367849"/>
                  </a:lnTo>
                  <a:close/>
                </a:path>
                <a:path w="741679" h="735964">
                  <a:moveTo>
                    <a:pt x="479526" y="260464"/>
                  </a:moveTo>
                  <a:lnTo>
                    <a:pt x="0" y="260464"/>
                  </a:lnTo>
                  <a:lnTo>
                    <a:pt x="0" y="475234"/>
                  </a:lnTo>
                  <a:lnTo>
                    <a:pt x="479526" y="475234"/>
                  </a:lnTo>
                  <a:lnTo>
                    <a:pt x="479526" y="466089"/>
                  </a:lnTo>
                  <a:lnTo>
                    <a:pt x="19786" y="466089"/>
                  </a:lnTo>
                  <a:lnTo>
                    <a:pt x="10655" y="456958"/>
                  </a:lnTo>
                  <a:lnTo>
                    <a:pt x="19786" y="456958"/>
                  </a:lnTo>
                  <a:lnTo>
                    <a:pt x="19786" y="278739"/>
                  </a:lnTo>
                  <a:lnTo>
                    <a:pt x="10655" y="278739"/>
                  </a:lnTo>
                  <a:lnTo>
                    <a:pt x="19786" y="269608"/>
                  </a:lnTo>
                  <a:lnTo>
                    <a:pt x="479526" y="269608"/>
                  </a:lnTo>
                  <a:lnTo>
                    <a:pt x="479526" y="260464"/>
                  </a:lnTo>
                  <a:close/>
                </a:path>
                <a:path w="741679" h="735964">
                  <a:moveTo>
                    <a:pt x="497801" y="456958"/>
                  </a:moveTo>
                  <a:lnTo>
                    <a:pt x="19786" y="456958"/>
                  </a:lnTo>
                  <a:lnTo>
                    <a:pt x="19786" y="466089"/>
                  </a:lnTo>
                  <a:lnTo>
                    <a:pt x="479526" y="466089"/>
                  </a:lnTo>
                  <a:lnTo>
                    <a:pt x="488670" y="475234"/>
                  </a:lnTo>
                  <a:lnTo>
                    <a:pt x="497801" y="475234"/>
                  </a:lnTo>
                  <a:lnTo>
                    <a:pt x="497801" y="456958"/>
                  </a:lnTo>
                  <a:close/>
                </a:path>
                <a:path w="741679" h="735964">
                  <a:moveTo>
                    <a:pt x="19786" y="456958"/>
                  </a:moveTo>
                  <a:lnTo>
                    <a:pt x="10655" y="456958"/>
                  </a:lnTo>
                  <a:lnTo>
                    <a:pt x="19786" y="466089"/>
                  </a:lnTo>
                  <a:lnTo>
                    <a:pt x="19786" y="456958"/>
                  </a:lnTo>
                  <a:close/>
                </a:path>
                <a:path w="741679" h="735964">
                  <a:moveTo>
                    <a:pt x="721588" y="362521"/>
                  </a:moveTo>
                  <a:lnTo>
                    <a:pt x="717781" y="367849"/>
                  </a:lnTo>
                  <a:lnTo>
                    <a:pt x="721588" y="373176"/>
                  </a:lnTo>
                  <a:lnTo>
                    <a:pt x="721588" y="362521"/>
                  </a:lnTo>
                  <a:close/>
                </a:path>
                <a:path w="741679" h="735964">
                  <a:moveTo>
                    <a:pt x="737053" y="362521"/>
                  </a:moveTo>
                  <a:lnTo>
                    <a:pt x="721588" y="362521"/>
                  </a:lnTo>
                  <a:lnTo>
                    <a:pt x="721588" y="373176"/>
                  </a:lnTo>
                  <a:lnTo>
                    <a:pt x="738113" y="373176"/>
                  </a:lnTo>
                  <a:lnTo>
                    <a:pt x="741375" y="368604"/>
                  </a:lnTo>
                  <a:lnTo>
                    <a:pt x="737053" y="362521"/>
                  </a:lnTo>
                  <a:close/>
                </a:path>
                <a:path w="741679" h="735964">
                  <a:moveTo>
                    <a:pt x="501169" y="30467"/>
                  </a:moveTo>
                  <a:lnTo>
                    <a:pt x="497801" y="30467"/>
                  </a:lnTo>
                  <a:lnTo>
                    <a:pt x="497801" y="59993"/>
                  </a:lnTo>
                  <a:lnTo>
                    <a:pt x="717781" y="367849"/>
                  </a:lnTo>
                  <a:lnTo>
                    <a:pt x="721588" y="362521"/>
                  </a:lnTo>
                  <a:lnTo>
                    <a:pt x="737053" y="362521"/>
                  </a:lnTo>
                  <a:lnTo>
                    <a:pt x="501169" y="30467"/>
                  </a:lnTo>
                  <a:close/>
                </a:path>
                <a:path w="741679" h="735964">
                  <a:moveTo>
                    <a:pt x="19786" y="269608"/>
                  </a:moveTo>
                  <a:lnTo>
                    <a:pt x="10655" y="278739"/>
                  </a:lnTo>
                  <a:lnTo>
                    <a:pt x="19786" y="278739"/>
                  </a:lnTo>
                  <a:lnTo>
                    <a:pt x="19786" y="269608"/>
                  </a:lnTo>
                  <a:close/>
                </a:path>
                <a:path w="741679" h="735964">
                  <a:moveTo>
                    <a:pt x="497801" y="260464"/>
                  </a:moveTo>
                  <a:lnTo>
                    <a:pt x="488670" y="260464"/>
                  </a:lnTo>
                  <a:lnTo>
                    <a:pt x="479526" y="269608"/>
                  </a:lnTo>
                  <a:lnTo>
                    <a:pt x="19786" y="269608"/>
                  </a:lnTo>
                  <a:lnTo>
                    <a:pt x="19786" y="278739"/>
                  </a:lnTo>
                  <a:lnTo>
                    <a:pt x="497801" y="278739"/>
                  </a:lnTo>
                  <a:lnTo>
                    <a:pt x="497801" y="260464"/>
                  </a:lnTo>
                  <a:close/>
                </a:path>
                <a:path w="741679" h="735964">
                  <a:moveTo>
                    <a:pt x="479526" y="0"/>
                  </a:moveTo>
                  <a:lnTo>
                    <a:pt x="479526" y="269608"/>
                  </a:lnTo>
                  <a:lnTo>
                    <a:pt x="488670" y="260464"/>
                  </a:lnTo>
                  <a:lnTo>
                    <a:pt x="497801" y="260464"/>
                  </a:lnTo>
                  <a:lnTo>
                    <a:pt x="497801" y="59993"/>
                  </a:lnTo>
                  <a:lnTo>
                    <a:pt x="481050" y="36550"/>
                  </a:lnTo>
                  <a:lnTo>
                    <a:pt x="497801" y="30467"/>
                  </a:lnTo>
                  <a:lnTo>
                    <a:pt x="501169" y="30467"/>
                  </a:lnTo>
                  <a:lnTo>
                    <a:pt x="479526" y="0"/>
                  </a:lnTo>
                  <a:close/>
                </a:path>
                <a:path w="741679" h="735964">
                  <a:moveTo>
                    <a:pt x="497801" y="30467"/>
                  </a:moveTo>
                  <a:lnTo>
                    <a:pt x="481050" y="36550"/>
                  </a:lnTo>
                  <a:lnTo>
                    <a:pt x="497801" y="59993"/>
                  </a:lnTo>
                  <a:lnTo>
                    <a:pt x="497801" y="3046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pic>
        <p:nvPicPr>
          <p:cNvPr id="12" name="object 1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353350" y="1430261"/>
            <a:ext cx="3273018" cy="2590939"/>
          </a:xfrm>
          <a:prstGeom prst="rect">
            <a:avLst/>
          </a:prstGeom>
        </p:spPr>
      </p:pic>
      <p:sp>
        <p:nvSpPr>
          <p:cNvPr id="13" name="object 13"/>
          <p:cNvSpPr txBox="1"/>
          <p:nvPr/>
        </p:nvSpPr>
        <p:spPr>
          <a:xfrm>
            <a:off x="1611782" y="2649811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333572" y="260073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192689" y="260073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500414" y="265604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826260" y="1599966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646017" y="157838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400">
              <a:latin typeface="Tw Cen MT"/>
              <a:cs typeface="Tw Cen MT"/>
            </a:endParaRPr>
          </a:p>
        </p:txBody>
      </p: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116739" y="1290129"/>
            <a:ext cx="3274542" cy="3396703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7014032" y="4277240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7771396" y="4277240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375565" y="3315672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8097342" y="326659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956458" y="326659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264183" y="3321908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590030" y="226582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409787" y="2244250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07262" y="1439235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45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6291198" y="1981971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5915786" y="2924946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8816213" y="1911321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843684" y="2831842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129090" y="2799661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7359218" y="2861205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685610" y="3863019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1</a:t>
            </a:r>
            <a:endParaRPr sz="1800">
              <a:latin typeface="Gulim"/>
              <a:cs typeface="Gulim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881302" y="3814974"/>
            <a:ext cx="15684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spc="-50">
                <a:latin typeface="Gulim"/>
                <a:cs typeface="Gulim"/>
              </a:rPr>
              <a:t>0</a:t>
            </a:r>
            <a:endParaRPr sz="1800">
              <a:latin typeface="Gulim"/>
              <a:cs typeface="Gulim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135899" y="3611379"/>
            <a:ext cx="3702050" cy="13265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126490">
              <a:lnSpc>
                <a:spcPct val="100000"/>
              </a:lnSpc>
              <a:spcBef>
                <a:spcPts val="100"/>
              </a:spcBef>
              <a:tabLst>
                <a:tab pos="1884045" algn="l"/>
              </a:tabLst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	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  <a:p>
            <a:pPr marL="12700" marR="5080">
              <a:lnSpc>
                <a:spcPct val="136500"/>
              </a:lnSpc>
              <a:spcBef>
                <a:spcPts val="700"/>
              </a:spcBef>
            </a:pPr>
            <a:r>
              <a:rPr dirty="0" sz="1600">
                <a:latin typeface="Gulim"/>
                <a:cs typeface="Gulim"/>
              </a:rPr>
              <a:t>모두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연결된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트리의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루트노드가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나옴 </a:t>
            </a:r>
            <a:r>
              <a:rPr dirty="0" sz="1600">
                <a:latin typeface="Gulim"/>
                <a:cs typeface="Gulim"/>
              </a:rPr>
              <a:t>빈도수를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가진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이루어진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트리에서 </a:t>
            </a:r>
            <a:r>
              <a:rPr dirty="0" sz="1600">
                <a:latin typeface="Gulim"/>
                <a:cs typeface="Gulim"/>
              </a:rPr>
              <a:t>허프만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비트코드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생성됨</a:t>
            </a:r>
            <a:endParaRPr sz="1600">
              <a:latin typeface="Gulim"/>
              <a:cs typeface="Gulim"/>
            </a:endParaRPr>
          </a:p>
        </p:txBody>
      </p:sp>
      <p:grpSp>
        <p:nvGrpSpPr>
          <p:cNvPr id="38" name="object 38"/>
          <p:cNvGrpSpPr/>
          <p:nvPr/>
        </p:nvGrpSpPr>
        <p:grpSpPr>
          <a:xfrm>
            <a:off x="4880609" y="484365"/>
            <a:ext cx="644525" cy="559435"/>
            <a:chOff x="4880609" y="484365"/>
            <a:chExt cx="644525" cy="559435"/>
          </a:xfrm>
        </p:grpSpPr>
        <p:sp>
          <p:nvSpPr>
            <p:cNvPr id="39" name="object 39"/>
            <p:cNvSpPr/>
            <p:nvPr/>
          </p:nvSpPr>
          <p:spPr>
            <a:xfrm>
              <a:off x="4889741" y="495033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10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4"/>
                  </a:lnTo>
                  <a:lnTo>
                    <a:pt x="533957" y="460379"/>
                  </a:lnTo>
                  <a:lnTo>
                    <a:pt x="565271" y="428987"/>
                  </a:lnTo>
                  <a:lnTo>
                    <a:pt x="590740" y="393665"/>
                  </a:lnTo>
                  <a:lnTo>
                    <a:pt x="609724" y="354963"/>
                  </a:lnTo>
                  <a:lnTo>
                    <a:pt x="621583" y="313427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4880609" y="484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54698" y="1524"/>
                  </a:moveTo>
                  <a:lnTo>
                    <a:pt x="289242" y="1524"/>
                  </a:lnTo>
                  <a:lnTo>
                    <a:pt x="272491" y="4572"/>
                  </a:lnTo>
                  <a:lnTo>
                    <a:pt x="257263" y="6096"/>
                  </a:lnTo>
                  <a:lnTo>
                    <a:pt x="242049" y="9144"/>
                  </a:lnTo>
                  <a:lnTo>
                    <a:pt x="196380" y="22859"/>
                  </a:lnTo>
                  <a:lnTo>
                    <a:pt x="182676" y="27419"/>
                  </a:lnTo>
                  <a:lnTo>
                    <a:pt x="168973" y="35039"/>
                  </a:lnTo>
                  <a:lnTo>
                    <a:pt x="141566" y="48742"/>
                  </a:lnTo>
                  <a:lnTo>
                    <a:pt x="94373" y="82257"/>
                  </a:lnTo>
                  <a:lnTo>
                    <a:pt x="54800" y="123380"/>
                  </a:lnTo>
                  <a:lnTo>
                    <a:pt x="47193" y="135572"/>
                  </a:lnTo>
                  <a:lnTo>
                    <a:pt x="39573" y="146227"/>
                  </a:lnTo>
                  <a:lnTo>
                    <a:pt x="31965" y="158419"/>
                  </a:lnTo>
                  <a:lnTo>
                    <a:pt x="25869" y="170599"/>
                  </a:lnTo>
                  <a:lnTo>
                    <a:pt x="19786" y="184315"/>
                  </a:lnTo>
                  <a:lnTo>
                    <a:pt x="13690" y="196494"/>
                  </a:lnTo>
                  <a:lnTo>
                    <a:pt x="10655" y="210210"/>
                  </a:lnTo>
                  <a:lnTo>
                    <a:pt x="6083" y="223913"/>
                  </a:lnTo>
                  <a:lnTo>
                    <a:pt x="3035" y="237617"/>
                  </a:lnTo>
                  <a:lnTo>
                    <a:pt x="1511" y="251332"/>
                  </a:lnTo>
                  <a:lnTo>
                    <a:pt x="0" y="266560"/>
                  </a:lnTo>
                  <a:lnTo>
                    <a:pt x="0" y="295503"/>
                  </a:lnTo>
                  <a:lnTo>
                    <a:pt x="6083" y="336626"/>
                  </a:lnTo>
                  <a:lnTo>
                    <a:pt x="19786" y="376237"/>
                  </a:lnTo>
                  <a:lnTo>
                    <a:pt x="47193" y="426491"/>
                  </a:lnTo>
                  <a:lnTo>
                    <a:pt x="94373" y="478281"/>
                  </a:lnTo>
                  <a:lnTo>
                    <a:pt x="143090" y="511797"/>
                  </a:lnTo>
                  <a:lnTo>
                    <a:pt x="182676" y="531596"/>
                  </a:lnTo>
                  <a:lnTo>
                    <a:pt x="242049" y="551395"/>
                  </a:lnTo>
                  <a:lnTo>
                    <a:pt x="305981" y="559015"/>
                  </a:lnTo>
                  <a:lnTo>
                    <a:pt x="337947" y="559015"/>
                  </a:lnTo>
                  <a:lnTo>
                    <a:pt x="386664" y="554443"/>
                  </a:lnTo>
                  <a:lnTo>
                    <a:pt x="401891" y="551395"/>
                  </a:lnTo>
                  <a:lnTo>
                    <a:pt x="437402" y="540740"/>
                  </a:lnTo>
                  <a:lnTo>
                    <a:pt x="305981" y="540740"/>
                  </a:lnTo>
                  <a:lnTo>
                    <a:pt x="275539" y="537692"/>
                  </a:lnTo>
                  <a:lnTo>
                    <a:pt x="231393" y="528548"/>
                  </a:lnTo>
                  <a:lnTo>
                    <a:pt x="190284" y="514845"/>
                  </a:lnTo>
                  <a:lnTo>
                    <a:pt x="152222" y="495046"/>
                  </a:lnTo>
                  <a:lnTo>
                    <a:pt x="106552" y="463054"/>
                  </a:lnTo>
                  <a:lnTo>
                    <a:pt x="79159" y="435635"/>
                  </a:lnTo>
                  <a:lnTo>
                    <a:pt x="70027" y="424980"/>
                  </a:lnTo>
                  <a:lnTo>
                    <a:pt x="48704" y="392988"/>
                  </a:lnTo>
                  <a:lnTo>
                    <a:pt x="31965" y="356425"/>
                  </a:lnTo>
                  <a:lnTo>
                    <a:pt x="28917" y="344246"/>
                  </a:lnTo>
                  <a:lnTo>
                    <a:pt x="24345" y="332054"/>
                  </a:lnTo>
                  <a:lnTo>
                    <a:pt x="22834" y="319874"/>
                  </a:lnTo>
                  <a:lnTo>
                    <a:pt x="19786" y="306171"/>
                  </a:lnTo>
                  <a:lnTo>
                    <a:pt x="19786" y="292455"/>
                  </a:lnTo>
                  <a:lnTo>
                    <a:pt x="18262" y="280276"/>
                  </a:lnTo>
                  <a:lnTo>
                    <a:pt x="19786" y="266560"/>
                  </a:lnTo>
                  <a:lnTo>
                    <a:pt x="19786" y="252856"/>
                  </a:lnTo>
                  <a:lnTo>
                    <a:pt x="22834" y="240665"/>
                  </a:lnTo>
                  <a:lnTo>
                    <a:pt x="24345" y="226961"/>
                  </a:lnTo>
                  <a:lnTo>
                    <a:pt x="28917" y="214769"/>
                  </a:lnTo>
                  <a:lnTo>
                    <a:pt x="31965" y="202590"/>
                  </a:lnTo>
                  <a:lnTo>
                    <a:pt x="36525" y="190398"/>
                  </a:lnTo>
                  <a:lnTo>
                    <a:pt x="42621" y="179743"/>
                  </a:lnTo>
                  <a:lnTo>
                    <a:pt x="48704" y="167551"/>
                  </a:lnTo>
                  <a:lnTo>
                    <a:pt x="70027" y="135572"/>
                  </a:lnTo>
                  <a:lnTo>
                    <a:pt x="108076" y="95961"/>
                  </a:lnTo>
                  <a:lnTo>
                    <a:pt x="152222" y="63982"/>
                  </a:lnTo>
                  <a:lnTo>
                    <a:pt x="203987" y="39611"/>
                  </a:lnTo>
                  <a:lnTo>
                    <a:pt x="231393" y="31991"/>
                  </a:lnTo>
                  <a:lnTo>
                    <a:pt x="246608" y="27419"/>
                  </a:lnTo>
                  <a:lnTo>
                    <a:pt x="260311" y="24371"/>
                  </a:lnTo>
                  <a:lnTo>
                    <a:pt x="305981" y="19811"/>
                  </a:lnTo>
                  <a:lnTo>
                    <a:pt x="439185" y="19811"/>
                  </a:lnTo>
                  <a:lnTo>
                    <a:pt x="432333" y="16763"/>
                  </a:lnTo>
                  <a:lnTo>
                    <a:pt x="417118" y="13716"/>
                  </a:lnTo>
                  <a:lnTo>
                    <a:pt x="401891" y="9144"/>
                  </a:lnTo>
                  <a:lnTo>
                    <a:pt x="386664" y="6096"/>
                  </a:lnTo>
                  <a:lnTo>
                    <a:pt x="369925" y="4572"/>
                  </a:lnTo>
                  <a:lnTo>
                    <a:pt x="354698" y="1524"/>
                  </a:lnTo>
                  <a:close/>
                </a:path>
                <a:path w="644525" h="559435">
                  <a:moveTo>
                    <a:pt x="439185" y="19811"/>
                  </a:moveTo>
                  <a:lnTo>
                    <a:pt x="337947" y="19811"/>
                  </a:lnTo>
                  <a:lnTo>
                    <a:pt x="368401" y="22859"/>
                  </a:lnTo>
                  <a:lnTo>
                    <a:pt x="383628" y="25895"/>
                  </a:lnTo>
                  <a:lnTo>
                    <a:pt x="398843" y="27419"/>
                  </a:lnTo>
                  <a:lnTo>
                    <a:pt x="412546" y="31991"/>
                  </a:lnTo>
                  <a:lnTo>
                    <a:pt x="426250" y="35039"/>
                  </a:lnTo>
                  <a:lnTo>
                    <a:pt x="439953" y="41135"/>
                  </a:lnTo>
                  <a:lnTo>
                    <a:pt x="453656" y="45707"/>
                  </a:lnTo>
                  <a:lnTo>
                    <a:pt x="467347" y="51790"/>
                  </a:lnTo>
                  <a:lnTo>
                    <a:pt x="516064" y="79209"/>
                  </a:lnTo>
                  <a:lnTo>
                    <a:pt x="564781" y="124904"/>
                  </a:lnTo>
                  <a:lnTo>
                    <a:pt x="589140" y="156895"/>
                  </a:lnTo>
                  <a:lnTo>
                    <a:pt x="607402" y="191922"/>
                  </a:lnTo>
                  <a:lnTo>
                    <a:pt x="615022" y="216293"/>
                  </a:lnTo>
                  <a:lnTo>
                    <a:pt x="621106" y="240665"/>
                  </a:lnTo>
                  <a:lnTo>
                    <a:pt x="622630" y="254380"/>
                  </a:lnTo>
                  <a:lnTo>
                    <a:pt x="624154" y="266560"/>
                  </a:lnTo>
                  <a:lnTo>
                    <a:pt x="624154" y="293979"/>
                  </a:lnTo>
                  <a:lnTo>
                    <a:pt x="622630" y="306171"/>
                  </a:lnTo>
                  <a:lnTo>
                    <a:pt x="621106" y="319874"/>
                  </a:lnTo>
                  <a:lnTo>
                    <a:pt x="618058" y="332054"/>
                  </a:lnTo>
                  <a:lnTo>
                    <a:pt x="605878" y="370141"/>
                  </a:lnTo>
                  <a:lnTo>
                    <a:pt x="573913" y="424980"/>
                  </a:lnTo>
                  <a:lnTo>
                    <a:pt x="535851" y="464578"/>
                  </a:lnTo>
                  <a:lnTo>
                    <a:pt x="491705" y="496557"/>
                  </a:lnTo>
                  <a:lnTo>
                    <a:pt x="465823" y="508749"/>
                  </a:lnTo>
                  <a:lnTo>
                    <a:pt x="453656" y="514845"/>
                  </a:lnTo>
                  <a:lnTo>
                    <a:pt x="412546" y="528548"/>
                  </a:lnTo>
                  <a:lnTo>
                    <a:pt x="397319" y="531596"/>
                  </a:lnTo>
                  <a:lnTo>
                    <a:pt x="383628" y="534644"/>
                  </a:lnTo>
                  <a:lnTo>
                    <a:pt x="368401" y="537692"/>
                  </a:lnTo>
                  <a:lnTo>
                    <a:pt x="337947" y="540740"/>
                  </a:lnTo>
                  <a:lnTo>
                    <a:pt x="437402" y="540740"/>
                  </a:lnTo>
                  <a:lnTo>
                    <a:pt x="474967" y="525500"/>
                  </a:lnTo>
                  <a:lnTo>
                    <a:pt x="526719" y="496557"/>
                  </a:lnTo>
                  <a:lnTo>
                    <a:pt x="580009" y="447827"/>
                  </a:lnTo>
                  <a:lnTo>
                    <a:pt x="596747" y="424980"/>
                  </a:lnTo>
                  <a:lnTo>
                    <a:pt x="604367" y="414312"/>
                  </a:lnTo>
                  <a:lnTo>
                    <a:pt x="624154" y="376237"/>
                  </a:lnTo>
                  <a:lnTo>
                    <a:pt x="637857" y="336626"/>
                  </a:lnTo>
                  <a:lnTo>
                    <a:pt x="639381" y="322922"/>
                  </a:lnTo>
                  <a:lnTo>
                    <a:pt x="642416" y="309206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42416" y="251332"/>
                  </a:lnTo>
                  <a:lnTo>
                    <a:pt x="639381" y="237617"/>
                  </a:lnTo>
                  <a:lnTo>
                    <a:pt x="637857" y="223913"/>
                  </a:lnTo>
                  <a:lnTo>
                    <a:pt x="624154" y="182791"/>
                  </a:lnTo>
                  <a:lnTo>
                    <a:pt x="611974" y="158419"/>
                  </a:lnTo>
                  <a:lnTo>
                    <a:pt x="596747" y="134048"/>
                  </a:lnTo>
                  <a:lnTo>
                    <a:pt x="587616" y="123380"/>
                  </a:lnTo>
                  <a:lnTo>
                    <a:pt x="580009" y="112725"/>
                  </a:lnTo>
                  <a:lnTo>
                    <a:pt x="548030" y="82257"/>
                  </a:lnTo>
                  <a:lnTo>
                    <a:pt x="500837" y="47218"/>
                  </a:lnTo>
                  <a:lnTo>
                    <a:pt x="461263" y="27419"/>
                  </a:lnTo>
                  <a:lnTo>
                    <a:pt x="446036" y="22859"/>
                  </a:lnTo>
                  <a:lnTo>
                    <a:pt x="439185" y="19811"/>
                  </a:lnTo>
                  <a:close/>
                </a:path>
                <a:path w="644525" h="559435">
                  <a:moveTo>
                    <a:pt x="321208" y="0"/>
                  </a:moveTo>
                  <a:lnTo>
                    <a:pt x="304457" y="1524"/>
                  </a:lnTo>
                  <a:lnTo>
                    <a:pt x="337947" y="1524"/>
                  </a:lnTo>
                  <a:lnTo>
                    <a:pt x="321208" y="0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1" name="object 41"/>
          <p:cNvSpPr txBox="1"/>
          <p:nvPr/>
        </p:nvSpPr>
        <p:spPr>
          <a:xfrm>
            <a:off x="5085689" y="633788"/>
            <a:ext cx="232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s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5637199" y="484365"/>
            <a:ext cx="644525" cy="559435"/>
            <a:chOff x="5637199" y="484365"/>
            <a:chExt cx="644525" cy="559435"/>
          </a:xfrm>
        </p:grpSpPr>
        <p:sp>
          <p:nvSpPr>
            <p:cNvPr id="43" name="object 43"/>
            <p:cNvSpPr/>
            <p:nvPr/>
          </p:nvSpPr>
          <p:spPr>
            <a:xfrm>
              <a:off x="5647867" y="495033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77" y="0"/>
                  </a:moveTo>
                  <a:lnTo>
                    <a:pt x="261534" y="3518"/>
                  </a:lnTo>
                  <a:lnTo>
                    <a:pt x="213559" y="13708"/>
                  </a:lnTo>
                  <a:lnTo>
                    <a:pt x="168801" y="30022"/>
                  </a:lnTo>
                  <a:lnTo>
                    <a:pt x="127907" y="51910"/>
                  </a:lnTo>
                  <a:lnTo>
                    <a:pt x="91525" y="78825"/>
                  </a:lnTo>
                  <a:lnTo>
                    <a:pt x="60305" y="110219"/>
                  </a:lnTo>
                  <a:lnTo>
                    <a:pt x="34894" y="145542"/>
                  </a:lnTo>
                  <a:lnTo>
                    <a:pt x="15940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0" y="354963"/>
                  </a:lnTo>
                  <a:lnTo>
                    <a:pt x="34894" y="393665"/>
                  </a:lnTo>
                  <a:lnTo>
                    <a:pt x="60305" y="428987"/>
                  </a:lnTo>
                  <a:lnTo>
                    <a:pt x="91525" y="460379"/>
                  </a:lnTo>
                  <a:lnTo>
                    <a:pt x="127907" y="487294"/>
                  </a:lnTo>
                  <a:lnTo>
                    <a:pt x="168801" y="509181"/>
                  </a:lnTo>
                  <a:lnTo>
                    <a:pt x="213559" y="525495"/>
                  </a:lnTo>
                  <a:lnTo>
                    <a:pt x="261534" y="535685"/>
                  </a:lnTo>
                  <a:lnTo>
                    <a:pt x="312077" y="539203"/>
                  </a:lnTo>
                  <a:lnTo>
                    <a:pt x="362616" y="535685"/>
                  </a:lnTo>
                  <a:lnTo>
                    <a:pt x="410589" y="525495"/>
                  </a:lnTo>
                  <a:lnTo>
                    <a:pt x="455347" y="509181"/>
                  </a:lnTo>
                  <a:lnTo>
                    <a:pt x="496241" y="487294"/>
                  </a:lnTo>
                  <a:lnTo>
                    <a:pt x="532623" y="460379"/>
                  </a:lnTo>
                  <a:lnTo>
                    <a:pt x="563845" y="428987"/>
                  </a:lnTo>
                  <a:lnTo>
                    <a:pt x="589257" y="393665"/>
                  </a:lnTo>
                  <a:lnTo>
                    <a:pt x="608212" y="354963"/>
                  </a:lnTo>
                  <a:lnTo>
                    <a:pt x="620060" y="313427"/>
                  </a:lnTo>
                  <a:lnTo>
                    <a:pt x="624154" y="269608"/>
                  </a:lnTo>
                  <a:lnTo>
                    <a:pt x="620060" y="225785"/>
                  </a:lnTo>
                  <a:lnTo>
                    <a:pt x="608212" y="184247"/>
                  </a:lnTo>
                  <a:lnTo>
                    <a:pt x="589257" y="145542"/>
                  </a:lnTo>
                  <a:lnTo>
                    <a:pt x="563845" y="110219"/>
                  </a:lnTo>
                  <a:lnTo>
                    <a:pt x="532623" y="78825"/>
                  </a:lnTo>
                  <a:lnTo>
                    <a:pt x="496241" y="51910"/>
                  </a:lnTo>
                  <a:lnTo>
                    <a:pt x="455347" y="30022"/>
                  </a:lnTo>
                  <a:lnTo>
                    <a:pt x="410589" y="13708"/>
                  </a:lnTo>
                  <a:lnTo>
                    <a:pt x="362616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5637199" y="484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54710" y="1524"/>
                  </a:moveTo>
                  <a:lnTo>
                    <a:pt x="289255" y="1524"/>
                  </a:lnTo>
                  <a:lnTo>
                    <a:pt x="274027" y="4572"/>
                  </a:lnTo>
                  <a:lnTo>
                    <a:pt x="257276" y="6096"/>
                  </a:lnTo>
                  <a:lnTo>
                    <a:pt x="242062" y="9144"/>
                  </a:lnTo>
                  <a:lnTo>
                    <a:pt x="211607" y="18287"/>
                  </a:lnTo>
                  <a:lnTo>
                    <a:pt x="197904" y="22859"/>
                  </a:lnTo>
                  <a:lnTo>
                    <a:pt x="182689" y="27419"/>
                  </a:lnTo>
                  <a:lnTo>
                    <a:pt x="168986" y="35039"/>
                  </a:lnTo>
                  <a:lnTo>
                    <a:pt x="143103" y="48742"/>
                  </a:lnTo>
                  <a:lnTo>
                    <a:pt x="117220" y="63982"/>
                  </a:lnTo>
                  <a:lnTo>
                    <a:pt x="74599" y="102057"/>
                  </a:lnTo>
                  <a:lnTo>
                    <a:pt x="47193" y="135572"/>
                  </a:lnTo>
                  <a:lnTo>
                    <a:pt x="25882" y="170599"/>
                  </a:lnTo>
                  <a:lnTo>
                    <a:pt x="10667" y="210210"/>
                  </a:lnTo>
                  <a:lnTo>
                    <a:pt x="1524" y="251332"/>
                  </a:lnTo>
                  <a:lnTo>
                    <a:pt x="1524" y="266560"/>
                  </a:lnTo>
                  <a:lnTo>
                    <a:pt x="0" y="280276"/>
                  </a:lnTo>
                  <a:lnTo>
                    <a:pt x="4571" y="322922"/>
                  </a:lnTo>
                  <a:lnTo>
                    <a:pt x="15227" y="364045"/>
                  </a:lnTo>
                  <a:lnTo>
                    <a:pt x="33502" y="402120"/>
                  </a:lnTo>
                  <a:lnTo>
                    <a:pt x="39585" y="414312"/>
                  </a:lnTo>
                  <a:lnTo>
                    <a:pt x="74599" y="458482"/>
                  </a:lnTo>
                  <a:lnTo>
                    <a:pt x="118744" y="496557"/>
                  </a:lnTo>
                  <a:lnTo>
                    <a:pt x="170510" y="525500"/>
                  </a:lnTo>
                  <a:lnTo>
                    <a:pt x="213131" y="542264"/>
                  </a:lnTo>
                  <a:lnTo>
                    <a:pt x="226834" y="546823"/>
                  </a:lnTo>
                  <a:lnTo>
                    <a:pt x="242062" y="551395"/>
                  </a:lnTo>
                  <a:lnTo>
                    <a:pt x="258800" y="554443"/>
                  </a:lnTo>
                  <a:lnTo>
                    <a:pt x="305993" y="559015"/>
                  </a:lnTo>
                  <a:lnTo>
                    <a:pt x="339483" y="559015"/>
                  </a:lnTo>
                  <a:lnTo>
                    <a:pt x="386676" y="554443"/>
                  </a:lnTo>
                  <a:lnTo>
                    <a:pt x="403428" y="551395"/>
                  </a:lnTo>
                  <a:lnTo>
                    <a:pt x="418642" y="546823"/>
                  </a:lnTo>
                  <a:lnTo>
                    <a:pt x="432346" y="542264"/>
                  </a:lnTo>
                  <a:lnTo>
                    <a:pt x="437421" y="540740"/>
                  </a:lnTo>
                  <a:lnTo>
                    <a:pt x="305993" y="540740"/>
                  </a:lnTo>
                  <a:lnTo>
                    <a:pt x="275551" y="537692"/>
                  </a:lnTo>
                  <a:lnTo>
                    <a:pt x="260324" y="534644"/>
                  </a:lnTo>
                  <a:lnTo>
                    <a:pt x="246621" y="531596"/>
                  </a:lnTo>
                  <a:lnTo>
                    <a:pt x="231393" y="528548"/>
                  </a:lnTo>
                  <a:lnTo>
                    <a:pt x="190296" y="514845"/>
                  </a:lnTo>
                  <a:lnTo>
                    <a:pt x="152234" y="495046"/>
                  </a:lnTo>
                  <a:lnTo>
                    <a:pt x="108089" y="463054"/>
                  </a:lnTo>
                  <a:lnTo>
                    <a:pt x="79171" y="435635"/>
                  </a:lnTo>
                  <a:lnTo>
                    <a:pt x="71551" y="424980"/>
                  </a:lnTo>
                  <a:lnTo>
                    <a:pt x="62420" y="414312"/>
                  </a:lnTo>
                  <a:lnTo>
                    <a:pt x="56337" y="403644"/>
                  </a:lnTo>
                  <a:lnTo>
                    <a:pt x="48717" y="392988"/>
                  </a:lnTo>
                  <a:lnTo>
                    <a:pt x="42633" y="380796"/>
                  </a:lnTo>
                  <a:lnTo>
                    <a:pt x="28930" y="344246"/>
                  </a:lnTo>
                  <a:lnTo>
                    <a:pt x="22834" y="319874"/>
                  </a:lnTo>
                  <a:lnTo>
                    <a:pt x="19799" y="292455"/>
                  </a:lnTo>
                  <a:lnTo>
                    <a:pt x="19799" y="266560"/>
                  </a:lnTo>
                  <a:lnTo>
                    <a:pt x="25882" y="226961"/>
                  </a:lnTo>
                  <a:lnTo>
                    <a:pt x="38061" y="190398"/>
                  </a:lnTo>
                  <a:lnTo>
                    <a:pt x="79171" y="124904"/>
                  </a:lnTo>
                  <a:lnTo>
                    <a:pt x="108089" y="95961"/>
                  </a:lnTo>
                  <a:lnTo>
                    <a:pt x="153758" y="63982"/>
                  </a:lnTo>
                  <a:lnTo>
                    <a:pt x="190296" y="45707"/>
                  </a:lnTo>
                  <a:lnTo>
                    <a:pt x="232917" y="31991"/>
                  </a:lnTo>
                  <a:lnTo>
                    <a:pt x="246621" y="27419"/>
                  </a:lnTo>
                  <a:lnTo>
                    <a:pt x="261848" y="24371"/>
                  </a:lnTo>
                  <a:lnTo>
                    <a:pt x="307517" y="19811"/>
                  </a:lnTo>
                  <a:lnTo>
                    <a:pt x="439959" y="19811"/>
                  </a:lnTo>
                  <a:lnTo>
                    <a:pt x="432346" y="16763"/>
                  </a:lnTo>
                  <a:lnTo>
                    <a:pt x="417118" y="13716"/>
                  </a:lnTo>
                  <a:lnTo>
                    <a:pt x="401904" y="9144"/>
                  </a:lnTo>
                  <a:lnTo>
                    <a:pt x="386676" y="6096"/>
                  </a:lnTo>
                  <a:lnTo>
                    <a:pt x="371449" y="4572"/>
                  </a:lnTo>
                  <a:lnTo>
                    <a:pt x="354710" y="1524"/>
                  </a:lnTo>
                  <a:close/>
                </a:path>
                <a:path w="644525" h="559435">
                  <a:moveTo>
                    <a:pt x="439959" y="19811"/>
                  </a:moveTo>
                  <a:lnTo>
                    <a:pt x="337959" y="19811"/>
                  </a:lnTo>
                  <a:lnTo>
                    <a:pt x="368414" y="22859"/>
                  </a:lnTo>
                  <a:lnTo>
                    <a:pt x="383628" y="25895"/>
                  </a:lnTo>
                  <a:lnTo>
                    <a:pt x="398856" y="27419"/>
                  </a:lnTo>
                  <a:lnTo>
                    <a:pt x="412559" y="31991"/>
                  </a:lnTo>
                  <a:lnTo>
                    <a:pt x="427786" y="35039"/>
                  </a:lnTo>
                  <a:lnTo>
                    <a:pt x="441477" y="41135"/>
                  </a:lnTo>
                  <a:lnTo>
                    <a:pt x="455180" y="45707"/>
                  </a:lnTo>
                  <a:lnTo>
                    <a:pt x="467359" y="51790"/>
                  </a:lnTo>
                  <a:lnTo>
                    <a:pt x="516077" y="79209"/>
                  </a:lnTo>
                  <a:lnTo>
                    <a:pt x="557174" y="115773"/>
                  </a:lnTo>
                  <a:lnTo>
                    <a:pt x="596760" y="167551"/>
                  </a:lnTo>
                  <a:lnTo>
                    <a:pt x="601332" y="179743"/>
                  </a:lnTo>
                  <a:lnTo>
                    <a:pt x="607415" y="191922"/>
                  </a:lnTo>
                  <a:lnTo>
                    <a:pt x="611987" y="202590"/>
                  </a:lnTo>
                  <a:lnTo>
                    <a:pt x="616546" y="216293"/>
                  </a:lnTo>
                  <a:lnTo>
                    <a:pt x="622642" y="240665"/>
                  </a:lnTo>
                  <a:lnTo>
                    <a:pt x="624166" y="254380"/>
                  </a:lnTo>
                  <a:lnTo>
                    <a:pt x="625690" y="266560"/>
                  </a:lnTo>
                  <a:lnTo>
                    <a:pt x="625690" y="293979"/>
                  </a:lnTo>
                  <a:lnTo>
                    <a:pt x="624166" y="306171"/>
                  </a:lnTo>
                  <a:lnTo>
                    <a:pt x="622642" y="319874"/>
                  </a:lnTo>
                  <a:lnTo>
                    <a:pt x="619594" y="332054"/>
                  </a:lnTo>
                  <a:lnTo>
                    <a:pt x="616546" y="345770"/>
                  </a:lnTo>
                  <a:lnTo>
                    <a:pt x="607415" y="370141"/>
                  </a:lnTo>
                  <a:lnTo>
                    <a:pt x="601332" y="380796"/>
                  </a:lnTo>
                  <a:lnTo>
                    <a:pt x="595236" y="392988"/>
                  </a:lnTo>
                  <a:lnTo>
                    <a:pt x="589152" y="403644"/>
                  </a:lnTo>
                  <a:lnTo>
                    <a:pt x="566318" y="435635"/>
                  </a:lnTo>
                  <a:lnTo>
                    <a:pt x="537387" y="464578"/>
                  </a:lnTo>
                  <a:lnTo>
                    <a:pt x="491718" y="496557"/>
                  </a:lnTo>
                  <a:lnTo>
                    <a:pt x="453656" y="514845"/>
                  </a:lnTo>
                  <a:lnTo>
                    <a:pt x="426262" y="523976"/>
                  </a:lnTo>
                  <a:lnTo>
                    <a:pt x="412559" y="528548"/>
                  </a:lnTo>
                  <a:lnTo>
                    <a:pt x="398856" y="531596"/>
                  </a:lnTo>
                  <a:lnTo>
                    <a:pt x="368414" y="537692"/>
                  </a:lnTo>
                  <a:lnTo>
                    <a:pt x="337959" y="540740"/>
                  </a:lnTo>
                  <a:lnTo>
                    <a:pt x="437421" y="540740"/>
                  </a:lnTo>
                  <a:lnTo>
                    <a:pt x="447573" y="537692"/>
                  </a:lnTo>
                  <a:lnTo>
                    <a:pt x="461276" y="531596"/>
                  </a:lnTo>
                  <a:lnTo>
                    <a:pt x="476491" y="525500"/>
                  </a:lnTo>
                  <a:lnTo>
                    <a:pt x="526732" y="496557"/>
                  </a:lnTo>
                  <a:lnTo>
                    <a:pt x="570877" y="458482"/>
                  </a:lnTo>
                  <a:lnTo>
                    <a:pt x="598284" y="424980"/>
                  </a:lnTo>
                  <a:lnTo>
                    <a:pt x="611987" y="402120"/>
                  </a:lnTo>
                  <a:lnTo>
                    <a:pt x="619594" y="389940"/>
                  </a:lnTo>
                  <a:lnTo>
                    <a:pt x="634822" y="350342"/>
                  </a:lnTo>
                  <a:lnTo>
                    <a:pt x="642429" y="309206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0905" y="237617"/>
                  </a:lnTo>
                  <a:lnTo>
                    <a:pt x="634822" y="210210"/>
                  </a:lnTo>
                  <a:lnTo>
                    <a:pt x="630250" y="196494"/>
                  </a:lnTo>
                  <a:lnTo>
                    <a:pt x="624166" y="182791"/>
                  </a:lnTo>
                  <a:lnTo>
                    <a:pt x="619594" y="170599"/>
                  </a:lnTo>
                  <a:lnTo>
                    <a:pt x="611987" y="158419"/>
                  </a:lnTo>
                  <a:lnTo>
                    <a:pt x="605891" y="146227"/>
                  </a:lnTo>
                  <a:lnTo>
                    <a:pt x="596760" y="134048"/>
                  </a:lnTo>
                  <a:lnTo>
                    <a:pt x="570877" y="102057"/>
                  </a:lnTo>
                  <a:lnTo>
                    <a:pt x="526732" y="63982"/>
                  </a:lnTo>
                  <a:lnTo>
                    <a:pt x="474967" y="33515"/>
                  </a:lnTo>
                  <a:lnTo>
                    <a:pt x="447573" y="22859"/>
                  </a:lnTo>
                  <a:lnTo>
                    <a:pt x="439959" y="19811"/>
                  </a:lnTo>
                  <a:close/>
                </a:path>
                <a:path w="644525" h="559435">
                  <a:moveTo>
                    <a:pt x="322745" y="0"/>
                  </a:moveTo>
                  <a:lnTo>
                    <a:pt x="305993" y="1524"/>
                  </a:lnTo>
                  <a:lnTo>
                    <a:pt x="339483" y="1524"/>
                  </a:lnTo>
                  <a:lnTo>
                    <a:pt x="322745" y="0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5852185" y="633788"/>
            <a:ext cx="212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6" name="object 46"/>
          <p:cNvGrpSpPr/>
          <p:nvPr/>
        </p:nvGrpSpPr>
        <p:grpSpPr>
          <a:xfrm>
            <a:off x="6395326" y="484365"/>
            <a:ext cx="644525" cy="559435"/>
            <a:chOff x="6395326" y="484365"/>
            <a:chExt cx="644525" cy="559435"/>
          </a:xfrm>
        </p:grpSpPr>
        <p:sp>
          <p:nvSpPr>
            <p:cNvPr id="47" name="object 47"/>
            <p:cNvSpPr/>
            <p:nvPr/>
          </p:nvSpPr>
          <p:spPr>
            <a:xfrm>
              <a:off x="6404457" y="495033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4"/>
                  </a:lnTo>
                  <a:lnTo>
                    <a:pt x="533957" y="460379"/>
                  </a:lnTo>
                  <a:lnTo>
                    <a:pt x="565271" y="428987"/>
                  </a:lnTo>
                  <a:lnTo>
                    <a:pt x="590740" y="393665"/>
                  </a:lnTo>
                  <a:lnTo>
                    <a:pt x="609724" y="354963"/>
                  </a:lnTo>
                  <a:lnTo>
                    <a:pt x="621583" y="313427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8" name="object 48"/>
            <p:cNvSpPr/>
            <p:nvPr/>
          </p:nvSpPr>
          <p:spPr>
            <a:xfrm>
              <a:off x="6395326" y="484365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54711" y="1524"/>
                  </a:moveTo>
                  <a:lnTo>
                    <a:pt x="289242" y="1524"/>
                  </a:lnTo>
                  <a:lnTo>
                    <a:pt x="272503" y="4572"/>
                  </a:lnTo>
                  <a:lnTo>
                    <a:pt x="257276" y="6096"/>
                  </a:lnTo>
                  <a:lnTo>
                    <a:pt x="242049" y="9144"/>
                  </a:lnTo>
                  <a:lnTo>
                    <a:pt x="196380" y="22859"/>
                  </a:lnTo>
                  <a:lnTo>
                    <a:pt x="182676" y="27419"/>
                  </a:lnTo>
                  <a:lnTo>
                    <a:pt x="168986" y="35039"/>
                  </a:lnTo>
                  <a:lnTo>
                    <a:pt x="141579" y="48742"/>
                  </a:lnTo>
                  <a:lnTo>
                    <a:pt x="94386" y="82257"/>
                  </a:lnTo>
                  <a:lnTo>
                    <a:pt x="54800" y="123380"/>
                  </a:lnTo>
                  <a:lnTo>
                    <a:pt x="47193" y="135572"/>
                  </a:lnTo>
                  <a:lnTo>
                    <a:pt x="39585" y="146227"/>
                  </a:lnTo>
                  <a:lnTo>
                    <a:pt x="31965" y="158419"/>
                  </a:lnTo>
                  <a:lnTo>
                    <a:pt x="25882" y="170599"/>
                  </a:lnTo>
                  <a:lnTo>
                    <a:pt x="19786" y="184315"/>
                  </a:lnTo>
                  <a:lnTo>
                    <a:pt x="13703" y="196494"/>
                  </a:lnTo>
                  <a:lnTo>
                    <a:pt x="10655" y="210210"/>
                  </a:lnTo>
                  <a:lnTo>
                    <a:pt x="6095" y="223913"/>
                  </a:lnTo>
                  <a:lnTo>
                    <a:pt x="3048" y="237617"/>
                  </a:lnTo>
                  <a:lnTo>
                    <a:pt x="1524" y="251332"/>
                  </a:lnTo>
                  <a:lnTo>
                    <a:pt x="0" y="266560"/>
                  </a:lnTo>
                  <a:lnTo>
                    <a:pt x="0" y="295503"/>
                  </a:lnTo>
                  <a:lnTo>
                    <a:pt x="6095" y="336626"/>
                  </a:lnTo>
                  <a:lnTo>
                    <a:pt x="19786" y="376237"/>
                  </a:lnTo>
                  <a:lnTo>
                    <a:pt x="47193" y="426491"/>
                  </a:lnTo>
                  <a:lnTo>
                    <a:pt x="94386" y="478281"/>
                  </a:lnTo>
                  <a:lnTo>
                    <a:pt x="143103" y="511797"/>
                  </a:lnTo>
                  <a:lnTo>
                    <a:pt x="182676" y="531596"/>
                  </a:lnTo>
                  <a:lnTo>
                    <a:pt x="242049" y="551395"/>
                  </a:lnTo>
                  <a:lnTo>
                    <a:pt x="305993" y="559015"/>
                  </a:lnTo>
                  <a:lnTo>
                    <a:pt x="337959" y="559015"/>
                  </a:lnTo>
                  <a:lnTo>
                    <a:pt x="386676" y="554443"/>
                  </a:lnTo>
                  <a:lnTo>
                    <a:pt x="401891" y="551395"/>
                  </a:lnTo>
                  <a:lnTo>
                    <a:pt x="437412" y="540740"/>
                  </a:lnTo>
                  <a:lnTo>
                    <a:pt x="305993" y="540740"/>
                  </a:lnTo>
                  <a:lnTo>
                    <a:pt x="275539" y="537692"/>
                  </a:lnTo>
                  <a:lnTo>
                    <a:pt x="231393" y="528548"/>
                  </a:lnTo>
                  <a:lnTo>
                    <a:pt x="190296" y="514845"/>
                  </a:lnTo>
                  <a:lnTo>
                    <a:pt x="152234" y="495046"/>
                  </a:lnTo>
                  <a:lnTo>
                    <a:pt x="106565" y="463054"/>
                  </a:lnTo>
                  <a:lnTo>
                    <a:pt x="79159" y="435635"/>
                  </a:lnTo>
                  <a:lnTo>
                    <a:pt x="70027" y="424980"/>
                  </a:lnTo>
                  <a:lnTo>
                    <a:pt x="48717" y="392988"/>
                  </a:lnTo>
                  <a:lnTo>
                    <a:pt x="31965" y="356425"/>
                  </a:lnTo>
                  <a:lnTo>
                    <a:pt x="28930" y="344246"/>
                  </a:lnTo>
                  <a:lnTo>
                    <a:pt x="24358" y="332054"/>
                  </a:lnTo>
                  <a:lnTo>
                    <a:pt x="22834" y="319874"/>
                  </a:lnTo>
                  <a:lnTo>
                    <a:pt x="19786" y="306171"/>
                  </a:lnTo>
                  <a:lnTo>
                    <a:pt x="19786" y="292455"/>
                  </a:lnTo>
                  <a:lnTo>
                    <a:pt x="18275" y="280276"/>
                  </a:lnTo>
                  <a:lnTo>
                    <a:pt x="19786" y="266560"/>
                  </a:lnTo>
                  <a:lnTo>
                    <a:pt x="19786" y="252856"/>
                  </a:lnTo>
                  <a:lnTo>
                    <a:pt x="22834" y="240665"/>
                  </a:lnTo>
                  <a:lnTo>
                    <a:pt x="24358" y="226961"/>
                  </a:lnTo>
                  <a:lnTo>
                    <a:pt x="28930" y="214769"/>
                  </a:lnTo>
                  <a:lnTo>
                    <a:pt x="31965" y="202590"/>
                  </a:lnTo>
                  <a:lnTo>
                    <a:pt x="36537" y="190398"/>
                  </a:lnTo>
                  <a:lnTo>
                    <a:pt x="42621" y="179743"/>
                  </a:lnTo>
                  <a:lnTo>
                    <a:pt x="48717" y="167551"/>
                  </a:lnTo>
                  <a:lnTo>
                    <a:pt x="70027" y="135572"/>
                  </a:lnTo>
                  <a:lnTo>
                    <a:pt x="108089" y="95961"/>
                  </a:lnTo>
                  <a:lnTo>
                    <a:pt x="152234" y="63982"/>
                  </a:lnTo>
                  <a:lnTo>
                    <a:pt x="204000" y="39611"/>
                  </a:lnTo>
                  <a:lnTo>
                    <a:pt x="231393" y="31991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305993" y="19811"/>
                  </a:lnTo>
                  <a:lnTo>
                    <a:pt x="439197" y="19811"/>
                  </a:lnTo>
                  <a:lnTo>
                    <a:pt x="432346" y="16763"/>
                  </a:lnTo>
                  <a:lnTo>
                    <a:pt x="417118" y="13716"/>
                  </a:lnTo>
                  <a:lnTo>
                    <a:pt x="401891" y="9144"/>
                  </a:lnTo>
                  <a:lnTo>
                    <a:pt x="386676" y="6096"/>
                  </a:lnTo>
                  <a:lnTo>
                    <a:pt x="369925" y="4572"/>
                  </a:lnTo>
                  <a:lnTo>
                    <a:pt x="354711" y="1524"/>
                  </a:lnTo>
                  <a:close/>
                </a:path>
                <a:path w="644525" h="559435">
                  <a:moveTo>
                    <a:pt x="439197" y="19811"/>
                  </a:moveTo>
                  <a:lnTo>
                    <a:pt x="337959" y="19811"/>
                  </a:lnTo>
                  <a:lnTo>
                    <a:pt x="368401" y="22859"/>
                  </a:lnTo>
                  <a:lnTo>
                    <a:pt x="383628" y="25895"/>
                  </a:lnTo>
                  <a:lnTo>
                    <a:pt x="398856" y="27419"/>
                  </a:lnTo>
                  <a:lnTo>
                    <a:pt x="412559" y="31991"/>
                  </a:lnTo>
                  <a:lnTo>
                    <a:pt x="426250" y="35039"/>
                  </a:lnTo>
                  <a:lnTo>
                    <a:pt x="439953" y="41135"/>
                  </a:lnTo>
                  <a:lnTo>
                    <a:pt x="453656" y="45707"/>
                  </a:lnTo>
                  <a:lnTo>
                    <a:pt x="467360" y="51790"/>
                  </a:lnTo>
                  <a:lnTo>
                    <a:pt x="516077" y="79209"/>
                  </a:lnTo>
                  <a:lnTo>
                    <a:pt x="564781" y="124904"/>
                  </a:lnTo>
                  <a:lnTo>
                    <a:pt x="589140" y="156895"/>
                  </a:lnTo>
                  <a:lnTo>
                    <a:pt x="607415" y="191922"/>
                  </a:lnTo>
                  <a:lnTo>
                    <a:pt x="615022" y="216293"/>
                  </a:lnTo>
                  <a:lnTo>
                    <a:pt x="621118" y="240665"/>
                  </a:lnTo>
                  <a:lnTo>
                    <a:pt x="622630" y="254380"/>
                  </a:lnTo>
                  <a:lnTo>
                    <a:pt x="624154" y="266560"/>
                  </a:lnTo>
                  <a:lnTo>
                    <a:pt x="624154" y="293979"/>
                  </a:lnTo>
                  <a:lnTo>
                    <a:pt x="622630" y="306171"/>
                  </a:lnTo>
                  <a:lnTo>
                    <a:pt x="621118" y="319874"/>
                  </a:lnTo>
                  <a:lnTo>
                    <a:pt x="618070" y="332054"/>
                  </a:lnTo>
                  <a:lnTo>
                    <a:pt x="605891" y="370141"/>
                  </a:lnTo>
                  <a:lnTo>
                    <a:pt x="573925" y="424980"/>
                  </a:lnTo>
                  <a:lnTo>
                    <a:pt x="535863" y="464578"/>
                  </a:lnTo>
                  <a:lnTo>
                    <a:pt x="491718" y="496557"/>
                  </a:lnTo>
                  <a:lnTo>
                    <a:pt x="465836" y="508749"/>
                  </a:lnTo>
                  <a:lnTo>
                    <a:pt x="453656" y="514845"/>
                  </a:lnTo>
                  <a:lnTo>
                    <a:pt x="412559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68401" y="537692"/>
                  </a:lnTo>
                  <a:lnTo>
                    <a:pt x="337959" y="540740"/>
                  </a:lnTo>
                  <a:lnTo>
                    <a:pt x="437412" y="540740"/>
                  </a:lnTo>
                  <a:lnTo>
                    <a:pt x="474967" y="525500"/>
                  </a:lnTo>
                  <a:lnTo>
                    <a:pt x="526732" y="496557"/>
                  </a:lnTo>
                  <a:lnTo>
                    <a:pt x="580009" y="447827"/>
                  </a:lnTo>
                  <a:lnTo>
                    <a:pt x="596760" y="424980"/>
                  </a:lnTo>
                  <a:lnTo>
                    <a:pt x="604367" y="414312"/>
                  </a:lnTo>
                  <a:lnTo>
                    <a:pt x="624154" y="376237"/>
                  </a:lnTo>
                  <a:lnTo>
                    <a:pt x="637857" y="336626"/>
                  </a:lnTo>
                  <a:lnTo>
                    <a:pt x="639381" y="322922"/>
                  </a:lnTo>
                  <a:lnTo>
                    <a:pt x="642429" y="309206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51332"/>
                  </a:lnTo>
                  <a:lnTo>
                    <a:pt x="639381" y="237617"/>
                  </a:lnTo>
                  <a:lnTo>
                    <a:pt x="637857" y="223913"/>
                  </a:lnTo>
                  <a:lnTo>
                    <a:pt x="624154" y="182791"/>
                  </a:lnTo>
                  <a:lnTo>
                    <a:pt x="611974" y="158419"/>
                  </a:lnTo>
                  <a:lnTo>
                    <a:pt x="596760" y="134048"/>
                  </a:lnTo>
                  <a:lnTo>
                    <a:pt x="587629" y="123380"/>
                  </a:lnTo>
                  <a:lnTo>
                    <a:pt x="580009" y="112725"/>
                  </a:lnTo>
                  <a:lnTo>
                    <a:pt x="548043" y="82257"/>
                  </a:lnTo>
                  <a:lnTo>
                    <a:pt x="500849" y="47218"/>
                  </a:lnTo>
                  <a:lnTo>
                    <a:pt x="461263" y="27419"/>
                  </a:lnTo>
                  <a:lnTo>
                    <a:pt x="446049" y="22859"/>
                  </a:lnTo>
                  <a:lnTo>
                    <a:pt x="439197" y="19811"/>
                  </a:lnTo>
                  <a:close/>
                </a:path>
                <a:path w="644525" h="559435">
                  <a:moveTo>
                    <a:pt x="321208" y="0"/>
                  </a:moveTo>
                  <a:lnTo>
                    <a:pt x="304469" y="1524"/>
                  </a:lnTo>
                  <a:lnTo>
                    <a:pt x="337959" y="1524"/>
                  </a:lnTo>
                  <a:lnTo>
                    <a:pt x="321208" y="0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9" name="object 49"/>
          <p:cNvSpPr txBox="1"/>
          <p:nvPr/>
        </p:nvSpPr>
        <p:spPr>
          <a:xfrm>
            <a:off x="6591274" y="633788"/>
            <a:ext cx="251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50" name="object 50"/>
          <p:cNvGrpSpPr/>
          <p:nvPr/>
        </p:nvGrpSpPr>
        <p:grpSpPr>
          <a:xfrm>
            <a:off x="7151928" y="496557"/>
            <a:ext cx="644525" cy="559435"/>
            <a:chOff x="7151928" y="496557"/>
            <a:chExt cx="644525" cy="559435"/>
          </a:xfrm>
        </p:grpSpPr>
        <p:sp>
          <p:nvSpPr>
            <p:cNvPr id="51" name="object 51"/>
            <p:cNvSpPr/>
            <p:nvPr/>
          </p:nvSpPr>
          <p:spPr>
            <a:xfrm>
              <a:off x="7162583" y="505701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19">
                  <a:moveTo>
                    <a:pt x="312077" y="0"/>
                  </a:moveTo>
                  <a:lnTo>
                    <a:pt x="261537" y="3560"/>
                  </a:lnTo>
                  <a:lnTo>
                    <a:pt x="213564" y="13865"/>
                  </a:lnTo>
                  <a:lnTo>
                    <a:pt x="168806" y="30348"/>
                  </a:lnTo>
                  <a:lnTo>
                    <a:pt x="127912" y="52442"/>
                  </a:lnTo>
                  <a:lnTo>
                    <a:pt x="91530" y="79581"/>
                  </a:lnTo>
                  <a:lnTo>
                    <a:pt x="60308" y="111198"/>
                  </a:lnTo>
                  <a:lnTo>
                    <a:pt x="34896" y="146727"/>
                  </a:lnTo>
                  <a:lnTo>
                    <a:pt x="15941" y="185601"/>
                  </a:lnTo>
                  <a:lnTo>
                    <a:pt x="4093" y="227254"/>
                  </a:lnTo>
                  <a:lnTo>
                    <a:pt x="0" y="271119"/>
                  </a:lnTo>
                  <a:lnTo>
                    <a:pt x="4093" y="314572"/>
                  </a:lnTo>
                  <a:lnTo>
                    <a:pt x="15941" y="355895"/>
                  </a:lnTo>
                  <a:lnTo>
                    <a:pt x="34896" y="394513"/>
                  </a:lnTo>
                  <a:lnTo>
                    <a:pt x="60308" y="429850"/>
                  </a:lnTo>
                  <a:lnTo>
                    <a:pt x="91530" y="461330"/>
                  </a:lnTo>
                  <a:lnTo>
                    <a:pt x="127912" y="488378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2616" y="537168"/>
                  </a:lnTo>
                  <a:lnTo>
                    <a:pt x="410589" y="526872"/>
                  </a:lnTo>
                  <a:lnTo>
                    <a:pt x="455347" y="510417"/>
                  </a:lnTo>
                  <a:lnTo>
                    <a:pt x="496241" y="488378"/>
                  </a:lnTo>
                  <a:lnTo>
                    <a:pt x="532623" y="461330"/>
                  </a:lnTo>
                  <a:lnTo>
                    <a:pt x="563845" y="429850"/>
                  </a:lnTo>
                  <a:lnTo>
                    <a:pt x="589257" y="394513"/>
                  </a:lnTo>
                  <a:lnTo>
                    <a:pt x="608212" y="355895"/>
                  </a:lnTo>
                  <a:lnTo>
                    <a:pt x="620060" y="314572"/>
                  </a:lnTo>
                  <a:lnTo>
                    <a:pt x="624154" y="271119"/>
                  </a:lnTo>
                  <a:lnTo>
                    <a:pt x="620060" y="227254"/>
                  </a:lnTo>
                  <a:lnTo>
                    <a:pt x="608212" y="185601"/>
                  </a:lnTo>
                  <a:lnTo>
                    <a:pt x="589257" y="146727"/>
                  </a:lnTo>
                  <a:lnTo>
                    <a:pt x="563845" y="111198"/>
                  </a:lnTo>
                  <a:lnTo>
                    <a:pt x="532623" y="79581"/>
                  </a:lnTo>
                  <a:lnTo>
                    <a:pt x="496241" y="52442"/>
                  </a:lnTo>
                  <a:lnTo>
                    <a:pt x="455347" y="30348"/>
                  </a:lnTo>
                  <a:lnTo>
                    <a:pt x="410589" y="13865"/>
                  </a:lnTo>
                  <a:lnTo>
                    <a:pt x="362616" y="3560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2" name="object 52"/>
            <p:cNvSpPr/>
            <p:nvPr/>
          </p:nvSpPr>
          <p:spPr>
            <a:xfrm>
              <a:off x="7151928" y="496557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0"/>
                  </a:moveTo>
                  <a:lnTo>
                    <a:pt x="305993" y="0"/>
                  </a:lnTo>
                  <a:lnTo>
                    <a:pt x="274015" y="3048"/>
                  </a:lnTo>
                  <a:lnTo>
                    <a:pt x="257276" y="6095"/>
                  </a:lnTo>
                  <a:lnTo>
                    <a:pt x="226822" y="12179"/>
                  </a:lnTo>
                  <a:lnTo>
                    <a:pt x="211607" y="16751"/>
                  </a:lnTo>
                  <a:lnTo>
                    <a:pt x="197904" y="22847"/>
                  </a:lnTo>
                  <a:lnTo>
                    <a:pt x="182676" y="27419"/>
                  </a:lnTo>
                  <a:lnTo>
                    <a:pt x="143103" y="47218"/>
                  </a:lnTo>
                  <a:lnTo>
                    <a:pt x="94386" y="82257"/>
                  </a:lnTo>
                  <a:lnTo>
                    <a:pt x="47193" y="134035"/>
                  </a:lnTo>
                  <a:lnTo>
                    <a:pt x="19786" y="182778"/>
                  </a:lnTo>
                  <a:lnTo>
                    <a:pt x="1524" y="251320"/>
                  </a:lnTo>
                  <a:lnTo>
                    <a:pt x="1524" y="265036"/>
                  </a:lnTo>
                  <a:lnTo>
                    <a:pt x="0" y="280263"/>
                  </a:lnTo>
                  <a:lnTo>
                    <a:pt x="1524" y="293979"/>
                  </a:lnTo>
                  <a:lnTo>
                    <a:pt x="3048" y="309206"/>
                  </a:lnTo>
                  <a:lnTo>
                    <a:pt x="4572" y="322910"/>
                  </a:lnTo>
                  <a:lnTo>
                    <a:pt x="15227" y="364045"/>
                  </a:lnTo>
                  <a:lnTo>
                    <a:pt x="33489" y="402120"/>
                  </a:lnTo>
                  <a:lnTo>
                    <a:pt x="39573" y="414299"/>
                  </a:lnTo>
                  <a:lnTo>
                    <a:pt x="74599" y="458482"/>
                  </a:lnTo>
                  <a:lnTo>
                    <a:pt x="118745" y="496557"/>
                  </a:lnTo>
                  <a:lnTo>
                    <a:pt x="170497" y="525500"/>
                  </a:lnTo>
                  <a:lnTo>
                    <a:pt x="213131" y="542251"/>
                  </a:lnTo>
                  <a:lnTo>
                    <a:pt x="226822" y="546823"/>
                  </a:lnTo>
                  <a:lnTo>
                    <a:pt x="242049" y="549871"/>
                  </a:lnTo>
                  <a:lnTo>
                    <a:pt x="258800" y="552919"/>
                  </a:lnTo>
                  <a:lnTo>
                    <a:pt x="274015" y="555955"/>
                  </a:lnTo>
                  <a:lnTo>
                    <a:pt x="305993" y="559003"/>
                  </a:lnTo>
                  <a:lnTo>
                    <a:pt x="339483" y="559003"/>
                  </a:lnTo>
                  <a:lnTo>
                    <a:pt x="371449" y="555955"/>
                  </a:lnTo>
                  <a:lnTo>
                    <a:pt x="386676" y="552919"/>
                  </a:lnTo>
                  <a:lnTo>
                    <a:pt x="403415" y="549871"/>
                  </a:lnTo>
                  <a:lnTo>
                    <a:pt x="418642" y="546823"/>
                  </a:lnTo>
                  <a:lnTo>
                    <a:pt x="432346" y="542251"/>
                  </a:lnTo>
                  <a:lnTo>
                    <a:pt x="437417" y="540727"/>
                  </a:lnTo>
                  <a:lnTo>
                    <a:pt x="322732" y="540727"/>
                  </a:lnTo>
                  <a:lnTo>
                    <a:pt x="305993" y="539203"/>
                  </a:lnTo>
                  <a:lnTo>
                    <a:pt x="290766" y="539203"/>
                  </a:lnTo>
                  <a:lnTo>
                    <a:pt x="275539" y="537679"/>
                  </a:lnTo>
                  <a:lnTo>
                    <a:pt x="260324" y="534631"/>
                  </a:lnTo>
                  <a:lnTo>
                    <a:pt x="246621" y="531583"/>
                  </a:lnTo>
                  <a:lnTo>
                    <a:pt x="231394" y="528548"/>
                  </a:lnTo>
                  <a:lnTo>
                    <a:pt x="203987" y="519404"/>
                  </a:lnTo>
                  <a:lnTo>
                    <a:pt x="190296" y="513308"/>
                  </a:lnTo>
                  <a:lnTo>
                    <a:pt x="178117" y="508736"/>
                  </a:lnTo>
                  <a:lnTo>
                    <a:pt x="129400" y="479805"/>
                  </a:lnTo>
                  <a:lnTo>
                    <a:pt x="88290" y="444766"/>
                  </a:lnTo>
                  <a:lnTo>
                    <a:pt x="71551" y="424967"/>
                  </a:lnTo>
                  <a:lnTo>
                    <a:pt x="62420" y="414299"/>
                  </a:lnTo>
                  <a:lnTo>
                    <a:pt x="56324" y="403644"/>
                  </a:lnTo>
                  <a:lnTo>
                    <a:pt x="48717" y="391452"/>
                  </a:lnTo>
                  <a:lnTo>
                    <a:pt x="42621" y="380796"/>
                  </a:lnTo>
                  <a:lnTo>
                    <a:pt x="28917" y="344233"/>
                  </a:lnTo>
                  <a:lnTo>
                    <a:pt x="21310" y="306158"/>
                  </a:lnTo>
                  <a:lnTo>
                    <a:pt x="19786" y="292455"/>
                  </a:lnTo>
                  <a:lnTo>
                    <a:pt x="19786" y="266560"/>
                  </a:lnTo>
                  <a:lnTo>
                    <a:pt x="25882" y="226949"/>
                  </a:lnTo>
                  <a:lnTo>
                    <a:pt x="42621" y="178206"/>
                  </a:lnTo>
                  <a:lnTo>
                    <a:pt x="71551" y="134035"/>
                  </a:lnTo>
                  <a:lnTo>
                    <a:pt x="108089" y="95961"/>
                  </a:lnTo>
                  <a:lnTo>
                    <a:pt x="153758" y="63969"/>
                  </a:lnTo>
                  <a:lnTo>
                    <a:pt x="190296" y="45694"/>
                  </a:lnTo>
                  <a:lnTo>
                    <a:pt x="203987" y="39598"/>
                  </a:lnTo>
                  <a:lnTo>
                    <a:pt x="246621" y="27419"/>
                  </a:lnTo>
                  <a:lnTo>
                    <a:pt x="307505" y="19799"/>
                  </a:lnTo>
                  <a:lnTo>
                    <a:pt x="442487" y="19799"/>
                  </a:lnTo>
                  <a:lnTo>
                    <a:pt x="417118" y="12179"/>
                  </a:lnTo>
                  <a:lnTo>
                    <a:pt x="371449" y="3048"/>
                  </a:lnTo>
                  <a:lnTo>
                    <a:pt x="339483" y="0"/>
                  </a:lnTo>
                  <a:close/>
                </a:path>
                <a:path w="644525" h="559435">
                  <a:moveTo>
                    <a:pt x="442487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46" y="31991"/>
                  </a:lnTo>
                  <a:lnTo>
                    <a:pt x="427774" y="35026"/>
                  </a:lnTo>
                  <a:lnTo>
                    <a:pt x="441477" y="39598"/>
                  </a:lnTo>
                  <a:lnTo>
                    <a:pt x="455180" y="45694"/>
                  </a:lnTo>
                  <a:lnTo>
                    <a:pt x="467359" y="51790"/>
                  </a:lnTo>
                  <a:lnTo>
                    <a:pt x="493229" y="63969"/>
                  </a:lnTo>
                  <a:lnTo>
                    <a:pt x="537387" y="95961"/>
                  </a:lnTo>
                  <a:lnTo>
                    <a:pt x="566305" y="124904"/>
                  </a:lnTo>
                  <a:lnTo>
                    <a:pt x="573912" y="135559"/>
                  </a:lnTo>
                  <a:lnTo>
                    <a:pt x="581532" y="144703"/>
                  </a:lnTo>
                  <a:lnTo>
                    <a:pt x="589140" y="156883"/>
                  </a:lnTo>
                  <a:lnTo>
                    <a:pt x="596760" y="167551"/>
                  </a:lnTo>
                  <a:lnTo>
                    <a:pt x="601319" y="179730"/>
                  </a:lnTo>
                  <a:lnTo>
                    <a:pt x="607415" y="190398"/>
                  </a:lnTo>
                  <a:lnTo>
                    <a:pt x="616546" y="214769"/>
                  </a:lnTo>
                  <a:lnTo>
                    <a:pt x="619594" y="228473"/>
                  </a:lnTo>
                  <a:lnTo>
                    <a:pt x="622630" y="240664"/>
                  </a:lnTo>
                  <a:lnTo>
                    <a:pt x="624154" y="252844"/>
                  </a:lnTo>
                  <a:lnTo>
                    <a:pt x="625678" y="266560"/>
                  </a:lnTo>
                  <a:lnTo>
                    <a:pt x="625678" y="293979"/>
                  </a:lnTo>
                  <a:lnTo>
                    <a:pt x="624154" y="306158"/>
                  </a:lnTo>
                  <a:lnTo>
                    <a:pt x="622630" y="319862"/>
                  </a:lnTo>
                  <a:lnTo>
                    <a:pt x="607415" y="368604"/>
                  </a:lnTo>
                  <a:lnTo>
                    <a:pt x="589140" y="403644"/>
                  </a:lnTo>
                  <a:lnTo>
                    <a:pt x="566305" y="435635"/>
                  </a:lnTo>
                  <a:lnTo>
                    <a:pt x="537387" y="463041"/>
                  </a:lnTo>
                  <a:lnTo>
                    <a:pt x="491718" y="495033"/>
                  </a:lnTo>
                  <a:lnTo>
                    <a:pt x="453656" y="514832"/>
                  </a:lnTo>
                  <a:lnTo>
                    <a:pt x="426250" y="523976"/>
                  </a:lnTo>
                  <a:lnTo>
                    <a:pt x="412546" y="528548"/>
                  </a:lnTo>
                  <a:lnTo>
                    <a:pt x="398856" y="531583"/>
                  </a:lnTo>
                  <a:lnTo>
                    <a:pt x="368401" y="537679"/>
                  </a:lnTo>
                  <a:lnTo>
                    <a:pt x="353174" y="539203"/>
                  </a:lnTo>
                  <a:lnTo>
                    <a:pt x="337959" y="539203"/>
                  </a:lnTo>
                  <a:lnTo>
                    <a:pt x="322732" y="540727"/>
                  </a:lnTo>
                  <a:lnTo>
                    <a:pt x="437417" y="540727"/>
                  </a:lnTo>
                  <a:lnTo>
                    <a:pt x="447560" y="537679"/>
                  </a:lnTo>
                  <a:lnTo>
                    <a:pt x="461264" y="531583"/>
                  </a:lnTo>
                  <a:lnTo>
                    <a:pt x="476491" y="525500"/>
                  </a:lnTo>
                  <a:lnTo>
                    <a:pt x="526732" y="495033"/>
                  </a:lnTo>
                  <a:lnTo>
                    <a:pt x="570877" y="458482"/>
                  </a:lnTo>
                  <a:lnTo>
                    <a:pt x="589140" y="435635"/>
                  </a:lnTo>
                  <a:lnTo>
                    <a:pt x="598271" y="424967"/>
                  </a:lnTo>
                  <a:lnTo>
                    <a:pt x="605891" y="412788"/>
                  </a:lnTo>
                  <a:lnTo>
                    <a:pt x="611974" y="400596"/>
                  </a:lnTo>
                  <a:lnTo>
                    <a:pt x="619594" y="388404"/>
                  </a:lnTo>
                  <a:lnTo>
                    <a:pt x="625678" y="376224"/>
                  </a:lnTo>
                  <a:lnTo>
                    <a:pt x="630250" y="362521"/>
                  </a:lnTo>
                  <a:lnTo>
                    <a:pt x="634809" y="350329"/>
                  </a:lnTo>
                  <a:lnTo>
                    <a:pt x="640905" y="322910"/>
                  </a:lnTo>
                  <a:lnTo>
                    <a:pt x="642429" y="307682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42429" y="251320"/>
                  </a:lnTo>
                  <a:lnTo>
                    <a:pt x="640905" y="236092"/>
                  </a:lnTo>
                  <a:lnTo>
                    <a:pt x="634809" y="208673"/>
                  </a:lnTo>
                  <a:lnTo>
                    <a:pt x="630250" y="196494"/>
                  </a:lnTo>
                  <a:lnTo>
                    <a:pt x="624154" y="182778"/>
                  </a:lnTo>
                  <a:lnTo>
                    <a:pt x="619594" y="170599"/>
                  </a:lnTo>
                  <a:lnTo>
                    <a:pt x="611974" y="158407"/>
                  </a:lnTo>
                  <a:lnTo>
                    <a:pt x="605891" y="146227"/>
                  </a:lnTo>
                  <a:lnTo>
                    <a:pt x="596760" y="134035"/>
                  </a:lnTo>
                  <a:lnTo>
                    <a:pt x="570877" y="100533"/>
                  </a:lnTo>
                  <a:lnTo>
                    <a:pt x="526732" y="63969"/>
                  </a:lnTo>
                  <a:lnTo>
                    <a:pt x="474967" y="33515"/>
                  </a:lnTo>
                  <a:lnTo>
                    <a:pt x="447560" y="21323"/>
                  </a:lnTo>
                  <a:lnTo>
                    <a:pt x="442487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3" name="object 53"/>
          <p:cNvSpPr txBox="1"/>
          <p:nvPr/>
        </p:nvSpPr>
        <p:spPr>
          <a:xfrm>
            <a:off x="7336446" y="662311"/>
            <a:ext cx="275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r>
              <a:rPr dirty="0" sz="1200" spc="-3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54" name="object 54"/>
          <p:cNvGrpSpPr/>
          <p:nvPr/>
        </p:nvGrpSpPr>
        <p:grpSpPr>
          <a:xfrm>
            <a:off x="7910055" y="496557"/>
            <a:ext cx="644525" cy="559435"/>
            <a:chOff x="7910055" y="496557"/>
            <a:chExt cx="644525" cy="559435"/>
          </a:xfrm>
        </p:grpSpPr>
        <p:sp>
          <p:nvSpPr>
            <p:cNvPr id="55" name="object 55"/>
            <p:cNvSpPr/>
            <p:nvPr/>
          </p:nvSpPr>
          <p:spPr>
            <a:xfrm>
              <a:off x="7919186" y="505701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19">
                  <a:moveTo>
                    <a:pt x="312077" y="0"/>
                  </a:moveTo>
                  <a:lnTo>
                    <a:pt x="261537" y="3560"/>
                  </a:lnTo>
                  <a:lnTo>
                    <a:pt x="213564" y="13865"/>
                  </a:lnTo>
                  <a:lnTo>
                    <a:pt x="168806" y="30348"/>
                  </a:lnTo>
                  <a:lnTo>
                    <a:pt x="127912" y="52442"/>
                  </a:lnTo>
                  <a:lnTo>
                    <a:pt x="91530" y="79581"/>
                  </a:lnTo>
                  <a:lnTo>
                    <a:pt x="60308" y="111198"/>
                  </a:lnTo>
                  <a:lnTo>
                    <a:pt x="34896" y="146727"/>
                  </a:lnTo>
                  <a:lnTo>
                    <a:pt x="15941" y="185601"/>
                  </a:lnTo>
                  <a:lnTo>
                    <a:pt x="4093" y="227254"/>
                  </a:lnTo>
                  <a:lnTo>
                    <a:pt x="0" y="271119"/>
                  </a:lnTo>
                  <a:lnTo>
                    <a:pt x="4093" y="314572"/>
                  </a:lnTo>
                  <a:lnTo>
                    <a:pt x="15941" y="355895"/>
                  </a:lnTo>
                  <a:lnTo>
                    <a:pt x="34896" y="394513"/>
                  </a:lnTo>
                  <a:lnTo>
                    <a:pt x="60308" y="429850"/>
                  </a:lnTo>
                  <a:lnTo>
                    <a:pt x="91530" y="461330"/>
                  </a:lnTo>
                  <a:lnTo>
                    <a:pt x="127912" y="488378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3029" y="537168"/>
                  </a:lnTo>
                  <a:lnTo>
                    <a:pt x="411333" y="526872"/>
                  </a:lnTo>
                  <a:lnTo>
                    <a:pt x="456348" y="510417"/>
                  </a:lnTo>
                  <a:lnTo>
                    <a:pt x="497436" y="488378"/>
                  </a:lnTo>
                  <a:lnTo>
                    <a:pt x="533957" y="461330"/>
                  </a:lnTo>
                  <a:lnTo>
                    <a:pt x="565271" y="429850"/>
                  </a:lnTo>
                  <a:lnTo>
                    <a:pt x="590740" y="394513"/>
                  </a:lnTo>
                  <a:lnTo>
                    <a:pt x="609724" y="355895"/>
                  </a:lnTo>
                  <a:lnTo>
                    <a:pt x="621583" y="314572"/>
                  </a:lnTo>
                  <a:lnTo>
                    <a:pt x="625678" y="271119"/>
                  </a:lnTo>
                  <a:lnTo>
                    <a:pt x="621583" y="227254"/>
                  </a:lnTo>
                  <a:lnTo>
                    <a:pt x="609724" y="185601"/>
                  </a:lnTo>
                  <a:lnTo>
                    <a:pt x="590740" y="146727"/>
                  </a:lnTo>
                  <a:lnTo>
                    <a:pt x="565271" y="111198"/>
                  </a:lnTo>
                  <a:lnTo>
                    <a:pt x="533957" y="79581"/>
                  </a:lnTo>
                  <a:lnTo>
                    <a:pt x="497436" y="52442"/>
                  </a:lnTo>
                  <a:lnTo>
                    <a:pt x="456348" y="30348"/>
                  </a:lnTo>
                  <a:lnTo>
                    <a:pt x="411333" y="13865"/>
                  </a:lnTo>
                  <a:lnTo>
                    <a:pt x="363029" y="3560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6" name="object 56"/>
            <p:cNvSpPr/>
            <p:nvPr/>
          </p:nvSpPr>
          <p:spPr>
            <a:xfrm>
              <a:off x="7910055" y="496557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57" y="0"/>
                  </a:lnTo>
                  <a:lnTo>
                    <a:pt x="272491" y="3048"/>
                  </a:lnTo>
                  <a:lnTo>
                    <a:pt x="226821" y="12179"/>
                  </a:lnTo>
                  <a:lnTo>
                    <a:pt x="211594" y="16751"/>
                  </a:lnTo>
                  <a:lnTo>
                    <a:pt x="196380" y="22847"/>
                  </a:lnTo>
                  <a:lnTo>
                    <a:pt x="182676" y="27419"/>
                  </a:lnTo>
                  <a:lnTo>
                    <a:pt x="141566" y="47218"/>
                  </a:lnTo>
                  <a:lnTo>
                    <a:pt x="94386" y="82257"/>
                  </a:lnTo>
                  <a:lnTo>
                    <a:pt x="54800" y="123380"/>
                  </a:lnTo>
                  <a:lnTo>
                    <a:pt x="31965" y="158407"/>
                  </a:lnTo>
                  <a:lnTo>
                    <a:pt x="13690" y="196494"/>
                  </a:lnTo>
                  <a:lnTo>
                    <a:pt x="10655" y="210197"/>
                  </a:lnTo>
                  <a:lnTo>
                    <a:pt x="6083" y="223900"/>
                  </a:lnTo>
                  <a:lnTo>
                    <a:pt x="3035" y="237616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6083" y="336626"/>
                  </a:lnTo>
                  <a:lnTo>
                    <a:pt x="19786" y="376224"/>
                  </a:lnTo>
                  <a:lnTo>
                    <a:pt x="39573" y="414299"/>
                  </a:lnTo>
                  <a:lnTo>
                    <a:pt x="47193" y="424967"/>
                  </a:lnTo>
                  <a:lnTo>
                    <a:pt x="54800" y="437146"/>
                  </a:lnTo>
                  <a:lnTo>
                    <a:pt x="94386" y="478281"/>
                  </a:lnTo>
                  <a:lnTo>
                    <a:pt x="143090" y="511784"/>
                  </a:lnTo>
                  <a:lnTo>
                    <a:pt x="182676" y="531583"/>
                  </a:lnTo>
                  <a:lnTo>
                    <a:pt x="226821" y="546823"/>
                  </a:lnTo>
                  <a:lnTo>
                    <a:pt x="272491" y="555955"/>
                  </a:lnTo>
                  <a:lnTo>
                    <a:pt x="305981" y="559003"/>
                  </a:lnTo>
                  <a:lnTo>
                    <a:pt x="337959" y="559003"/>
                  </a:lnTo>
                  <a:lnTo>
                    <a:pt x="371449" y="555955"/>
                  </a:lnTo>
                  <a:lnTo>
                    <a:pt x="417118" y="546823"/>
                  </a:lnTo>
                  <a:lnTo>
                    <a:pt x="437413" y="540727"/>
                  </a:lnTo>
                  <a:lnTo>
                    <a:pt x="321208" y="540727"/>
                  </a:lnTo>
                  <a:lnTo>
                    <a:pt x="305981" y="539203"/>
                  </a:lnTo>
                  <a:lnTo>
                    <a:pt x="290766" y="539203"/>
                  </a:lnTo>
                  <a:lnTo>
                    <a:pt x="275539" y="537679"/>
                  </a:lnTo>
                  <a:lnTo>
                    <a:pt x="245097" y="531583"/>
                  </a:lnTo>
                  <a:lnTo>
                    <a:pt x="231393" y="528548"/>
                  </a:lnTo>
                  <a:lnTo>
                    <a:pt x="203987" y="519404"/>
                  </a:lnTo>
                  <a:lnTo>
                    <a:pt x="190284" y="513308"/>
                  </a:lnTo>
                  <a:lnTo>
                    <a:pt x="176580" y="508736"/>
                  </a:lnTo>
                  <a:lnTo>
                    <a:pt x="127876" y="479805"/>
                  </a:lnTo>
                  <a:lnTo>
                    <a:pt x="86766" y="444766"/>
                  </a:lnTo>
                  <a:lnTo>
                    <a:pt x="79159" y="434111"/>
                  </a:lnTo>
                  <a:lnTo>
                    <a:pt x="70027" y="424967"/>
                  </a:lnTo>
                  <a:lnTo>
                    <a:pt x="54800" y="403644"/>
                  </a:lnTo>
                  <a:lnTo>
                    <a:pt x="48704" y="391452"/>
                  </a:lnTo>
                  <a:lnTo>
                    <a:pt x="42621" y="380796"/>
                  </a:lnTo>
                  <a:lnTo>
                    <a:pt x="36537" y="368604"/>
                  </a:lnTo>
                  <a:lnTo>
                    <a:pt x="31965" y="356425"/>
                  </a:lnTo>
                  <a:lnTo>
                    <a:pt x="28917" y="344233"/>
                  </a:lnTo>
                  <a:lnTo>
                    <a:pt x="24358" y="332054"/>
                  </a:lnTo>
                  <a:lnTo>
                    <a:pt x="22834" y="318338"/>
                  </a:lnTo>
                  <a:lnTo>
                    <a:pt x="19786" y="306158"/>
                  </a:lnTo>
                  <a:lnTo>
                    <a:pt x="19786" y="292455"/>
                  </a:lnTo>
                  <a:lnTo>
                    <a:pt x="18262" y="278739"/>
                  </a:lnTo>
                  <a:lnTo>
                    <a:pt x="19786" y="266560"/>
                  </a:lnTo>
                  <a:lnTo>
                    <a:pt x="19786" y="252844"/>
                  </a:lnTo>
                  <a:lnTo>
                    <a:pt x="22834" y="240664"/>
                  </a:lnTo>
                  <a:lnTo>
                    <a:pt x="24358" y="226949"/>
                  </a:lnTo>
                  <a:lnTo>
                    <a:pt x="28917" y="214769"/>
                  </a:lnTo>
                  <a:lnTo>
                    <a:pt x="31965" y="202577"/>
                  </a:lnTo>
                  <a:lnTo>
                    <a:pt x="36537" y="190398"/>
                  </a:lnTo>
                  <a:lnTo>
                    <a:pt x="42621" y="178206"/>
                  </a:lnTo>
                  <a:lnTo>
                    <a:pt x="48704" y="167551"/>
                  </a:lnTo>
                  <a:lnTo>
                    <a:pt x="54800" y="155359"/>
                  </a:lnTo>
                  <a:lnTo>
                    <a:pt x="70027" y="134035"/>
                  </a:lnTo>
                  <a:lnTo>
                    <a:pt x="79159" y="124904"/>
                  </a:lnTo>
                  <a:lnTo>
                    <a:pt x="88290" y="114236"/>
                  </a:lnTo>
                  <a:lnTo>
                    <a:pt x="129387" y="79209"/>
                  </a:lnTo>
                  <a:lnTo>
                    <a:pt x="176580" y="50266"/>
                  </a:lnTo>
                  <a:lnTo>
                    <a:pt x="190284" y="45694"/>
                  </a:lnTo>
                  <a:lnTo>
                    <a:pt x="203987" y="39598"/>
                  </a:lnTo>
                  <a:lnTo>
                    <a:pt x="231393" y="30467"/>
                  </a:lnTo>
                  <a:lnTo>
                    <a:pt x="246608" y="27419"/>
                  </a:lnTo>
                  <a:lnTo>
                    <a:pt x="260311" y="24371"/>
                  </a:lnTo>
                  <a:lnTo>
                    <a:pt x="305981" y="19799"/>
                  </a:lnTo>
                  <a:lnTo>
                    <a:pt x="441468" y="19799"/>
                  </a:lnTo>
                  <a:lnTo>
                    <a:pt x="432333" y="16751"/>
                  </a:lnTo>
                  <a:lnTo>
                    <a:pt x="417118" y="12179"/>
                  </a:lnTo>
                  <a:lnTo>
                    <a:pt x="386664" y="6095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68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8843" y="27419"/>
                  </a:lnTo>
                  <a:lnTo>
                    <a:pt x="412546" y="31991"/>
                  </a:lnTo>
                  <a:lnTo>
                    <a:pt x="426250" y="35026"/>
                  </a:lnTo>
                  <a:lnTo>
                    <a:pt x="439953" y="39598"/>
                  </a:lnTo>
                  <a:lnTo>
                    <a:pt x="491705" y="63969"/>
                  </a:lnTo>
                  <a:lnTo>
                    <a:pt x="537375" y="95961"/>
                  </a:lnTo>
                  <a:lnTo>
                    <a:pt x="573912" y="135559"/>
                  </a:lnTo>
                  <a:lnTo>
                    <a:pt x="595223" y="167551"/>
                  </a:lnTo>
                  <a:lnTo>
                    <a:pt x="601319" y="179730"/>
                  </a:lnTo>
                  <a:lnTo>
                    <a:pt x="607402" y="190398"/>
                  </a:lnTo>
                  <a:lnTo>
                    <a:pt x="611974" y="202577"/>
                  </a:lnTo>
                  <a:lnTo>
                    <a:pt x="615022" y="214769"/>
                  </a:lnTo>
                  <a:lnTo>
                    <a:pt x="618058" y="228473"/>
                  </a:lnTo>
                  <a:lnTo>
                    <a:pt x="621106" y="240664"/>
                  </a:lnTo>
                  <a:lnTo>
                    <a:pt x="622630" y="252844"/>
                  </a:lnTo>
                  <a:lnTo>
                    <a:pt x="624154" y="266560"/>
                  </a:lnTo>
                  <a:lnTo>
                    <a:pt x="624154" y="293979"/>
                  </a:lnTo>
                  <a:lnTo>
                    <a:pt x="622630" y="306158"/>
                  </a:lnTo>
                  <a:lnTo>
                    <a:pt x="621106" y="319862"/>
                  </a:lnTo>
                  <a:lnTo>
                    <a:pt x="601319" y="380796"/>
                  </a:lnTo>
                  <a:lnTo>
                    <a:pt x="573912" y="424967"/>
                  </a:lnTo>
                  <a:lnTo>
                    <a:pt x="535851" y="463041"/>
                  </a:lnTo>
                  <a:lnTo>
                    <a:pt x="491705" y="495033"/>
                  </a:lnTo>
                  <a:lnTo>
                    <a:pt x="453656" y="514832"/>
                  </a:lnTo>
                  <a:lnTo>
                    <a:pt x="412546" y="528548"/>
                  </a:lnTo>
                  <a:lnTo>
                    <a:pt x="397319" y="531583"/>
                  </a:lnTo>
                  <a:lnTo>
                    <a:pt x="383628" y="534631"/>
                  </a:lnTo>
                  <a:lnTo>
                    <a:pt x="368401" y="537679"/>
                  </a:lnTo>
                  <a:lnTo>
                    <a:pt x="353174" y="539203"/>
                  </a:lnTo>
                  <a:lnTo>
                    <a:pt x="337959" y="539203"/>
                  </a:lnTo>
                  <a:lnTo>
                    <a:pt x="321208" y="540727"/>
                  </a:lnTo>
                  <a:lnTo>
                    <a:pt x="437413" y="540727"/>
                  </a:lnTo>
                  <a:lnTo>
                    <a:pt x="447560" y="537679"/>
                  </a:lnTo>
                  <a:lnTo>
                    <a:pt x="502361" y="511784"/>
                  </a:lnTo>
                  <a:lnTo>
                    <a:pt x="549554" y="476757"/>
                  </a:lnTo>
                  <a:lnTo>
                    <a:pt x="580008" y="447814"/>
                  </a:lnTo>
                  <a:lnTo>
                    <a:pt x="611974" y="400596"/>
                  </a:lnTo>
                  <a:lnTo>
                    <a:pt x="628713" y="362521"/>
                  </a:lnTo>
                  <a:lnTo>
                    <a:pt x="633285" y="350329"/>
                  </a:lnTo>
                  <a:lnTo>
                    <a:pt x="637857" y="336626"/>
                  </a:lnTo>
                  <a:lnTo>
                    <a:pt x="639381" y="322910"/>
                  </a:lnTo>
                  <a:lnTo>
                    <a:pt x="642416" y="307682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42416" y="251320"/>
                  </a:lnTo>
                  <a:lnTo>
                    <a:pt x="639381" y="236092"/>
                  </a:lnTo>
                  <a:lnTo>
                    <a:pt x="637857" y="222389"/>
                  </a:lnTo>
                  <a:lnTo>
                    <a:pt x="633285" y="208673"/>
                  </a:lnTo>
                  <a:lnTo>
                    <a:pt x="628713" y="196494"/>
                  </a:lnTo>
                  <a:lnTo>
                    <a:pt x="624154" y="182778"/>
                  </a:lnTo>
                  <a:lnTo>
                    <a:pt x="611974" y="158407"/>
                  </a:lnTo>
                  <a:lnTo>
                    <a:pt x="596747" y="134035"/>
                  </a:lnTo>
                  <a:lnTo>
                    <a:pt x="587616" y="123380"/>
                  </a:lnTo>
                  <a:lnTo>
                    <a:pt x="580008" y="111188"/>
                  </a:lnTo>
                  <a:lnTo>
                    <a:pt x="548030" y="80733"/>
                  </a:lnTo>
                  <a:lnTo>
                    <a:pt x="500849" y="47218"/>
                  </a:lnTo>
                  <a:lnTo>
                    <a:pt x="461263" y="27419"/>
                  </a:lnTo>
                  <a:lnTo>
                    <a:pt x="446036" y="21323"/>
                  </a:lnTo>
                  <a:lnTo>
                    <a:pt x="441468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7" name="object 57"/>
          <p:cNvSpPr txBox="1"/>
          <p:nvPr/>
        </p:nvSpPr>
        <p:spPr>
          <a:xfrm>
            <a:off x="8093773" y="675255"/>
            <a:ext cx="2755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r>
              <a:rPr dirty="0" sz="105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endParaRPr sz="1050">
              <a:latin typeface="Tw Cen MT"/>
              <a:cs typeface="Tw Cen MT"/>
            </a:endParaRPr>
          </a:p>
        </p:txBody>
      </p:sp>
      <p:pic>
        <p:nvPicPr>
          <p:cNvPr id="58" name="object 5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962980" y="5028019"/>
            <a:ext cx="2397683" cy="2025827"/>
          </a:xfrm>
          <a:prstGeom prst="rect">
            <a:avLst/>
          </a:prstGeom>
        </p:spPr>
      </p:pic>
      <p:sp>
        <p:nvSpPr>
          <p:cNvPr id="59" name="object 59"/>
          <p:cNvSpPr txBox="1"/>
          <p:nvPr/>
        </p:nvSpPr>
        <p:spPr>
          <a:xfrm>
            <a:off x="6619354" y="6788502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7172921" y="6788502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52680" y="6217203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411758" y="6188047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039709" y="6188047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6310033" y="5593453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7640129" y="5580639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6907365" y="5102344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45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6113767" y="5454446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5839371" y="6014694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7959369" y="5412460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7248525" y="5959385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8188058" y="5940259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6802793" y="5892660"/>
            <a:ext cx="197485" cy="505459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765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6402057" y="6572043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7276020" y="6543495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9557" y="1696821"/>
            <a:ext cx="7870825" cy="5509895"/>
            <a:chOff x="1639557" y="1696821"/>
            <a:chExt cx="7870825" cy="550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3260" y="1709000"/>
              <a:ext cx="7283450" cy="4613910"/>
            </a:xfrm>
            <a:custGeom>
              <a:avLst/>
              <a:gdLst/>
              <a:ahLst/>
              <a:cxnLst/>
              <a:rect l="l" t="t" r="r" b="b"/>
              <a:pathLst>
                <a:path w="7283450" h="4613910">
                  <a:moveTo>
                    <a:pt x="7282853" y="0"/>
                  </a:moveTo>
                  <a:lnTo>
                    <a:pt x="0" y="0"/>
                  </a:lnTo>
                  <a:lnTo>
                    <a:pt x="0" y="4613719"/>
                  </a:lnTo>
                  <a:lnTo>
                    <a:pt x="7282853" y="4613719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39557" y="1696821"/>
              <a:ext cx="7308850" cy="4639945"/>
            </a:xfrm>
            <a:custGeom>
              <a:avLst/>
              <a:gdLst/>
              <a:ahLst/>
              <a:cxnLst/>
              <a:rect l="l" t="t" r="r" b="b"/>
              <a:pathLst>
                <a:path w="7308850" h="4639945">
                  <a:moveTo>
                    <a:pt x="7308723" y="0"/>
                  </a:moveTo>
                  <a:lnTo>
                    <a:pt x="0" y="0"/>
                  </a:lnTo>
                  <a:lnTo>
                    <a:pt x="0" y="4639614"/>
                  </a:lnTo>
                  <a:lnTo>
                    <a:pt x="7308723" y="4639614"/>
                  </a:lnTo>
                  <a:lnTo>
                    <a:pt x="7308723" y="4625898"/>
                  </a:lnTo>
                  <a:lnTo>
                    <a:pt x="25882" y="4625898"/>
                  </a:lnTo>
                  <a:lnTo>
                    <a:pt x="13703" y="4613719"/>
                  </a:lnTo>
                  <a:lnTo>
                    <a:pt x="25882" y="4613719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91"/>
                  </a:lnTo>
                  <a:lnTo>
                    <a:pt x="7308723" y="12191"/>
                  </a:lnTo>
                  <a:lnTo>
                    <a:pt x="7308723" y="0"/>
                  </a:lnTo>
                  <a:close/>
                </a:path>
                <a:path w="7308850" h="4639945">
                  <a:moveTo>
                    <a:pt x="25882" y="4613719"/>
                  </a:moveTo>
                  <a:lnTo>
                    <a:pt x="13703" y="4613719"/>
                  </a:lnTo>
                  <a:lnTo>
                    <a:pt x="25882" y="4625898"/>
                  </a:lnTo>
                  <a:lnTo>
                    <a:pt x="25882" y="4613719"/>
                  </a:lnTo>
                  <a:close/>
                </a:path>
                <a:path w="7308850" h="4639945">
                  <a:moveTo>
                    <a:pt x="7284364" y="4613719"/>
                  </a:moveTo>
                  <a:lnTo>
                    <a:pt x="25882" y="4613719"/>
                  </a:lnTo>
                  <a:lnTo>
                    <a:pt x="25882" y="4625898"/>
                  </a:lnTo>
                  <a:lnTo>
                    <a:pt x="7284364" y="4625898"/>
                  </a:lnTo>
                  <a:lnTo>
                    <a:pt x="7284364" y="4613719"/>
                  </a:lnTo>
                  <a:close/>
                </a:path>
                <a:path w="7308850" h="4639945">
                  <a:moveTo>
                    <a:pt x="7284364" y="12191"/>
                  </a:moveTo>
                  <a:lnTo>
                    <a:pt x="7284364" y="4625898"/>
                  </a:lnTo>
                  <a:lnTo>
                    <a:pt x="7296543" y="4613719"/>
                  </a:lnTo>
                  <a:lnTo>
                    <a:pt x="7308723" y="4613719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4364" y="12191"/>
                  </a:lnTo>
                  <a:close/>
                </a:path>
                <a:path w="7308850" h="4639945">
                  <a:moveTo>
                    <a:pt x="7308723" y="4613719"/>
                  </a:moveTo>
                  <a:lnTo>
                    <a:pt x="7296543" y="4613719"/>
                  </a:lnTo>
                  <a:lnTo>
                    <a:pt x="7284364" y="4625898"/>
                  </a:lnTo>
                  <a:lnTo>
                    <a:pt x="7308723" y="4625898"/>
                  </a:lnTo>
                  <a:lnTo>
                    <a:pt x="7308723" y="4613719"/>
                  </a:lnTo>
                  <a:close/>
                </a:path>
                <a:path w="7308850" h="4639945">
                  <a:moveTo>
                    <a:pt x="25882" y="12191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308850" h="4639945">
                  <a:moveTo>
                    <a:pt x="7284364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284364" y="24371"/>
                  </a:lnTo>
                  <a:lnTo>
                    <a:pt x="7284364" y="12191"/>
                  </a:lnTo>
                  <a:close/>
                </a:path>
                <a:path w="7308850" h="4639945">
                  <a:moveTo>
                    <a:pt x="7308723" y="12191"/>
                  </a:moveTo>
                  <a:lnTo>
                    <a:pt x="7284364" y="12191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60"/>
              <a:t> </a:t>
            </a:r>
            <a:r>
              <a:rPr dirty="0" spc="-2600"/>
              <a:t>코드</a:t>
            </a:r>
            <a:r>
              <a:rPr dirty="0" spc="-254"/>
              <a:t> </a:t>
            </a:r>
            <a:r>
              <a:rPr dirty="0" spc="-2295"/>
              <a:t>프로그램</a:t>
            </a:r>
            <a:r>
              <a:rPr dirty="0" spc="-260"/>
              <a:t> </a:t>
            </a:r>
            <a:r>
              <a:rPr dirty="0" spc="-10">
                <a:latin typeface="Tw Cen MT"/>
                <a:cs typeface="Tw Cen MT"/>
              </a:rPr>
              <a:t>(huffman.c)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0565" y="1735399"/>
            <a:ext cx="3373120" cy="450469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122936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&lt;stdio.h&gt; </a:t>
            </a:r>
            <a:r>
              <a:rPr dirty="0" sz="1400">
                <a:latin typeface="Trebuchet MS"/>
                <a:cs typeface="Trebuchet MS"/>
              </a:rPr>
              <a:t>#include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&lt;stdlib.h&gt; </a:t>
            </a:r>
            <a:r>
              <a:rPr dirty="0" sz="1400">
                <a:latin typeface="Trebuchet MS"/>
                <a:cs typeface="Trebuchet MS"/>
              </a:rPr>
              <a:t>#define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MAX_ELEMENT</a:t>
            </a:r>
            <a:r>
              <a:rPr dirty="0" sz="1400" spc="-8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200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TreeNode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156527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weight; </a:t>
            </a:r>
            <a:r>
              <a:rPr dirty="0" sz="1400">
                <a:latin typeface="Trebuchet MS"/>
                <a:cs typeface="Trebuchet MS"/>
              </a:rPr>
              <a:t>char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ch;</a:t>
            </a:r>
            <a:endParaRPr sz="1400">
              <a:latin typeface="Trebuchet MS"/>
              <a:cs typeface="Trebuchet MS"/>
            </a:endParaRPr>
          </a:p>
          <a:p>
            <a:pPr marL="925830" marR="590550">
              <a:lnSpc>
                <a:spcPts val="1680"/>
              </a:lnSpc>
              <a:spcBef>
                <a:spcPts val="50"/>
              </a:spcBef>
            </a:pP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TreeNode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*left;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TreeNode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*right;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TreeNode;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105346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TreeNode*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ptree; </a:t>
            </a:r>
            <a:r>
              <a:rPr dirty="0" sz="1400">
                <a:latin typeface="Trebuchet MS"/>
                <a:cs typeface="Trebuchet MS"/>
              </a:rPr>
              <a:t>char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ch;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key;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element;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typedef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struct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50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heap[MAX_ELEMENT];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heap_size;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}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HeapType;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9557" y="1696821"/>
            <a:ext cx="7870825" cy="5509895"/>
            <a:chOff x="1639557" y="1696821"/>
            <a:chExt cx="7870825" cy="550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3260" y="1709013"/>
              <a:ext cx="7283450" cy="5261610"/>
            </a:xfrm>
            <a:custGeom>
              <a:avLst/>
              <a:gdLst/>
              <a:ahLst/>
              <a:cxnLst/>
              <a:rect l="l" t="t" r="r" b="b"/>
              <a:pathLst>
                <a:path w="7283450" h="5261609">
                  <a:moveTo>
                    <a:pt x="7282853" y="0"/>
                  </a:moveTo>
                  <a:lnTo>
                    <a:pt x="0" y="0"/>
                  </a:lnTo>
                  <a:lnTo>
                    <a:pt x="0" y="5261063"/>
                  </a:lnTo>
                  <a:lnTo>
                    <a:pt x="7282853" y="5261063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39557" y="1696821"/>
              <a:ext cx="7308850" cy="5285740"/>
            </a:xfrm>
            <a:custGeom>
              <a:avLst/>
              <a:gdLst/>
              <a:ahLst/>
              <a:cxnLst/>
              <a:rect l="l" t="t" r="r" b="b"/>
              <a:pathLst>
                <a:path w="7308850" h="5285740">
                  <a:moveTo>
                    <a:pt x="7308723" y="0"/>
                  </a:moveTo>
                  <a:lnTo>
                    <a:pt x="0" y="0"/>
                  </a:lnTo>
                  <a:lnTo>
                    <a:pt x="0" y="5285435"/>
                  </a:lnTo>
                  <a:lnTo>
                    <a:pt x="7308723" y="5285435"/>
                  </a:lnTo>
                  <a:lnTo>
                    <a:pt x="7308723" y="5273255"/>
                  </a:lnTo>
                  <a:lnTo>
                    <a:pt x="25882" y="5273255"/>
                  </a:lnTo>
                  <a:lnTo>
                    <a:pt x="13703" y="5259539"/>
                  </a:lnTo>
                  <a:lnTo>
                    <a:pt x="25882" y="5259539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91"/>
                  </a:lnTo>
                  <a:lnTo>
                    <a:pt x="7308723" y="12191"/>
                  </a:lnTo>
                  <a:lnTo>
                    <a:pt x="7308723" y="0"/>
                  </a:lnTo>
                  <a:close/>
                </a:path>
                <a:path w="7308850" h="5285740">
                  <a:moveTo>
                    <a:pt x="25882" y="5259539"/>
                  </a:moveTo>
                  <a:lnTo>
                    <a:pt x="13703" y="5259539"/>
                  </a:lnTo>
                  <a:lnTo>
                    <a:pt x="25882" y="5273255"/>
                  </a:lnTo>
                  <a:lnTo>
                    <a:pt x="25882" y="5259539"/>
                  </a:lnTo>
                  <a:close/>
                </a:path>
                <a:path w="7308850" h="5285740">
                  <a:moveTo>
                    <a:pt x="7284364" y="5259539"/>
                  </a:moveTo>
                  <a:lnTo>
                    <a:pt x="25882" y="5259539"/>
                  </a:lnTo>
                  <a:lnTo>
                    <a:pt x="25882" y="5273255"/>
                  </a:lnTo>
                  <a:lnTo>
                    <a:pt x="7284364" y="5273255"/>
                  </a:lnTo>
                  <a:lnTo>
                    <a:pt x="7284364" y="5259539"/>
                  </a:lnTo>
                  <a:close/>
                </a:path>
                <a:path w="7308850" h="5285740">
                  <a:moveTo>
                    <a:pt x="7284364" y="12191"/>
                  </a:moveTo>
                  <a:lnTo>
                    <a:pt x="7284364" y="5273255"/>
                  </a:lnTo>
                  <a:lnTo>
                    <a:pt x="7296543" y="5259539"/>
                  </a:lnTo>
                  <a:lnTo>
                    <a:pt x="7308723" y="5259539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4364" y="12191"/>
                  </a:lnTo>
                  <a:close/>
                </a:path>
                <a:path w="7308850" h="5285740">
                  <a:moveTo>
                    <a:pt x="7308723" y="5259539"/>
                  </a:moveTo>
                  <a:lnTo>
                    <a:pt x="7296543" y="5259539"/>
                  </a:lnTo>
                  <a:lnTo>
                    <a:pt x="7284364" y="5273255"/>
                  </a:lnTo>
                  <a:lnTo>
                    <a:pt x="7308723" y="5273255"/>
                  </a:lnTo>
                  <a:lnTo>
                    <a:pt x="7308723" y="5259539"/>
                  </a:lnTo>
                  <a:close/>
                </a:path>
                <a:path w="7308850" h="5285740">
                  <a:moveTo>
                    <a:pt x="25882" y="12191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308850" h="5285740">
                  <a:moveTo>
                    <a:pt x="7284364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284364" y="24371"/>
                  </a:lnTo>
                  <a:lnTo>
                    <a:pt x="7284364" y="12191"/>
                  </a:lnTo>
                  <a:close/>
                </a:path>
                <a:path w="7308850" h="5285740">
                  <a:moveTo>
                    <a:pt x="7308723" y="12191"/>
                  </a:moveTo>
                  <a:lnTo>
                    <a:pt x="7284364" y="12191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70"/>
              <a:t> </a:t>
            </a:r>
            <a:r>
              <a:rPr dirty="0" spc="-2600"/>
              <a:t>코드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0565" y="1738447"/>
            <a:ext cx="5466715" cy="514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생성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HeapType*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create()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(HeapType*)malloc(sizeof(HeapType));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초기화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init(HeapType*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h)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h-&gt;heap_size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0;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현재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요소의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개수가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heap_size</a:t>
            </a:r>
            <a:r>
              <a:rPr dirty="0" sz="1400">
                <a:latin typeface="Gulim"/>
                <a:cs typeface="Gulim"/>
              </a:rPr>
              <a:t>인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히프</a:t>
            </a:r>
            <a:r>
              <a:rPr dirty="0" sz="1400" spc="-7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h</a:t>
            </a:r>
            <a:r>
              <a:rPr dirty="0" sz="1400">
                <a:latin typeface="Gulim"/>
                <a:cs typeface="Gulim"/>
              </a:rPr>
              <a:t>에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Trebuchet MS"/>
                <a:cs typeface="Trebuchet MS"/>
              </a:rPr>
              <a:t>item</a:t>
            </a:r>
            <a:r>
              <a:rPr dirty="0" sz="1400">
                <a:latin typeface="Gulim"/>
                <a:cs typeface="Gulim"/>
              </a:rPr>
              <a:t>을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10">
                <a:latin typeface="Gulim"/>
                <a:cs typeface="Gulim"/>
              </a:rPr>
              <a:t>삽입한다</a:t>
            </a:r>
            <a:r>
              <a:rPr dirty="0" sz="1400" spc="-1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삽입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insert_min_heap(HeapType* </a:t>
            </a:r>
            <a:r>
              <a:rPr dirty="0" sz="1400">
                <a:latin typeface="Trebuchet MS"/>
                <a:cs typeface="Trebuchet MS"/>
              </a:rPr>
              <a:t>h,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10">
                <a:latin typeface="Trebuchet MS"/>
                <a:cs typeface="Trebuchet MS"/>
              </a:rPr>
              <a:t> item)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i;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++(h-&gt;heap_size);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43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트리를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거슬러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올라가면서</a:t>
            </a:r>
            <a:r>
              <a:rPr dirty="0" sz="1400" spc="-7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부모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비교하는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과정</a:t>
            </a:r>
            <a:endParaRPr sz="1400">
              <a:latin typeface="Gulim"/>
              <a:cs typeface="Gulim"/>
            </a:endParaRPr>
          </a:p>
          <a:p>
            <a:pPr marL="1838960" marR="412750" indent="-913765">
              <a:lnSpc>
                <a:spcPts val="1680"/>
              </a:lnSpc>
              <a:spcBef>
                <a:spcPts val="40"/>
              </a:spcBef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((i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!=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1) &amp;&amp;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(item.key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h-&gt;heap[i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2].key))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 </a:t>
            </a:r>
            <a:r>
              <a:rPr dirty="0" sz="1400">
                <a:latin typeface="Trebuchet MS"/>
                <a:cs typeface="Trebuchet MS"/>
              </a:rPr>
              <a:t>h-&gt;heap[i]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h-&gt;heap[i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2];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i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0"/>
              </a:lnSpc>
              <a:spcBef>
                <a:spcPts val="25"/>
              </a:spcBef>
              <a:tabLst>
                <a:tab pos="2647315" algn="l"/>
              </a:tabLst>
            </a:pPr>
            <a:r>
              <a:rPr dirty="0" sz="1400">
                <a:latin typeface="Trebuchet MS"/>
                <a:cs typeface="Trebuchet MS"/>
              </a:rPr>
              <a:t>h-&gt;heap[i]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item;</a:t>
            </a:r>
            <a:r>
              <a:rPr dirty="0" sz="1400">
                <a:latin typeface="Trebuchet MS"/>
                <a:cs typeface="Trebuchet MS"/>
              </a:rPr>
              <a:t>	//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새로운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삽입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7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9557" y="1696821"/>
            <a:ext cx="7870825" cy="5509895"/>
            <a:chOff x="1639557" y="1696821"/>
            <a:chExt cx="7870825" cy="550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3260" y="1709013"/>
              <a:ext cx="7283450" cy="5261610"/>
            </a:xfrm>
            <a:custGeom>
              <a:avLst/>
              <a:gdLst/>
              <a:ahLst/>
              <a:cxnLst/>
              <a:rect l="l" t="t" r="r" b="b"/>
              <a:pathLst>
                <a:path w="7283450" h="5261609">
                  <a:moveTo>
                    <a:pt x="7282853" y="0"/>
                  </a:moveTo>
                  <a:lnTo>
                    <a:pt x="0" y="0"/>
                  </a:lnTo>
                  <a:lnTo>
                    <a:pt x="0" y="5261063"/>
                  </a:lnTo>
                  <a:lnTo>
                    <a:pt x="7282853" y="5261063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39557" y="1696821"/>
              <a:ext cx="7308850" cy="5285740"/>
            </a:xfrm>
            <a:custGeom>
              <a:avLst/>
              <a:gdLst/>
              <a:ahLst/>
              <a:cxnLst/>
              <a:rect l="l" t="t" r="r" b="b"/>
              <a:pathLst>
                <a:path w="7308850" h="5285740">
                  <a:moveTo>
                    <a:pt x="7308723" y="0"/>
                  </a:moveTo>
                  <a:lnTo>
                    <a:pt x="0" y="0"/>
                  </a:lnTo>
                  <a:lnTo>
                    <a:pt x="0" y="5285435"/>
                  </a:lnTo>
                  <a:lnTo>
                    <a:pt x="7308723" y="5285435"/>
                  </a:lnTo>
                  <a:lnTo>
                    <a:pt x="7308723" y="5273255"/>
                  </a:lnTo>
                  <a:lnTo>
                    <a:pt x="25882" y="5273255"/>
                  </a:lnTo>
                  <a:lnTo>
                    <a:pt x="13703" y="5259539"/>
                  </a:lnTo>
                  <a:lnTo>
                    <a:pt x="25882" y="5259539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91"/>
                  </a:lnTo>
                  <a:lnTo>
                    <a:pt x="7308723" y="12191"/>
                  </a:lnTo>
                  <a:lnTo>
                    <a:pt x="7308723" y="0"/>
                  </a:lnTo>
                  <a:close/>
                </a:path>
                <a:path w="7308850" h="5285740">
                  <a:moveTo>
                    <a:pt x="25882" y="5259539"/>
                  </a:moveTo>
                  <a:lnTo>
                    <a:pt x="13703" y="5259539"/>
                  </a:lnTo>
                  <a:lnTo>
                    <a:pt x="25882" y="5273255"/>
                  </a:lnTo>
                  <a:lnTo>
                    <a:pt x="25882" y="5259539"/>
                  </a:lnTo>
                  <a:close/>
                </a:path>
                <a:path w="7308850" h="5285740">
                  <a:moveTo>
                    <a:pt x="7284364" y="5259539"/>
                  </a:moveTo>
                  <a:lnTo>
                    <a:pt x="25882" y="5259539"/>
                  </a:lnTo>
                  <a:lnTo>
                    <a:pt x="25882" y="5273255"/>
                  </a:lnTo>
                  <a:lnTo>
                    <a:pt x="7284364" y="5273255"/>
                  </a:lnTo>
                  <a:lnTo>
                    <a:pt x="7284364" y="5259539"/>
                  </a:lnTo>
                  <a:close/>
                </a:path>
                <a:path w="7308850" h="5285740">
                  <a:moveTo>
                    <a:pt x="7284364" y="12191"/>
                  </a:moveTo>
                  <a:lnTo>
                    <a:pt x="7284364" y="5273255"/>
                  </a:lnTo>
                  <a:lnTo>
                    <a:pt x="7296543" y="5259539"/>
                  </a:lnTo>
                  <a:lnTo>
                    <a:pt x="7308723" y="5259539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4364" y="12191"/>
                  </a:lnTo>
                  <a:close/>
                </a:path>
                <a:path w="7308850" h="5285740">
                  <a:moveTo>
                    <a:pt x="7308723" y="5259539"/>
                  </a:moveTo>
                  <a:lnTo>
                    <a:pt x="7296543" y="5259539"/>
                  </a:lnTo>
                  <a:lnTo>
                    <a:pt x="7284364" y="5273255"/>
                  </a:lnTo>
                  <a:lnTo>
                    <a:pt x="7308723" y="5273255"/>
                  </a:lnTo>
                  <a:lnTo>
                    <a:pt x="7308723" y="5259539"/>
                  </a:lnTo>
                  <a:close/>
                </a:path>
                <a:path w="7308850" h="5285740">
                  <a:moveTo>
                    <a:pt x="25882" y="12191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308850" h="5285740">
                  <a:moveTo>
                    <a:pt x="7284364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284364" y="24371"/>
                  </a:lnTo>
                  <a:lnTo>
                    <a:pt x="7284364" y="12191"/>
                  </a:lnTo>
                  <a:close/>
                </a:path>
                <a:path w="7308850" h="5285740">
                  <a:moveTo>
                    <a:pt x="7308723" y="12191"/>
                  </a:moveTo>
                  <a:lnTo>
                    <a:pt x="7284364" y="12191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70"/>
              <a:t> </a:t>
            </a:r>
            <a:r>
              <a:rPr dirty="0" spc="-2600"/>
              <a:t>코드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0565" y="1738447"/>
            <a:ext cx="6448425" cy="51409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삭제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delete_min_heap(HeapType*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h)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384111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parent,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child;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item,</a:t>
            </a:r>
            <a:r>
              <a:rPr dirty="0" sz="1400" spc="-20">
                <a:latin typeface="Trebuchet MS"/>
                <a:cs typeface="Trebuchet MS"/>
              </a:rPr>
              <a:t> temp;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item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&gt;heap[1];</a:t>
            </a:r>
            <a:endParaRPr sz="1400">
              <a:latin typeface="Trebuchet MS"/>
              <a:cs typeface="Trebuchet MS"/>
            </a:endParaRPr>
          </a:p>
          <a:p>
            <a:pPr marL="925830" marR="27635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temp</a:t>
            </a:r>
            <a:r>
              <a:rPr dirty="0" sz="1400" spc="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&gt;heap[(h-&gt;heap_size)-</a:t>
            </a:r>
            <a:r>
              <a:rPr dirty="0" sz="1400">
                <a:latin typeface="Trebuchet MS"/>
                <a:cs typeface="Trebuchet MS"/>
              </a:rPr>
              <a:t>-</a:t>
            </a:r>
            <a:r>
              <a:rPr dirty="0" sz="1400" spc="-25">
                <a:latin typeface="Trebuchet MS"/>
                <a:cs typeface="Trebuchet MS"/>
              </a:rPr>
              <a:t>]; </a:t>
            </a:r>
            <a:r>
              <a:rPr dirty="0" sz="1400">
                <a:latin typeface="Trebuchet MS"/>
                <a:cs typeface="Trebuchet MS"/>
              </a:rPr>
              <a:t>parent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1;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while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(child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h-&gt;heap_size)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239395">
              <a:lnSpc>
                <a:spcPts val="1660"/>
              </a:lnSpc>
              <a:spcBef>
                <a:spcPts val="9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현재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노드의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자식노드중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더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작은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자식노드를</a:t>
            </a:r>
            <a:r>
              <a:rPr dirty="0" sz="1400" spc="-60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찾는다</a:t>
            </a:r>
            <a:r>
              <a:rPr dirty="0" sz="1400" spc="-20">
                <a:latin typeface="Trebuchet MS"/>
                <a:cs typeface="Trebuchet MS"/>
              </a:rPr>
              <a:t>. </a:t>
            </a: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((child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h-&gt;heap_size)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&amp;&amp;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(h-&gt;heap[child].key)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&gt;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h-&gt;heap[child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1].key)</a:t>
            </a:r>
            <a:endParaRPr sz="1400">
              <a:latin typeface="Trebuchet MS"/>
              <a:cs typeface="Trebuchet MS"/>
            </a:endParaRPr>
          </a:p>
          <a:p>
            <a:pPr marL="2752725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child++;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(temp.key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&lt;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h-&gt;heap[child].key)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break;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한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단계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아래로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이동</a:t>
            </a:r>
            <a:endParaRPr sz="1400">
              <a:latin typeface="Gulim"/>
              <a:cs typeface="Gulim"/>
            </a:endParaRPr>
          </a:p>
          <a:p>
            <a:pPr marL="1838960" marR="1877060">
              <a:lnSpc>
                <a:spcPts val="1680"/>
              </a:lnSpc>
              <a:spcBef>
                <a:spcPts val="40"/>
              </a:spcBef>
            </a:pPr>
            <a:r>
              <a:rPr dirty="0" sz="1400">
                <a:latin typeface="Trebuchet MS"/>
                <a:cs typeface="Trebuchet MS"/>
              </a:rPr>
              <a:t>h-&gt;heap[parent]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h-</a:t>
            </a:r>
            <a:r>
              <a:rPr dirty="0" sz="1400" spc="-10">
                <a:latin typeface="Trebuchet MS"/>
                <a:cs typeface="Trebuchet MS"/>
              </a:rPr>
              <a:t>&gt;heap[child]; </a:t>
            </a:r>
            <a:r>
              <a:rPr dirty="0" sz="1400">
                <a:latin typeface="Trebuchet MS"/>
                <a:cs typeface="Trebuchet MS"/>
              </a:rPr>
              <a:t>parent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child;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20"/>
              </a:lnSpc>
            </a:pPr>
            <a:r>
              <a:rPr dirty="0" sz="1400">
                <a:latin typeface="Trebuchet MS"/>
                <a:cs typeface="Trebuchet MS"/>
              </a:rPr>
              <a:t>child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2;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 marR="353822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h-&gt;heap[parent]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temp;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item;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8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1639557" y="1696821"/>
            <a:ext cx="7870825" cy="5509895"/>
            <a:chOff x="1639557" y="1696821"/>
            <a:chExt cx="7870825" cy="550989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653260" y="1709013"/>
              <a:ext cx="7283450" cy="5045075"/>
            </a:xfrm>
            <a:custGeom>
              <a:avLst/>
              <a:gdLst/>
              <a:ahLst/>
              <a:cxnLst/>
              <a:rect l="l" t="t" r="r" b="b"/>
              <a:pathLst>
                <a:path w="7283450" h="5045075">
                  <a:moveTo>
                    <a:pt x="7282853" y="0"/>
                  </a:moveTo>
                  <a:lnTo>
                    <a:pt x="0" y="0"/>
                  </a:lnTo>
                  <a:lnTo>
                    <a:pt x="0" y="5044770"/>
                  </a:lnTo>
                  <a:lnTo>
                    <a:pt x="7282853" y="5044770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/>
            <p:cNvSpPr/>
            <p:nvPr/>
          </p:nvSpPr>
          <p:spPr>
            <a:xfrm>
              <a:off x="1639557" y="1696821"/>
              <a:ext cx="7308850" cy="5071110"/>
            </a:xfrm>
            <a:custGeom>
              <a:avLst/>
              <a:gdLst/>
              <a:ahLst/>
              <a:cxnLst/>
              <a:rect l="l" t="t" r="r" b="b"/>
              <a:pathLst>
                <a:path w="7308850" h="5071109">
                  <a:moveTo>
                    <a:pt x="7308723" y="0"/>
                  </a:moveTo>
                  <a:lnTo>
                    <a:pt x="0" y="0"/>
                  </a:lnTo>
                  <a:lnTo>
                    <a:pt x="0" y="5070665"/>
                  </a:lnTo>
                  <a:lnTo>
                    <a:pt x="7308723" y="5070665"/>
                  </a:lnTo>
                  <a:lnTo>
                    <a:pt x="7308723" y="5056962"/>
                  </a:lnTo>
                  <a:lnTo>
                    <a:pt x="25882" y="5056962"/>
                  </a:lnTo>
                  <a:lnTo>
                    <a:pt x="13703" y="5044782"/>
                  </a:lnTo>
                  <a:lnTo>
                    <a:pt x="25882" y="5044782"/>
                  </a:lnTo>
                  <a:lnTo>
                    <a:pt x="25882" y="24371"/>
                  </a:lnTo>
                  <a:lnTo>
                    <a:pt x="13703" y="24371"/>
                  </a:lnTo>
                  <a:lnTo>
                    <a:pt x="25882" y="12191"/>
                  </a:lnTo>
                  <a:lnTo>
                    <a:pt x="7308723" y="12191"/>
                  </a:lnTo>
                  <a:lnTo>
                    <a:pt x="7308723" y="0"/>
                  </a:lnTo>
                  <a:close/>
                </a:path>
                <a:path w="7308850" h="5071109">
                  <a:moveTo>
                    <a:pt x="25882" y="5044782"/>
                  </a:moveTo>
                  <a:lnTo>
                    <a:pt x="13703" y="5044782"/>
                  </a:lnTo>
                  <a:lnTo>
                    <a:pt x="25882" y="5056962"/>
                  </a:lnTo>
                  <a:lnTo>
                    <a:pt x="25882" y="5044782"/>
                  </a:lnTo>
                  <a:close/>
                </a:path>
                <a:path w="7308850" h="5071109">
                  <a:moveTo>
                    <a:pt x="7284364" y="5044782"/>
                  </a:moveTo>
                  <a:lnTo>
                    <a:pt x="25882" y="5044782"/>
                  </a:lnTo>
                  <a:lnTo>
                    <a:pt x="25882" y="5056962"/>
                  </a:lnTo>
                  <a:lnTo>
                    <a:pt x="7284364" y="5056962"/>
                  </a:lnTo>
                  <a:lnTo>
                    <a:pt x="7284364" y="5044782"/>
                  </a:lnTo>
                  <a:close/>
                </a:path>
                <a:path w="7308850" h="5071109">
                  <a:moveTo>
                    <a:pt x="7284364" y="12191"/>
                  </a:moveTo>
                  <a:lnTo>
                    <a:pt x="7284364" y="5056962"/>
                  </a:lnTo>
                  <a:lnTo>
                    <a:pt x="7296543" y="5044782"/>
                  </a:lnTo>
                  <a:lnTo>
                    <a:pt x="7308723" y="5044782"/>
                  </a:lnTo>
                  <a:lnTo>
                    <a:pt x="7308723" y="24371"/>
                  </a:lnTo>
                  <a:lnTo>
                    <a:pt x="7296543" y="24371"/>
                  </a:lnTo>
                  <a:lnTo>
                    <a:pt x="7284364" y="12191"/>
                  </a:lnTo>
                  <a:close/>
                </a:path>
                <a:path w="7308850" h="5071109">
                  <a:moveTo>
                    <a:pt x="7308723" y="5044782"/>
                  </a:moveTo>
                  <a:lnTo>
                    <a:pt x="7296543" y="5044782"/>
                  </a:lnTo>
                  <a:lnTo>
                    <a:pt x="7284364" y="5056962"/>
                  </a:lnTo>
                  <a:lnTo>
                    <a:pt x="7308723" y="5056962"/>
                  </a:lnTo>
                  <a:lnTo>
                    <a:pt x="7308723" y="5044782"/>
                  </a:lnTo>
                  <a:close/>
                </a:path>
                <a:path w="7308850" h="5071109">
                  <a:moveTo>
                    <a:pt x="25882" y="12191"/>
                  </a:moveTo>
                  <a:lnTo>
                    <a:pt x="13703" y="24371"/>
                  </a:lnTo>
                  <a:lnTo>
                    <a:pt x="25882" y="24371"/>
                  </a:lnTo>
                  <a:lnTo>
                    <a:pt x="25882" y="12191"/>
                  </a:lnTo>
                  <a:close/>
                </a:path>
                <a:path w="7308850" h="5071109">
                  <a:moveTo>
                    <a:pt x="7284364" y="12191"/>
                  </a:moveTo>
                  <a:lnTo>
                    <a:pt x="25882" y="12191"/>
                  </a:lnTo>
                  <a:lnTo>
                    <a:pt x="25882" y="24371"/>
                  </a:lnTo>
                  <a:lnTo>
                    <a:pt x="7284364" y="24371"/>
                  </a:lnTo>
                  <a:lnTo>
                    <a:pt x="7284364" y="12191"/>
                  </a:lnTo>
                  <a:close/>
                </a:path>
                <a:path w="7308850" h="5071109">
                  <a:moveTo>
                    <a:pt x="7308723" y="12191"/>
                  </a:moveTo>
                  <a:lnTo>
                    <a:pt x="7284364" y="12191"/>
                  </a:lnTo>
                  <a:lnTo>
                    <a:pt x="7296543" y="24371"/>
                  </a:lnTo>
                  <a:lnTo>
                    <a:pt x="7308723" y="24371"/>
                  </a:lnTo>
                  <a:lnTo>
                    <a:pt x="7308723" y="12191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70"/>
              <a:t> </a:t>
            </a:r>
            <a:r>
              <a:rPr dirty="0" spc="-2600"/>
              <a:t>코드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1730565" y="1738447"/>
            <a:ext cx="4906010" cy="4928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이진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생성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925830" marR="1837689" indent="-913765">
              <a:lnSpc>
                <a:spcPts val="1680"/>
              </a:lnSpc>
              <a:spcBef>
                <a:spcPts val="45"/>
              </a:spcBef>
            </a:pPr>
            <a:r>
              <a:rPr dirty="0" sz="1400">
                <a:latin typeface="Trebuchet MS"/>
                <a:cs typeface="Trebuchet MS"/>
              </a:rPr>
              <a:t>TreeNode*</a:t>
            </a:r>
            <a:r>
              <a:rPr dirty="0" sz="1400" spc="-8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make_tree(TreeNode*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left, </a:t>
            </a:r>
            <a:r>
              <a:rPr dirty="0" sz="1400">
                <a:latin typeface="Trebuchet MS"/>
                <a:cs typeface="Trebuchet MS"/>
              </a:rPr>
              <a:t>TreeNode*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right)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TreeNode*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node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=</a:t>
            </a:r>
            <a:endParaRPr sz="1400">
              <a:latin typeface="Trebuchet MS"/>
              <a:cs typeface="Trebuchet MS"/>
            </a:endParaRPr>
          </a:p>
          <a:p>
            <a:pPr marL="925830" marR="5080" indent="91313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(TreeNode*)malloc(sizeof(TreeNode)); node-</a:t>
            </a:r>
            <a:r>
              <a:rPr dirty="0" sz="1400">
                <a:latin typeface="Trebuchet MS"/>
                <a:cs typeface="Trebuchet MS"/>
              </a:rPr>
              <a:t>&gt;left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left;</a:t>
            </a:r>
            <a:endParaRPr sz="1400">
              <a:latin typeface="Trebuchet MS"/>
              <a:cs typeface="Trebuchet MS"/>
            </a:endParaRPr>
          </a:p>
          <a:p>
            <a:pPr marL="925830" marR="2408555">
              <a:lnSpc>
                <a:spcPts val="1680"/>
              </a:lnSpc>
              <a:spcBef>
                <a:spcPts val="55"/>
              </a:spcBef>
            </a:pPr>
            <a:r>
              <a:rPr dirty="0" sz="1400" spc="-10">
                <a:latin typeface="Trebuchet MS"/>
                <a:cs typeface="Trebuchet MS"/>
              </a:rPr>
              <a:t>node-</a:t>
            </a:r>
            <a:r>
              <a:rPr dirty="0" sz="1400">
                <a:latin typeface="Trebuchet MS"/>
                <a:cs typeface="Trebuchet MS"/>
              </a:rPr>
              <a:t>&gt;right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right; </a:t>
            </a: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node;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2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0"/>
              </a:lnSpc>
              <a:spcBef>
                <a:spcPts val="2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이진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트리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제거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6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destroy_tree(TreeNode*</a:t>
            </a:r>
            <a:r>
              <a:rPr dirty="0" sz="1400" spc="-6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root)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 marR="189420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if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(root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NULL)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return; destroy_tree(root-&gt;left); destroy_tree(root-&gt;right); free(root);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ts val="1675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is_leaf(TreeNode*</a:t>
            </a:r>
            <a:r>
              <a:rPr dirty="0" sz="1400" spc="-7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root)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return</a:t>
            </a:r>
            <a:r>
              <a:rPr dirty="0" sz="1400" spc="3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!(root-</a:t>
            </a:r>
            <a:r>
              <a:rPr dirty="0" sz="1400">
                <a:latin typeface="Trebuchet MS"/>
                <a:cs typeface="Trebuchet MS"/>
              </a:rPr>
              <a:t>&gt;left)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&amp;&amp;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!(root-&gt;right);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0982" y="6923296"/>
            <a:ext cx="1352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Gulim"/>
                <a:cs typeface="Gulim"/>
              </a:rPr>
              <a:t>C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583296" y="6954390"/>
            <a:ext cx="4196715" cy="15557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25"/>
              </a:lnSpc>
              <a:tabLst>
                <a:tab pos="2866390" algn="l"/>
              </a:tabLst>
            </a:pPr>
            <a:r>
              <a:rPr dirty="0" sz="1200">
                <a:latin typeface="Gulim"/>
                <a:cs typeface="Gulim"/>
              </a:rPr>
              <a:t>로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r>
              <a:rPr dirty="0" sz="1200">
                <a:latin typeface="Gulim"/>
                <a:cs typeface="Gulim"/>
              </a:rPr>
              <a:t>	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641081" y="1833905"/>
            <a:ext cx="7869555" cy="5372735"/>
            <a:chOff x="1641081" y="1833905"/>
            <a:chExt cx="7869555" cy="537273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4"/>
              <a:ext cx="934707" cy="894105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653260" y="1846097"/>
              <a:ext cx="7283450" cy="5261610"/>
            </a:xfrm>
            <a:custGeom>
              <a:avLst/>
              <a:gdLst/>
              <a:ahLst/>
              <a:cxnLst/>
              <a:rect l="l" t="t" r="r" b="b"/>
              <a:pathLst>
                <a:path w="7283450" h="5261609">
                  <a:moveTo>
                    <a:pt x="7282853" y="0"/>
                  </a:moveTo>
                  <a:lnTo>
                    <a:pt x="0" y="0"/>
                  </a:lnTo>
                  <a:lnTo>
                    <a:pt x="0" y="5261063"/>
                  </a:lnTo>
                  <a:lnTo>
                    <a:pt x="7282853" y="5261063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1641081" y="1833905"/>
              <a:ext cx="7308850" cy="5285740"/>
            </a:xfrm>
            <a:custGeom>
              <a:avLst/>
              <a:gdLst/>
              <a:ahLst/>
              <a:cxnLst/>
              <a:rect l="l" t="t" r="r" b="b"/>
              <a:pathLst>
                <a:path w="7308850" h="5285740">
                  <a:moveTo>
                    <a:pt x="7308723" y="0"/>
                  </a:moveTo>
                  <a:lnTo>
                    <a:pt x="0" y="0"/>
                  </a:lnTo>
                  <a:lnTo>
                    <a:pt x="0" y="5285447"/>
                  </a:lnTo>
                  <a:lnTo>
                    <a:pt x="7308723" y="5285447"/>
                  </a:lnTo>
                  <a:lnTo>
                    <a:pt x="7308723" y="5273255"/>
                  </a:lnTo>
                  <a:lnTo>
                    <a:pt x="24358" y="5273255"/>
                  </a:lnTo>
                  <a:lnTo>
                    <a:pt x="12179" y="5259552"/>
                  </a:lnTo>
                  <a:lnTo>
                    <a:pt x="24358" y="5259552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2192"/>
                  </a:lnTo>
                  <a:lnTo>
                    <a:pt x="7308723" y="12192"/>
                  </a:lnTo>
                  <a:lnTo>
                    <a:pt x="7308723" y="0"/>
                  </a:lnTo>
                  <a:close/>
                </a:path>
                <a:path w="7308850" h="5285740">
                  <a:moveTo>
                    <a:pt x="24358" y="5259552"/>
                  </a:moveTo>
                  <a:lnTo>
                    <a:pt x="12179" y="5259552"/>
                  </a:lnTo>
                  <a:lnTo>
                    <a:pt x="24358" y="5273255"/>
                  </a:lnTo>
                  <a:lnTo>
                    <a:pt x="24358" y="5259552"/>
                  </a:lnTo>
                  <a:close/>
                </a:path>
                <a:path w="7308850" h="5285740">
                  <a:moveTo>
                    <a:pt x="7282840" y="5259552"/>
                  </a:moveTo>
                  <a:lnTo>
                    <a:pt x="24358" y="5259552"/>
                  </a:lnTo>
                  <a:lnTo>
                    <a:pt x="24358" y="5273255"/>
                  </a:lnTo>
                  <a:lnTo>
                    <a:pt x="7282840" y="5273255"/>
                  </a:lnTo>
                  <a:lnTo>
                    <a:pt x="7282840" y="5259552"/>
                  </a:lnTo>
                  <a:close/>
                </a:path>
                <a:path w="7308850" h="5285740">
                  <a:moveTo>
                    <a:pt x="7282840" y="12192"/>
                  </a:moveTo>
                  <a:lnTo>
                    <a:pt x="7282840" y="5273255"/>
                  </a:lnTo>
                  <a:lnTo>
                    <a:pt x="7295019" y="5259552"/>
                  </a:lnTo>
                  <a:lnTo>
                    <a:pt x="7308723" y="5259552"/>
                  </a:lnTo>
                  <a:lnTo>
                    <a:pt x="7308723" y="25895"/>
                  </a:lnTo>
                  <a:lnTo>
                    <a:pt x="7295019" y="25895"/>
                  </a:lnTo>
                  <a:lnTo>
                    <a:pt x="7282840" y="12192"/>
                  </a:lnTo>
                  <a:close/>
                </a:path>
                <a:path w="7308850" h="5285740">
                  <a:moveTo>
                    <a:pt x="7308723" y="5259552"/>
                  </a:moveTo>
                  <a:lnTo>
                    <a:pt x="7295019" y="5259552"/>
                  </a:lnTo>
                  <a:lnTo>
                    <a:pt x="7282840" y="5273255"/>
                  </a:lnTo>
                  <a:lnTo>
                    <a:pt x="7308723" y="5273255"/>
                  </a:lnTo>
                  <a:lnTo>
                    <a:pt x="7308723" y="5259552"/>
                  </a:lnTo>
                  <a:close/>
                </a:path>
                <a:path w="7308850" h="5285740">
                  <a:moveTo>
                    <a:pt x="24358" y="12192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2192"/>
                  </a:lnTo>
                  <a:close/>
                </a:path>
                <a:path w="7308850" h="5285740">
                  <a:moveTo>
                    <a:pt x="7282840" y="12192"/>
                  </a:moveTo>
                  <a:lnTo>
                    <a:pt x="24358" y="12192"/>
                  </a:lnTo>
                  <a:lnTo>
                    <a:pt x="24358" y="25895"/>
                  </a:lnTo>
                  <a:lnTo>
                    <a:pt x="7282840" y="25895"/>
                  </a:lnTo>
                  <a:lnTo>
                    <a:pt x="7282840" y="12192"/>
                  </a:lnTo>
                  <a:close/>
                </a:path>
                <a:path w="7308850" h="5285740">
                  <a:moveTo>
                    <a:pt x="7308723" y="12192"/>
                  </a:moveTo>
                  <a:lnTo>
                    <a:pt x="7282840" y="12192"/>
                  </a:lnTo>
                  <a:lnTo>
                    <a:pt x="7295019" y="25895"/>
                  </a:lnTo>
                  <a:lnTo>
                    <a:pt x="7308723" y="25895"/>
                  </a:lnTo>
                  <a:lnTo>
                    <a:pt x="7308723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70"/>
              <a:t> </a:t>
            </a:r>
            <a:r>
              <a:rPr dirty="0" spc="-2600"/>
              <a:t>코드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731086" y="1874348"/>
            <a:ext cx="4620895" cy="4960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Trebuchet MS"/>
                <a:cs typeface="Trebuchet MS"/>
              </a:rPr>
              <a:t>void </a:t>
            </a:r>
            <a:r>
              <a:rPr dirty="0" sz="1200" spc="-10">
                <a:latin typeface="Trebuchet MS"/>
                <a:cs typeface="Trebuchet MS"/>
              </a:rPr>
              <a:t>print_array(int</a:t>
            </a:r>
            <a:r>
              <a:rPr dirty="0" sz="1200" spc="-2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codes[],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int</a:t>
            </a:r>
            <a:r>
              <a:rPr dirty="0" sz="1200" spc="-10">
                <a:latin typeface="Trebuchet MS"/>
                <a:cs typeface="Trebuchet MS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n)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200">
                <a:latin typeface="Trebuchet MS"/>
                <a:cs typeface="Trebuchet MS"/>
              </a:rPr>
              <a:t>for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(int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</a:t>
            </a:r>
            <a:r>
              <a:rPr dirty="0" sz="1200" spc="-1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 0;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 &lt;</a:t>
            </a:r>
            <a:r>
              <a:rPr dirty="0" sz="1200" spc="-1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n;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i++)</a:t>
            </a:r>
            <a:endParaRPr sz="12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200">
                <a:latin typeface="Trebuchet MS"/>
                <a:cs typeface="Trebuchet MS"/>
              </a:rPr>
              <a:t>printf("%d",</a:t>
            </a:r>
            <a:r>
              <a:rPr dirty="0" sz="1200" spc="-7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codes[i]);</a:t>
            </a:r>
            <a:endParaRPr sz="12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200" spc="-10">
                <a:latin typeface="Trebuchet MS"/>
                <a:cs typeface="Trebuchet MS"/>
              </a:rPr>
              <a:t>printf("\n");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>
                <a:latin typeface="Trebuchet MS"/>
                <a:cs typeface="Trebuchet MS"/>
              </a:rPr>
              <a:t>void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print_codes(TreeNode*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root, int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codes[],</a:t>
            </a:r>
            <a:r>
              <a:rPr dirty="0" sz="1200" spc="-1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int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top)</a:t>
            </a:r>
            <a:endParaRPr sz="12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200" spc="-50"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rebuchet MS"/>
              <a:cs typeface="Trebuchet MS"/>
            </a:endParaRPr>
          </a:p>
          <a:p>
            <a:pPr marL="925830" marR="1580515">
              <a:lnSpc>
                <a:spcPts val="1430"/>
              </a:lnSpc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1</a:t>
            </a:r>
            <a:r>
              <a:rPr dirty="0" sz="1200">
                <a:latin typeface="Gulim"/>
                <a:cs typeface="Gulim"/>
              </a:rPr>
              <a:t>을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저장하고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순환호출한다</a:t>
            </a:r>
            <a:r>
              <a:rPr dirty="0" sz="1200" spc="-10">
                <a:latin typeface="Trebuchet MS"/>
                <a:cs typeface="Trebuchet MS"/>
              </a:rPr>
              <a:t>. </a:t>
            </a:r>
            <a:r>
              <a:rPr dirty="0" sz="1200">
                <a:latin typeface="Trebuchet MS"/>
                <a:cs typeface="Trebuchet MS"/>
              </a:rPr>
              <a:t>if</a:t>
            </a:r>
            <a:r>
              <a:rPr dirty="0" sz="1200" spc="10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(root-</a:t>
            </a:r>
            <a:r>
              <a:rPr dirty="0" sz="1200">
                <a:latin typeface="Trebuchet MS"/>
                <a:cs typeface="Trebuchet MS"/>
              </a:rPr>
              <a:t>&gt;left)</a:t>
            </a:r>
            <a:r>
              <a:rPr dirty="0" sz="1200" spc="-25">
                <a:latin typeface="Trebuchet MS"/>
                <a:cs typeface="Trebuchet MS"/>
              </a:rPr>
              <a:t> </a:t>
            </a:r>
            <a:r>
              <a:rPr dirty="0" sz="1200" spc="-50"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1838960">
              <a:lnSpc>
                <a:spcPts val="1390"/>
              </a:lnSpc>
            </a:pPr>
            <a:r>
              <a:rPr dirty="0" sz="1200">
                <a:latin typeface="Trebuchet MS"/>
                <a:cs typeface="Trebuchet MS"/>
              </a:rPr>
              <a:t>codes[top]</a:t>
            </a:r>
            <a:r>
              <a:rPr dirty="0" sz="1200" spc="-5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1;</a:t>
            </a:r>
            <a:endParaRPr sz="12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200" spc="-10">
                <a:latin typeface="Trebuchet MS"/>
                <a:cs typeface="Trebuchet MS"/>
              </a:rPr>
              <a:t>print_codes(root-</a:t>
            </a:r>
            <a:r>
              <a:rPr dirty="0" sz="1200">
                <a:latin typeface="Trebuchet MS"/>
                <a:cs typeface="Trebuchet MS"/>
              </a:rPr>
              <a:t>&gt;left,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codes,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top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+</a:t>
            </a:r>
            <a:r>
              <a:rPr dirty="0" sz="1200" spc="15">
                <a:latin typeface="Trebuchet MS"/>
                <a:cs typeface="Trebuchet MS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1);</a:t>
            </a:r>
            <a:endParaRPr sz="12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200" spc="-50"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rebuchet MS"/>
              <a:cs typeface="Trebuchet MS"/>
            </a:endParaRPr>
          </a:p>
          <a:p>
            <a:pPr marL="925830" marR="1580515">
              <a:lnSpc>
                <a:spcPts val="1430"/>
              </a:lnSpc>
              <a:spcBef>
                <a:spcPts val="5"/>
              </a:spcBef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4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0</a:t>
            </a:r>
            <a:r>
              <a:rPr dirty="0" sz="1200">
                <a:latin typeface="Gulim"/>
                <a:cs typeface="Gulim"/>
              </a:rPr>
              <a:t>을</a:t>
            </a:r>
            <a:r>
              <a:rPr dirty="0" sz="1200" spc="-5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저장하고</a:t>
            </a:r>
            <a:r>
              <a:rPr dirty="0" sz="1200" spc="-65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순환호출한다</a:t>
            </a:r>
            <a:r>
              <a:rPr dirty="0" sz="1200" spc="-10">
                <a:latin typeface="Trebuchet MS"/>
                <a:cs typeface="Trebuchet MS"/>
              </a:rPr>
              <a:t>. </a:t>
            </a:r>
            <a:r>
              <a:rPr dirty="0" sz="1200">
                <a:latin typeface="Trebuchet MS"/>
                <a:cs typeface="Trebuchet MS"/>
              </a:rPr>
              <a:t>if</a:t>
            </a:r>
            <a:r>
              <a:rPr dirty="0" sz="1200" spc="5">
                <a:latin typeface="Trebuchet MS"/>
                <a:cs typeface="Trebuchet MS"/>
              </a:rPr>
              <a:t> </a:t>
            </a:r>
            <a:r>
              <a:rPr dirty="0" sz="1200" spc="-10">
                <a:latin typeface="Trebuchet MS"/>
                <a:cs typeface="Trebuchet MS"/>
              </a:rPr>
              <a:t>(root-</a:t>
            </a:r>
            <a:r>
              <a:rPr dirty="0" sz="1200">
                <a:latin typeface="Trebuchet MS"/>
                <a:cs typeface="Trebuchet MS"/>
              </a:rPr>
              <a:t>&gt;right)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 spc="-50">
                <a:latin typeface="Trebuchet MS"/>
                <a:cs typeface="Trebuchet MS"/>
              </a:rPr>
              <a:t>{</a:t>
            </a:r>
            <a:endParaRPr sz="1200">
              <a:latin typeface="Trebuchet MS"/>
              <a:cs typeface="Trebuchet MS"/>
            </a:endParaRPr>
          </a:p>
          <a:p>
            <a:pPr marL="1838960">
              <a:lnSpc>
                <a:spcPts val="1390"/>
              </a:lnSpc>
            </a:pPr>
            <a:r>
              <a:rPr dirty="0" sz="1200">
                <a:latin typeface="Trebuchet MS"/>
                <a:cs typeface="Trebuchet MS"/>
              </a:rPr>
              <a:t>codes[top]</a:t>
            </a:r>
            <a:r>
              <a:rPr dirty="0" sz="1200" spc="-5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=</a:t>
            </a:r>
            <a:r>
              <a:rPr dirty="0" sz="1200" spc="-15">
                <a:latin typeface="Trebuchet MS"/>
                <a:cs typeface="Trebuchet MS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0;</a:t>
            </a:r>
            <a:endParaRPr sz="12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200" spc="-10">
                <a:latin typeface="Trebuchet MS"/>
                <a:cs typeface="Trebuchet MS"/>
              </a:rPr>
              <a:t>print_codes(root-</a:t>
            </a:r>
            <a:r>
              <a:rPr dirty="0" sz="1200">
                <a:latin typeface="Trebuchet MS"/>
                <a:cs typeface="Trebuchet MS"/>
              </a:rPr>
              <a:t>&gt;right,</a:t>
            </a:r>
            <a:r>
              <a:rPr dirty="0" sz="1200" spc="-4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codes,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top</a:t>
            </a:r>
            <a:r>
              <a:rPr dirty="0" sz="1200" spc="-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+</a:t>
            </a:r>
            <a:r>
              <a:rPr dirty="0" sz="1200" spc="10">
                <a:latin typeface="Trebuchet MS"/>
                <a:cs typeface="Trebuchet MS"/>
              </a:rPr>
              <a:t> </a:t>
            </a:r>
            <a:r>
              <a:rPr dirty="0" sz="1200" spc="-25">
                <a:latin typeface="Trebuchet MS"/>
                <a:cs typeface="Trebuchet MS"/>
              </a:rPr>
              <a:t>1);</a:t>
            </a:r>
            <a:endParaRPr sz="12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200" spc="-50"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endParaRPr sz="1200">
              <a:latin typeface="Trebuchet MS"/>
              <a:cs typeface="Trebuchet MS"/>
            </a:endParaRPr>
          </a:p>
          <a:p>
            <a:pPr marL="925830" marR="1355090">
              <a:lnSpc>
                <a:spcPts val="1430"/>
              </a:lnSpc>
            </a:pPr>
            <a:r>
              <a:rPr dirty="0" sz="1200">
                <a:latin typeface="Trebuchet MS"/>
                <a:cs typeface="Trebuchet MS"/>
              </a:rPr>
              <a:t>//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 spc="-10">
                <a:latin typeface="Gulim"/>
                <a:cs typeface="Gulim"/>
              </a:rPr>
              <a:t>단말노드이면</a:t>
            </a:r>
            <a:r>
              <a:rPr dirty="0" sz="1200" spc="-5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코드를</a:t>
            </a:r>
            <a:r>
              <a:rPr dirty="0" sz="1200" spc="-60">
                <a:latin typeface="Gulim"/>
                <a:cs typeface="Gulim"/>
              </a:rPr>
              <a:t> </a:t>
            </a:r>
            <a:r>
              <a:rPr dirty="0" sz="1200" spc="-10">
                <a:latin typeface="Gulim"/>
                <a:cs typeface="Gulim"/>
              </a:rPr>
              <a:t>출력한다</a:t>
            </a:r>
            <a:r>
              <a:rPr dirty="0" sz="1200" spc="-10">
                <a:latin typeface="Trebuchet MS"/>
                <a:cs typeface="Trebuchet MS"/>
              </a:rPr>
              <a:t>. </a:t>
            </a:r>
            <a:r>
              <a:rPr dirty="0" sz="1200">
                <a:latin typeface="Trebuchet MS"/>
                <a:cs typeface="Trebuchet MS"/>
              </a:rPr>
              <a:t>if</a:t>
            </a:r>
            <a:r>
              <a:rPr dirty="0" sz="1200" spc="-30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(is_leaf(root))</a:t>
            </a:r>
            <a:r>
              <a:rPr dirty="0" sz="1200" spc="-50">
                <a:latin typeface="Trebuchet MS"/>
                <a:cs typeface="Trebuchet MS"/>
              </a:rPr>
              <a:t> {</a:t>
            </a:r>
            <a:endParaRPr sz="1200">
              <a:latin typeface="Trebuchet MS"/>
              <a:cs typeface="Trebuchet MS"/>
            </a:endParaRPr>
          </a:p>
          <a:p>
            <a:pPr marL="1838960">
              <a:lnSpc>
                <a:spcPts val="1390"/>
              </a:lnSpc>
            </a:pPr>
            <a:r>
              <a:rPr dirty="0" sz="1200">
                <a:latin typeface="Trebuchet MS"/>
                <a:cs typeface="Trebuchet MS"/>
              </a:rPr>
              <a:t>printf("%c:</a:t>
            </a:r>
            <a:r>
              <a:rPr dirty="0" sz="1200" spc="-35">
                <a:latin typeface="Trebuchet MS"/>
                <a:cs typeface="Trebuchet MS"/>
              </a:rPr>
              <a:t> </a:t>
            </a:r>
            <a:r>
              <a:rPr dirty="0" sz="1200">
                <a:latin typeface="Trebuchet MS"/>
                <a:cs typeface="Trebuchet MS"/>
              </a:rPr>
              <a:t>", </a:t>
            </a:r>
            <a:r>
              <a:rPr dirty="0" sz="1200" spc="-10">
                <a:latin typeface="Trebuchet MS"/>
                <a:cs typeface="Trebuchet MS"/>
              </a:rPr>
              <a:t>root-</a:t>
            </a:r>
            <a:r>
              <a:rPr dirty="0" sz="1200" spc="-20">
                <a:latin typeface="Trebuchet MS"/>
                <a:cs typeface="Trebuchet MS"/>
              </a:rPr>
              <a:t>&gt;ch);</a:t>
            </a:r>
            <a:endParaRPr sz="12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200" spc="-10">
                <a:latin typeface="Trebuchet MS"/>
                <a:cs typeface="Trebuchet MS"/>
              </a:rPr>
              <a:t>print_array(codes,</a:t>
            </a:r>
            <a:r>
              <a:rPr dirty="0" sz="1200" spc="45">
                <a:latin typeface="Trebuchet MS"/>
                <a:cs typeface="Trebuchet MS"/>
              </a:rPr>
              <a:t> </a:t>
            </a:r>
            <a:r>
              <a:rPr dirty="0" sz="1200" spc="-20">
                <a:latin typeface="Trebuchet MS"/>
                <a:cs typeface="Trebuchet MS"/>
              </a:rPr>
              <a:t>top);</a:t>
            </a:r>
            <a:endParaRPr sz="12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200" spc="-50"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31086" y="6809450"/>
            <a:ext cx="8191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latin typeface="Trebuchet MS"/>
                <a:cs typeface="Trebuchet MS"/>
              </a:rPr>
              <a:t>}</a:t>
            </a:r>
            <a:endParaRPr sz="12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70"/>
              <a:t> </a:t>
            </a:r>
            <a:r>
              <a:rPr dirty="0" spc="-2600"/>
              <a:t>코드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95412" y="2010600"/>
            <a:ext cx="7308850" cy="4210685"/>
            <a:chOff x="1595412" y="2010600"/>
            <a:chExt cx="7308850" cy="4210685"/>
          </a:xfrm>
        </p:grpSpPr>
        <p:sp>
          <p:nvSpPr>
            <p:cNvPr id="5" name="object 5"/>
            <p:cNvSpPr/>
            <p:nvPr/>
          </p:nvSpPr>
          <p:spPr>
            <a:xfrm>
              <a:off x="1607591" y="2024303"/>
              <a:ext cx="7284720" cy="4182745"/>
            </a:xfrm>
            <a:custGeom>
              <a:avLst/>
              <a:gdLst/>
              <a:ahLst/>
              <a:cxnLst/>
              <a:rect l="l" t="t" r="r" b="b"/>
              <a:pathLst>
                <a:path w="7284720" h="4182745">
                  <a:moveTo>
                    <a:pt x="7284377" y="0"/>
                  </a:moveTo>
                  <a:lnTo>
                    <a:pt x="0" y="0"/>
                  </a:lnTo>
                  <a:lnTo>
                    <a:pt x="0" y="4182656"/>
                  </a:lnTo>
                  <a:lnTo>
                    <a:pt x="7284377" y="4182656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5412" y="2010600"/>
              <a:ext cx="7308850" cy="4210685"/>
            </a:xfrm>
            <a:custGeom>
              <a:avLst/>
              <a:gdLst/>
              <a:ahLst/>
              <a:cxnLst/>
              <a:rect l="l" t="t" r="r" b="b"/>
              <a:pathLst>
                <a:path w="7308850" h="4210685">
                  <a:moveTo>
                    <a:pt x="7308723" y="0"/>
                  </a:moveTo>
                  <a:lnTo>
                    <a:pt x="0" y="0"/>
                  </a:lnTo>
                  <a:lnTo>
                    <a:pt x="0" y="4210075"/>
                  </a:lnTo>
                  <a:lnTo>
                    <a:pt x="7308723" y="4210075"/>
                  </a:lnTo>
                  <a:lnTo>
                    <a:pt x="7308723" y="4196359"/>
                  </a:lnTo>
                  <a:lnTo>
                    <a:pt x="25869" y="4196359"/>
                  </a:lnTo>
                  <a:lnTo>
                    <a:pt x="12179" y="4184180"/>
                  </a:lnTo>
                  <a:lnTo>
                    <a:pt x="25869" y="4184180"/>
                  </a:lnTo>
                  <a:lnTo>
                    <a:pt x="25869" y="25895"/>
                  </a:lnTo>
                  <a:lnTo>
                    <a:pt x="12179" y="25895"/>
                  </a:lnTo>
                  <a:lnTo>
                    <a:pt x="25869" y="13703"/>
                  </a:lnTo>
                  <a:lnTo>
                    <a:pt x="7308723" y="13703"/>
                  </a:lnTo>
                  <a:lnTo>
                    <a:pt x="7308723" y="0"/>
                  </a:lnTo>
                  <a:close/>
                </a:path>
                <a:path w="7308850" h="4210685">
                  <a:moveTo>
                    <a:pt x="25869" y="4184180"/>
                  </a:moveTo>
                  <a:lnTo>
                    <a:pt x="12179" y="4184180"/>
                  </a:lnTo>
                  <a:lnTo>
                    <a:pt x="25869" y="4196359"/>
                  </a:lnTo>
                  <a:lnTo>
                    <a:pt x="25869" y="4184180"/>
                  </a:lnTo>
                  <a:close/>
                </a:path>
                <a:path w="7308850" h="4210685">
                  <a:moveTo>
                    <a:pt x="7282840" y="4184180"/>
                  </a:moveTo>
                  <a:lnTo>
                    <a:pt x="25869" y="4184180"/>
                  </a:lnTo>
                  <a:lnTo>
                    <a:pt x="25869" y="4196359"/>
                  </a:lnTo>
                  <a:lnTo>
                    <a:pt x="7282840" y="4196359"/>
                  </a:lnTo>
                  <a:lnTo>
                    <a:pt x="7282840" y="4184180"/>
                  </a:lnTo>
                  <a:close/>
                </a:path>
                <a:path w="7308850" h="4210685">
                  <a:moveTo>
                    <a:pt x="7282840" y="13703"/>
                  </a:moveTo>
                  <a:lnTo>
                    <a:pt x="7282840" y="4196359"/>
                  </a:lnTo>
                  <a:lnTo>
                    <a:pt x="7296543" y="4184180"/>
                  </a:lnTo>
                  <a:lnTo>
                    <a:pt x="7308723" y="4184180"/>
                  </a:lnTo>
                  <a:lnTo>
                    <a:pt x="7308723" y="25895"/>
                  </a:lnTo>
                  <a:lnTo>
                    <a:pt x="7296543" y="25895"/>
                  </a:lnTo>
                  <a:lnTo>
                    <a:pt x="7282840" y="13703"/>
                  </a:lnTo>
                  <a:close/>
                </a:path>
                <a:path w="7308850" h="4210685">
                  <a:moveTo>
                    <a:pt x="7308723" y="4184180"/>
                  </a:moveTo>
                  <a:lnTo>
                    <a:pt x="7296543" y="4184180"/>
                  </a:lnTo>
                  <a:lnTo>
                    <a:pt x="7282840" y="4196359"/>
                  </a:lnTo>
                  <a:lnTo>
                    <a:pt x="7308723" y="4196359"/>
                  </a:lnTo>
                  <a:lnTo>
                    <a:pt x="7308723" y="4184180"/>
                  </a:lnTo>
                  <a:close/>
                </a:path>
                <a:path w="7308850" h="4210685">
                  <a:moveTo>
                    <a:pt x="25869" y="13703"/>
                  </a:moveTo>
                  <a:lnTo>
                    <a:pt x="12179" y="25895"/>
                  </a:lnTo>
                  <a:lnTo>
                    <a:pt x="25869" y="25895"/>
                  </a:lnTo>
                  <a:lnTo>
                    <a:pt x="25869" y="13703"/>
                  </a:lnTo>
                  <a:close/>
                </a:path>
                <a:path w="7308850" h="4210685">
                  <a:moveTo>
                    <a:pt x="7282840" y="13703"/>
                  </a:moveTo>
                  <a:lnTo>
                    <a:pt x="25869" y="13703"/>
                  </a:lnTo>
                  <a:lnTo>
                    <a:pt x="25869" y="25895"/>
                  </a:lnTo>
                  <a:lnTo>
                    <a:pt x="7282840" y="25895"/>
                  </a:lnTo>
                  <a:lnTo>
                    <a:pt x="7282840" y="13703"/>
                  </a:lnTo>
                  <a:close/>
                </a:path>
                <a:path w="7308850" h="4210685">
                  <a:moveTo>
                    <a:pt x="7308723" y="13703"/>
                  </a:moveTo>
                  <a:lnTo>
                    <a:pt x="7282840" y="13703"/>
                  </a:lnTo>
                  <a:lnTo>
                    <a:pt x="7296543" y="25895"/>
                  </a:lnTo>
                  <a:lnTo>
                    <a:pt x="7308723" y="25895"/>
                  </a:lnTo>
                  <a:lnTo>
                    <a:pt x="7308723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86128" y="2053191"/>
            <a:ext cx="4426585" cy="407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67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허프만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코드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생성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함수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64"/>
              </a:lnSpc>
            </a:pPr>
            <a:r>
              <a:rPr dirty="0" sz="1400">
                <a:latin typeface="Trebuchet MS"/>
                <a:cs typeface="Trebuchet MS"/>
              </a:rPr>
              <a:t>void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huffman_tree(int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freq[],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char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ch_list[],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n)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35">
                <a:latin typeface="Trebuchet MS"/>
                <a:cs typeface="Trebuchet MS"/>
              </a:rPr>
              <a:t>i;</a:t>
            </a:r>
            <a:endParaRPr sz="1400">
              <a:latin typeface="Trebuchet MS"/>
              <a:cs typeface="Trebuchet MS"/>
            </a:endParaRPr>
          </a:p>
          <a:p>
            <a:pPr marL="925830" marR="187706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TreeNode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*node,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*x; </a:t>
            </a:r>
            <a:r>
              <a:rPr dirty="0" sz="1400">
                <a:latin typeface="Trebuchet MS"/>
                <a:cs typeface="Trebuchet MS"/>
              </a:rPr>
              <a:t>HeapType*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heap; </a:t>
            </a:r>
            <a:r>
              <a:rPr dirty="0" sz="1400">
                <a:latin typeface="Trebuchet MS"/>
                <a:cs typeface="Trebuchet MS"/>
              </a:rPr>
              <a:t>element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e,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e1,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e2; </a:t>
            </a: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codes[100];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5"/>
              </a:lnSpc>
            </a:pPr>
            <a:r>
              <a:rPr dirty="0" sz="1400">
                <a:latin typeface="Trebuchet MS"/>
                <a:cs typeface="Trebuchet MS"/>
              </a:rPr>
              <a:t>int</a:t>
            </a:r>
            <a:r>
              <a:rPr dirty="0" sz="1400" spc="-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top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25">
                <a:latin typeface="Trebuchet MS"/>
                <a:cs typeface="Trebuchet MS"/>
              </a:rPr>
              <a:t>0;</a:t>
            </a:r>
            <a:endParaRPr sz="1400">
              <a:latin typeface="Trebuchet MS"/>
              <a:cs typeface="Trebuchet MS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1400">
              <a:latin typeface="Trebuchet MS"/>
              <a:cs typeface="Trebuchet MS"/>
            </a:endParaRPr>
          </a:p>
          <a:p>
            <a:pPr marL="925830" marR="2195195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heap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create(); init(heap);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80"/>
              </a:lnSpc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0;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i&lt;n; i++)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 marR="5080">
              <a:lnSpc>
                <a:spcPct val="100000"/>
              </a:lnSpc>
            </a:pPr>
            <a:r>
              <a:rPr dirty="0" sz="1400">
                <a:latin typeface="Trebuchet MS"/>
                <a:cs typeface="Trebuchet MS"/>
              </a:rPr>
              <a:t>node</a:t>
            </a:r>
            <a:r>
              <a:rPr dirty="0" sz="1400" spc="-5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4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make_tree(NULL,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NULL); </a:t>
            </a:r>
            <a:r>
              <a:rPr dirty="0" sz="1400">
                <a:latin typeface="Trebuchet MS"/>
                <a:cs typeface="Trebuchet MS"/>
              </a:rPr>
              <a:t>e.ch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node-</a:t>
            </a:r>
            <a:r>
              <a:rPr dirty="0" sz="1400">
                <a:latin typeface="Trebuchet MS"/>
                <a:cs typeface="Trebuchet MS"/>
              </a:rPr>
              <a:t>&gt;ch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ch_list[i]; </a:t>
            </a:r>
            <a:r>
              <a:rPr dirty="0" sz="1400">
                <a:latin typeface="Trebuchet MS"/>
                <a:cs typeface="Trebuchet MS"/>
              </a:rPr>
              <a:t>e.key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node-</a:t>
            </a:r>
            <a:r>
              <a:rPr dirty="0" sz="1400">
                <a:latin typeface="Trebuchet MS"/>
                <a:cs typeface="Trebuchet MS"/>
              </a:rPr>
              <a:t>&gt;weight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freq[i]; </a:t>
            </a:r>
            <a:r>
              <a:rPr dirty="0" sz="1400">
                <a:latin typeface="Trebuchet MS"/>
                <a:cs typeface="Trebuchet MS"/>
              </a:rPr>
              <a:t>e.ptree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node; </a:t>
            </a:r>
            <a:r>
              <a:rPr dirty="0" sz="1400" spc="-10">
                <a:latin typeface="Trebuchet MS"/>
                <a:cs typeface="Trebuchet MS"/>
              </a:rPr>
              <a:t>insert_min_heap(heap,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e);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ts val="1675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1939"/>
              <a:t>허프만</a:t>
            </a:r>
            <a:r>
              <a:rPr dirty="0" spc="-270"/>
              <a:t> </a:t>
            </a:r>
            <a:r>
              <a:rPr dirty="0" spc="-2600"/>
              <a:t>코드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95412" y="2010600"/>
            <a:ext cx="7308850" cy="3564254"/>
            <a:chOff x="1595412" y="2010600"/>
            <a:chExt cx="7308850" cy="3564254"/>
          </a:xfrm>
        </p:grpSpPr>
        <p:sp>
          <p:nvSpPr>
            <p:cNvPr id="5" name="object 5"/>
            <p:cNvSpPr/>
            <p:nvPr/>
          </p:nvSpPr>
          <p:spPr>
            <a:xfrm>
              <a:off x="1607591" y="2024316"/>
              <a:ext cx="7284720" cy="3536950"/>
            </a:xfrm>
            <a:custGeom>
              <a:avLst/>
              <a:gdLst/>
              <a:ahLst/>
              <a:cxnLst/>
              <a:rect l="l" t="t" r="r" b="b"/>
              <a:pathLst>
                <a:path w="7284720" h="3536950">
                  <a:moveTo>
                    <a:pt x="7284377" y="0"/>
                  </a:moveTo>
                  <a:lnTo>
                    <a:pt x="0" y="0"/>
                  </a:lnTo>
                  <a:lnTo>
                    <a:pt x="0" y="3536823"/>
                  </a:lnTo>
                  <a:lnTo>
                    <a:pt x="7284377" y="3536823"/>
                  </a:lnTo>
                  <a:lnTo>
                    <a:pt x="7284377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595412" y="2010600"/>
              <a:ext cx="7308850" cy="3564254"/>
            </a:xfrm>
            <a:custGeom>
              <a:avLst/>
              <a:gdLst/>
              <a:ahLst/>
              <a:cxnLst/>
              <a:rect l="l" t="t" r="r" b="b"/>
              <a:pathLst>
                <a:path w="7308850" h="3564254">
                  <a:moveTo>
                    <a:pt x="7308723" y="0"/>
                  </a:moveTo>
                  <a:lnTo>
                    <a:pt x="0" y="0"/>
                  </a:lnTo>
                  <a:lnTo>
                    <a:pt x="0" y="3564242"/>
                  </a:lnTo>
                  <a:lnTo>
                    <a:pt x="7308723" y="3564242"/>
                  </a:lnTo>
                  <a:lnTo>
                    <a:pt x="7308723" y="3550539"/>
                  </a:lnTo>
                  <a:lnTo>
                    <a:pt x="25869" y="3550539"/>
                  </a:lnTo>
                  <a:lnTo>
                    <a:pt x="12179" y="3538347"/>
                  </a:lnTo>
                  <a:lnTo>
                    <a:pt x="25869" y="3538347"/>
                  </a:lnTo>
                  <a:lnTo>
                    <a:pt x="25869" y="25895"/>
                  </a:lnTo>
                  <a:lnTo>
                    <a:pt x="12179" y="25895"/>
                  </a:lnTo>
                  <a:lnTo>
                    <a:pt x="25869" y="13703"/>
                  </a:lnTo>
                  <a:lnTo>
                    <a:pt x="7308723" y="13703"/>
                  </a:lnTo>
                  <a:lnTo>
                    <a:pt x="7308723" y="0"/>
                  </a:lnTo>
                  <a:close/>
                </a:path>
                <a:path w="7308850" h="3564254">
                  <a:moveTo>
                    <a:pt x="25869" y="3538347"/>
                  </a:moveTo>
                  <a:lnTo>
                    <a:pt x="12179" y="3538347"/>
                  </a:lnTo>
                  <a:lnTo>
                    <a:pt x="25869" y="3550539"/>
                  </a:lnTo>
                  <a:lnTo>
                    <a:pt x="25869" y="3538347"/>
                  </a:lnTo>
                  <a:close/>
                </a:path>
                <a:path w="7308850" h="3564254">
                  <a:moveTo>
                    <a:pt x="7282840" y="3538347"/>
                  </a:moveTo>
                  <a:lnTo>
                    <a:pt x="25869" y="3538347"/>
                  </a:lnTo>
                  <a:lnTo>
                    <a:pt x="25869" y="3550539"/>
                  </a:lnTo>
                  <a:lnTo>
                    <a:pt x="7282840" y="3550539"/>
                  </a:lnTo>
                  <a:lnTo>
                    <a:pt x="7282840" y="3538347"/>
                  </a:lnTo>
                  <a:close/>
                </a:path>
                <a:path w="7308850" h="3564254">
                  <a:moveTo>
                    <a:pt x="7282840" y="13703"/>
                  </a:moveTo>
                  <a:lnTo>
                    <a:pt x="7282840" y="3550539"/>
                  </a:lnTo>
                  <a:lnTo>
                    <a:pt x="7296543" y="3538347"/>
                  </a:lnTo>
                  <a:lnTo>
                    <a:pt x="7308723" y="3538347"/>
                  </a:lnTo>
                  <a:lnTo>
                    <a:pt x="7308723" y="25895"/>
                  </a:lnTo>
                  <a:lnTo>
                    <a:pt x="7296543" y="25895"/>
                  </a:lnTo>
                  <a:lnTo>
                    <a:pt x="7282840" y="13703"/>
                  </a:lnTo>
                  <a:close/>
                </a:path>
                <a:path w="7308850" h="3564254">
                  <a:moveTo>
                    <a:pt x="7308723" y="3538347"/>
                  </a:moveTo>
                  <a:lnTo>
                    <a:pt x="7296543" y="3538347"/>
                  </a:lnTo>
                  <a:lnTo>
                    <a:pt x="7282840" y="3550539"/>
                  </a:lnTo>
                  <a:lnTo>
                    <a:pt x="7308723" y="3550539"/>
                  </a:lnTo>
                  <a:lnTo>
                    <a:pt x="7308723" y="3538347"/>
                  </a:lnTo>
                  <a:close/>
                </a:path>
                <a:path w="7308850" h="3564254">
                  <a:moveTo>
                    <a:pt x="25869" y="13703"/>
                  </a:moveTo>
                  <a:lnTo>
                    <a:pt x="12179" y="25895"/>
                  </a:lnTo>
                  <a:lnTo>
                    <a:pt x="25869" y="25895"/>
                  </a:lnTo>
                  <a:lnTo>
                    <a:pt x="25869" y="13703"/>
                  </a:lnTo>
                  <a:close/>
                </a:path>
                <a:path w="7308850" h="3564254">
                  <a:moveTo>
                    <a:pt x="7282840" y="13703"/>
                  </a:moveTo>
                  <a:lnTo>
                    <a:pt x="25869" y="13703"/>
                  </a:lnTo>
                  <a:lnTo>
                    <a:pt x="25869" y="25895"/>
                  </a:lnTo>
                  <a:lnTo>
                    <a:pt x="7282840" y="25895"/>
                  </a:lnTo>
                  <a:lnTo>
                    <a:pt x="7282840" y="13703"/>
                  </a:lnTo>
                  <a:close/>
                </a:path>
                <a:path w="7308850" h="3564254">
                  <a:moveTo>
                    <a:pt x="7308723" y="13703"/>
                  </a:moveTo>
                  <a:lnTo>
                    <a:pt x="7282840" y="13703"/>
                  </a:lnTo>
                  <a:lnTo>
                    <a:pt x="7296543" y="25895"/>
                  </a:lnTo>
                  <a:lnTo>
                    <a:pt x="7308723" y="25895"/>
                  </a:lnTo>
                  <a:lnTo>
                    <a:pt x="7308723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686128" y="2050143"/>
            <a:ext cx="5544185" cy="34385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92583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latin typeface="Trebuchet MS"/>
                <a:cs typeface="Trebuchet MS"/>
              </a:rPr>
              <a:t>for</a:t>
            </a:r>
            <a:r>
              <a:rPr dirty="0" sz="1400" spc="-2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(i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1;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i&lt;n; i++)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50">
                <a:latin typeface="Trebuchet MS"/>
                <a:cs typeface="Trebuchet MS"/>
              </a:rPr>
              <a:t>{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70"/>
              </a:lnSpc>
              <a:spcBef>
                <a:spcPts val="25"/>
              </a:spcBef>
            </a:pP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최소값을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가지는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두개의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50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삭제</a:t>
            </a:r>
            <a:endParaRPr sz="1400">
              <a:latin typeface="Gulim"/>
              <a:cs typeface="Gulim"/>
            </a:endParaRPr>
          </a:p>
          <a:p>
            <a:pPr marL="1838960" marR="1341120">
              <a:lnSpc>
                <a:spcPts val="1680"/>
              </a:lnSpc>
              <a:spcBef>
                <a:spcPts val="45"/>
              </a:spcBef>
            </a:pPr>
            <a:r>
              <a:rPr dirty="0" sz="1400">
                <a:latin typeface="Trebuchet MS"/>
                <a:cs typeface="Trebuchet MS"/>
              </a:rPr>
              <a:t>e1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delete_min_heap(heap); </a:t>
            </a:r>
            <a:r>
              <a:rPr dirty="0" sz="1400">
                <a:latin typeface="Trebuchet MS"/>
                <a:cs typeface="Trebuchet MS"/>
              </a:rPr>
              <a:t>e2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</a:t>
            </a:r>
            <a:r>
              <a:rPr dirty="0" sz="1400" spc="-10">
                <a:latin typeface="Trebuchet MS"/>
                <a:cs typeface="Trebuchet MS"/>
              </a:rPr>
              <a:t>delete_min_heap(heap);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35"/>
              </a:lnSpc>
            </a:pPr>
            <a:r>
              <a:rPr dirty="0" sz="1400">
                <a:latin typeface="Trebuchet MS"/>
                <a:cs typeface="Trebuchet MS"/>
              </a:rPr>
              <a:t>//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Gulim"/>
                <a:cs typeface="Gulim"/>
              </a:rPr>
              <a:t>두개의</a:t>
            </a:r>
            <a:r>
              <a:rPr dirty="0" sz="1400" spc="-55">
                <a:latin typeface="Gulim"/>
                <a:cs typeface="Gulim"/>
              </a:rPr>
              <a:t> </a:t>
            </a:r>
            <a:r>
              <a:rPr dirty="0" sz="1400">
                <a:latin typeface="Gulim"/>
                <a:cs typeface="Gulim"/>
              </a:rPr>
              <a:t>노드를</a:t>
            </a:r>
            <a:r>
              <a:rPr dirty="0" sz="1400" spc="-65">
                <a:latin typeface="Gulim"/>
                <a:cs typeface="Gulim"/>
              </a:rPr>
              <a:t> </a:t>
            </a:r>
            <a:r>
              <a:rPr dirty="0" sz="1400" spc="-20">
                <a:latin typeface="Gulim"/>
                <a:cs typeface="Gulim"/>
              </a:rPr>
              <a:t>합친다</a:t>
            </a:r>
            <a:r>
              <a:rPr dirty="0" sz="1400" spc="-20">
                <a:latin typeface="Trebuchet MS"/>
                <a:cs typeface="Trebuchet MS"/>
              </a:rPr>
              <a:t>.</a:t>
            </a:r>
            <a:endParaRPr sz="1400">
              <a:latin typeface="Trebuchet MS"/>
              <a:cs typeface="Trebuchet MS"/>
            </a:endParaRPr>
          </a:p>
          <a:p>
            <a:pPr marL="1838960" marR="750570">
              <a:lnSpc>
                <a:spcPts val="1680"/>
              </a:lnSpc>
              <a:spcBef>
                <a:spcPts val="40"/>
              </a:spcBef>
            </a:pPr>
            <a:r>
              <a:rPr dirty="0" sz="1400">
                <a:latin typeface="Trebuchet MS"/>
                <a:cs typeface="Trebuchet MS"/>
              </a:rPr>
              <a:t>x</a:t>
            </a:r>
            <a:r>
              <a:rPr dirty="0" sz="1400" spc="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4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make_tree(e1.ptree,</a:t>
            </a:r>
            <a:r>
              <a:rPr dirty="0" sz="140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e2.ptree); </a:t>
            </a:r>
            <a:r>
              <a:rPr dirty="0" sz="1400">
                <a:latin typeface="Trebuchet MS"/>
                <a:cs typeface="Trebuchet MS"/>
              </a:rPr>
              <a:t>e.key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x-&gt;weight</a:t>
            </a:r>
            <a:r>
              <a:rPr dirty="0" sz="1400" spc="-4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 e1.key</a:t>
            </a:r>
            <a:r>
              <a:rPr dirty="0" sz="1400" spc="-3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+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e2.key; </a:t>
            </a:r>
            <a:r>
              <a:rPr dirty="0" sz="1400">
                <a:latin typeface="Trebuchet MS"/>
                <a:cs typeface="Trebuchet MS"/>
              </a:rPr>
              <a:t>e.ptree</a:t>
            </a:r>
            <a:r>
              <a:rPr dirty="0" sz="1400" spc="-3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-1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x;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ts val="1620"/>
              </a:lnSpc>
            </a:pPr>
            <a:r>
              <a:rPr dirty="0" sz="1400" spc="-10">
                <a:latin typeface="Trebuchet MS"/>
                <a:cs typeface="Trebuchet MS"/>
              </a:rPr>
              <a:t>printf("%d+%d-</a:t>
            </a:r>
            <a:r>
              <a:rPr dirty="0" sz="1400">
                <a:latin typeface="Trebuchet MS"/>
                <a:cs typeface="Trebuchet MS"/>
              </a:rPr>
              <a:t>&gt;%d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\n",</a:t>
            </a:r>
            <a:r>
              <a:rPr dirty="0" sz="1400" spc="-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e1.key,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e2.key,</a:t>
            </a:r>
            <a:r>
              <a:rPr dirty="0" sz="1400" spc="-20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e.key);</a:t>
            </a:r>
            <a:endParaRPr sz="1400">
              <a:latin typeface="Trebuchet MS"/>
              <a:cs typeface="Trebuchet MS"/>
            </a:endParaRPr>
          </a:p>
          <a:p>
            <a:pPr marL="183896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insert_min_heap(heap,</a:t>
            </a:r>
            <a:r>
              <a:rPr dirty="0" sz="1400" spc="80">
                <a:latin typeface="Trebuchet MS"/>
                <a:cs typeface="Trebuchet MS"/>
              </a:rPr>
              <a:t> </a:t>
            </a:r>
            <a:r>
              <a:rPr dirty="0" sz="1400" spc="-25">
                <a:latin typeface="Trebuchet MS"/>
                <a:cs typeface="Trebuchet MS"/>
              </a:rPr>
              <a:t>e);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  <a:p>
            <a:pPr marL="925830" marR="1292860">
              <a:lnSpc>
                <a:spcPct val="99200"/>
              </a:lnSpc>
              <a:spcBef>
                <a:spcPts val="35"/>
              </a:spcBef>
            </a:pPr>
            <a:r>
              <a:rPr dirty="0" sz="1400">
                <a:latin typeface="Trebuchet MS"/>
                <a:cs typeface="Trebuchet MS"/>
              </a:rPr>
              <a:t>e</a:t>
            </a:r>
            <a:r>
              <a:rPr dirty="0" sz="1400" spc="1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=</a:t>
            </a:r>
            <a:r>
              <a:rPr dirty="0" sz="1400" spc="25">
                <a:latin typeface="Trebuchet MS"/>
                <a:cs typeface="Trebuchet MS"/>
              </a:rPr>
              <a:t> </a:t>
            </a:r>
            <a:r>
              <a:rPr dirty="0" sz="1400" spc="-10">
                <a:latin typeface="Trebuchet MS"/>
                <a:cs typeface="Trebuchet MS"/>
              </a:rPr>
              <a:t>delete_min_heap(heap);</a:t>
            </a:r>
            <a:r>
              <a:rPr dirty="0" sz="1400" spc="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// </a:t>
            </a:r>
            <a:r>
              <a:rPr dirty="0" sz="1400">
                <a:latin typeface="Gulim"/>
                <a:cs typeface="Gulim"/>
              </a:rPr>
              <a:t>최종</a:t>
            </a:r>
            <a:r>
              <a:rPr dirty="0" sz="1400" spc="-35">
                <a:latin typeface="Gulim"/>
                <a:cs typeface="Gulim"/>
              </a:rPr>
              <a:t> </a:t>
            </a:r>
            <a:r>
              <a:rPr dirty="0" sz="1400" spc="-25">
                <a:latin typeface="Gulim"/>
                <a:cs typeface="Gulim"/>
              </a:rPr>
              <a:t>트리 </a:t>
            </a:r>
            <a:r>
              <a:rPr dirty="0" sz="1400">
                <a:latin typeface="Trebuchet MS"/>
                <a:cs typeface="Trebuchet MS"/>
              </a:rPr>
              <a:t>print_codes(e.ptree,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>
                <a:latin typeface="Trebuchet MS"/>
                <a:cs typeface="Trebuchet MS"/>
              </a:rPr>
              <a:t>codes,</a:t>
            </a:r>
            <a:r>
              <a:rPr dirty="0" sz="1400" spc="-55">
                <a:latin typeface="Trebuchet MS"/>
                <a:cs typeface="Trebuchet MS"/>
              </a:rPr>
              <a:t> </a:t>
            </a:r>
            <a:r>
              <a:rPr dirty="0" sz="1400" spc="-20">
                <a:latin typeface="Trebuchet MS"/>
                <a:cs typeface="Trebuchet MS"/>
              </a:rPr>
              <a:t>top); </a:t>
            </a:r>
            <a:r>
              <a:rPr dirty="0" sz="1400" spc="-10">
                <a:latin typeface="Trebuchet MS"/>
                <a:cs typeface="Trebuchet MS"/>
              </a:rPr>
              <a:t>destroy_tree(e.ptree);</a:t>
            </a:r>
            <a:endParaRPr sz="1400">
              <a:latin typeface="Trebuchet MS"/>
              <a:cs typeface="Trebuchet MS"/>
            </a:endParaRPr>
          </a:p>
          <a:p>
            <a:pPr marL="925830">
              <a:lnSpc>
                <a:spcPct val="100000"/>
              </a:lnSpc>
            </a:pPr>
            <a:r>
              <a:rPr dirty="0" sz="1400" spc="-10">
                <a:latin typeface="Trebuchet MS"/>
                <a:cs typeface="Trebuchet MS"/>
              </a:rPr>
              <a:t>free(heap);</a:t>
            </a:r>
            <a:endParaRPr sz="14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</a:pPr>
            <a:r>
              <a:rPr dirty="0" sz="1400" spc="-50">
                <a:latin typeface="Trebuchet MS"/>
                <a:cs typeface="Trebuchet MS"/>
              </a:rPr>
              <a:t>}</a:t>
            </a:r>
            <a:endParaRPr sz="1400">
              <a:latin typeface="Trebuchet MS"/>
              <a:cs typeface="Trebuchet MS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pc="-2225"/>
              <a:t>히프</a:t>
            </a:r>
            <a:r>
              <a:rPr dirty="0" spc="-260"/>
              <a:t> </a:t>
            </a:r>
            <a:r>
              <a:rPr dirty="0" spc="-1680"/>
              <a:t>정렬</a:t>
            </a:r>
            <a:r>
              <a:rPr dirty="0" spc="-260"/>
              <a:t> </a:t>
            </a:r>
            <a:r>
              <a:rPr dirty="0" spc="-2315"/>
              <a:t>프로그램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459915" y="1876564"/>
            <a:ext cx="7310755" cy="2009139"/>
            <a:chOff x="1459915" y="1876564"/>
            <a:chExt cx="7310755" cy="2009139"/>
          </a:xfrm>
        </p:grpSpPr>
        <p:sp>
          <p:nvSpPr>
            <p:cNvPr id="5" name="object 5"/>
            <p:cNvSpPr/>
            <p:nvPr/>
          </p:nvSpPr>
          <p:spPr>
            <a:xfrm>
              <a:off x="1473619" y="1888744"/>
              <a:ext cx="7283450" cy="1985010"/>
            </a:xfrm>
            <a:custGeom>
              <a:avLst/>
              <a:gdLst/>
              <a:ahLst/>
              <a:cxnLst/>
              <a:rect l="l" t="t" r="r" b="b"/>
              <a:pathLst>
                <a:path w="7283450" h="1985010">
                  <a:moveTo>
                    <a:pt x="7282853" y="0"/>
                  </a:moveTo>
                  <a:lnTo>
                    <a:pt x="0" y="0"/>
                  </a:lnTo>
                  <a:lnTo>
                    <a:pt x="0" y="1984705"/>
                  </a:lnTo>
                  <a:lnTo>
                    <a:pt x="7282853" y="1984705"/>
                  </a:lnTo>
                  <a:lnTo>
                    <a:pt x="7282853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1459915" y="1876564"/>
              <a:ext cx="7310755" cy="2009139"/>
            </a:xfrm>
            <a:custGeom>
              <a:avLst/>
              <a:gdLst/>
              <a:ahLst/>
              <a:cxnLst/>
              <a:rect l="l" t="t" r="r" b="b"/>
              <a:pathLst>
                <a:path w="7310755" h="2009139">
                  <a:moveTo>
                    <a:pt x="7310259" y="0"/>
                  </a:moveTo>
                  <a:lnTo>
                    <a:pt x="0" y="0"/>
                  </a:lnTo>
                  <a:lnTo>
                    <a:pt x="0" y="2009063"/>
                  </a:lnTo>
                  <a:lnTo>
                    <a:pt x="7310259" y="2009063"/>
                  </a:lnTo>
                  <a:lnTo>
                    <a:pt x="7310259" y="1996884"/>
                  </a:lnTo>
                  <a:lnTo>
                    <a:pt x="25882" y="1996884"/>
                  </a:lnTo>
                  <a:lnTo>
                    <a:pt x="13703" y="1983181"/>
                  </a:lnTo>
                  <a:lnTo>
                    <a:pt x="25882" y="1983181"/>
                  </a:lnTo>
                  <a:lnTo>
                    <a:pt x="25882" y="25882"/>
                  </a:lnTo>
                  <a:lnTo>
                    <a:pt x="13703" y="25882"/>
                  </a:lnTo>
                  <a:lnTo>
                    <a:pt x="25882" y="12179"/>
                  </a:lnTo>
                  <a:lnTo>
                    <a:pt x="7310259" y="12179"/>
                  </a:lnTo>
                  <a:lnTo>
                    <a:pt x="7310259" y="0"/>
                  </a:lnTo>
                  <a:close/>
                </a:path>
                <a:path w="7310755" h="2009139">
                  <a:moveTo>
                    <a:pt x="25882" y="1983181"/>
                  </a:moveTo>
                  <a:lnTo>
                    <a:pt x="13703" y="1983181"/>
                  </a:lnTo>
                  <a:lnTo>
                    <a:pt x="25882" y="1996884"/>
                  </a:lnTo>
                  <a:lnTo>
                    <a:pt x="25882" y="1983181"/>
                  </a:lnTo>
                  <a:close/>
                </a:path>
                <a:path w="7310755" h="2009139">
                  <a:moveTo>
                    <a:pt x="7284377" y="1983181"/>
                  </a:moveTo>
                  <a:lnTo>
                    <a:pt x="25882" y="1983181"/>
                  </a:lnTo>
                  <a:lnTo>
                    <a:pt x="25882" y="1996884"/>
                  </a:lnTo>
                  <a:lnTo>
                    <a:pt x="7284377" y="1996884"/>
                  </a:lnTo>
                  <a:lnTo>
                    <a:pt x="7284377" y="1983181"/>
                  </a:lnTo>
                  <a:close/>
                </a:path>
                <a:path w="7310755" h="2009139">
                  <a:moveTo>
                    <a:pt x="7284377" y="12179"/>
                  </a:moveTo>
                  <a:lnTo>
                    <a:pt x="7284377" y="1996884"/>
                  </a:lnTo>
                  <a:lnTo>
                    <a:pt x="7296556" y="1983181"/>
                  </a:lnTo>
                  <a:lnTo>
                    <a:pt x="7310259" y="1983181"/>
                  </a:lnTo>
                  <a:lnTo>
                    <a:pt x="7310259" y="25882"/>
                  </a:lnTo>
                  <a:lnTo>
                    <a:pt x="7296556" y="25882"/>
                  </a:lnTo>
                  <a:lnTo>
                    <a:pt x="7284377" y="12179"/>
                  </a:lnTo>
                  <a:close/>
                </a:path>
                <a:path w="7310755" h="2009139">
                  <a:moveTo>
                    <a:pt x="7310259" y="1983181"/>
                  </a:moveTo>
                  <a:lnTo>
                    <a:pt x="7296556" y="1983181"/>
                  </a:lnTo>
                  <a:lnTo>
                    <a:pt x="7284377" y="1996884"/>
                  </a:lnTo>
                  <a:lnTo>
                    <a:pt x="7310259" y="1996884"/>
                  </a:lnTo>
                  <a:lnTo>
                    <a:pt x="7310259" y="1983181"/>
                  </a:lnTo>
                  <a:close/>
                </a:path>
                <a:path w="7310755" h="2009139">
                  <a:moveTo>
                    <a:pt x="25882" y="12179"/>
                  </a:moveTo>
                  <a:lnTo>
                    <a:pt x="13703" y="25882"/>
                  </a:lnTo>
                  <a:lnTo>
                    <a:pt x="25882" y="25882"/>
                  </a:lnTo>
                  <a:lnTo>
                    <a:pt x="25882" y="12179"/>
                  </a:lnTo>
                  <a:close/>
                </a:path>
                <a:path w="7310755" h="2009139">
                  <a:moveTo>
                    <a:pt x="7284377" y="12179"/>
                  </a:moveTo>
                  <a:lnTo>
                    <a:pt x="25882" y="12179"/>
                  </a:lnTo>
                  <a:lnTo>
                    <a:pt x="25882" y="25882"/>
                  </a:lnTo>
                  <a:lnTo>
                    <a:pt x="7284377" y="25882"/>
                  </a:lnTo>
                  <a:lnTo>
                    <a:pt x="7284377" y="12179"/>
                  </a:lnTo>
                  <a:close/>
                </a:path>
                <a:path w="7310755" h="2009139">
                  <a:moveTo>
                    <a:pt x="7310259" y="12179"/>
                  </a:moveTo>
                  <a:lnTo>
                    <a:pt x="7284377" y="12179"/>
                  </a:lnTo>
                  <a:lnTo>
                    <a:pt x="7296556" y="25882"/>
                  </a:lnTo>
                  <a:lnTo>
                    <a:pt x="7310259" y="25882"/>
                  </a:lnTo>
                  <a:lnTo>
                    <a:pt x="731025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1551266" y="1848184"/>
            <a:ext cx="3476625" cy="1945005"/>
          </a:xfrm>
          <a:prstGeom prst="rect">
            <a:avLst/>
          </a:prstGeom>
        </p:spPr>
        <p:txBody>
          <a:bodyPr wrap="square" lIns="0" tIns="577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455"/>
              </a:spcBef>
            </a:pPr>
            <a:r>
              <a:rPr dirty="0" sz="1500">
                <a:latin typeface="Tw Cen MT"/>
                <a:cs typeface="Tw Cen MT"/>
              </a:rPr>
              <a:t>int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10">
                <a:latin typeface="Tw Cen MT"/>
                <a:cs typeface="Tw Cen MT"/>
              </a:rPr>
              <a:t>main(void)</a:t>
            </a:r>
            <a:endParaRPr sz="15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dirty="0" sz="1500" spc="-50">
                <a:latin typeface="Tw Cen MT"/>
                <a:cs typeface="Tw Cen MT"/>
              </a:rPr>
              <a:t>{</a:t>
            </a:r>
            <a:endParaRPr sz="1500">
              <a:latin typeface="Tw Cen MT"/>
              <a:cs typeface="Tw Cen MT"/>
            </a:endParaRPr>
          </a:p>
          <a:p>
            <a:pPr marL="925830" marR="5080">
              <a:lnSpc>
                <a:spcPct val="119900"/>
              </a:lnSpc>
            </a:pPr>
            <a:r>
              <a:rPr dirty="0" sz="1500">
                <a:latin typeface="Tw Cen MT"/>
                <a:cs typeface="Tw Cen MT"/>
              </a:rPr>
              <a:t>char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ch_list[]</a:t>
            </a:r>
            <a:r>
              <a:rPr dirty="0" sz="1500" spc="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{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's',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'i',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'n', 't',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'e' </a:t>
            </a:r>
            <a:r>
              <a:rPr dirty="0" sz="1500" spc="-25">
                <a:latin typeface="Tw Cen MT"/>
                <a:cs typeface="Tw Cen MT"/>
              </a:rPr>
              <a:t>}; </a:t>
            </a:r>
            <a:r>
              <a:rPr dirty="0" sz="1500">
                <a:latin typeface="Tw Cen MT"/>
                <a:cs typeface="Tw Cen MT"/>
              </a:rPr>
              <a:t>int freq[]</a:t>
            </a:r>
            <a:r>
              <a:rPr dirty="0" sz="1500" spc="-1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=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{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4,</a:t>
            </a:r>
            <a:r>
              <a:rPr dirty="0" sz="1500" spc="-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6,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8,</a:t>
            </a:r>
            <a:r>
              <a:rPr dirty="0" sz="1500" spc="-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12,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15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};</a:t>
            </a:r>
            <a:endParaRPr sz="15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60"/>
              </a:spcBef>
            </a:pPr>
            <a:r>
              <a:rPr dirty="0" sz="1500" spc="-10">
                <a:latin typeface="Tw Cen MT"/>
                <a:cs typeface="Tw Cen MT"/>
              </a:rPr>
              <a:t>huffman_tree(freq,</a:t>
            </a:r>
            <a:r>
              <a:rPr dirty="0" sz="1500" spc="20">
                <a:latin typeface="Tw Cen MT"/>
                <a:cs typeface="Tw Cen MT"/>
              </a:rPr>
              <a:t> </a:t>
            </a:r>
            <a:r>
              <a:rPr dirty="0" sz="1500">
                <a:latin typeface="Tw Cen MT"/>
                <a:cs typeface="Tw Cen MT"/>
              </a:rPr>
              <a:t>ch_list,</a:t>
            </a:r>
            <a:r>
              <a:rPr dirty="0" sz="1500" spc="50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5);</a:t>
            </a:r>
            <a:endParaRPr sz="1500">
              <a:latin typeface="Tw Cen MT"/>
              <a:cs typeface="Tw Cen MT"/>
            </a:endParaRPr>
          </a:p>
          <a:p>
            <a:pPr marL="925830">
              <a:lnSpc>
                <a:spcPct val="100000"/>
              </a:lnSpc>
              <a:spcBef>
                <a:spcPts val="360"/>
              </a:spcBef>
            </a:pPr>
            <a:r>
              <a:rPr dirty="0" sz="1500">
                <a:latin typeface="Tw Cen MT"/>
                <a:cs typeface="Tw Cen MT"/>
              </a:rPr>
              <a:t>return</a:t>
            </a:r>
            <a:r>
              <a:rPr dirty="0" sz="1500" spc="-15">
                <a:latin typeface="Tw Cen MT"/>
                <a:cs typeface="Tw Cen MT"/>
              </a:rPr>
              <a:t> </a:t>
            </a:r>
            <a:r>
              <a:rPr dirty="0" sz="1500" spc="-25">
                <a:latin typeface="Tw Cen MT"/>
                <a:cs typeface="Tw Cen MT"/>
              </a:rPr>
              <a:t>0;</a:t>
            </a:r>
            <a:endParaRPr sz="1500">
              <a:latin typeface="Tw Cen MT"/>
              <a:cs typeface="Tw Cen MT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500" spc="-50">
                <a:latin typeface="Tw Cen MT"/>
                <a:cs typeface="Tw Cen MT"/>
              </a:rPr>
              <a:t>}</a:t>
            </a:r>
            <a:endParaRPr sz="1500">
              <a:latin typeface="Tw Cen MT"/>
              <a:cs typeface="Tw Cen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1473619" y="4187228"/>
            <a:ext cx="7296784" cy="2054860"/>
            <a:chOff x="1473619" y="4187228"/>
            <a:chExt cx="7296784" cy="2054860"/>
          </a:xfrm>
        </p:grpSpPr>
        <p:sp>
          <p:nvSpPr>
            <p:cNvPr id="9" name="object 9"/>
            <p:cNvSpPr/>
            <p:nvPr/>
          </p:nvSpPr>
          <p:spPr>
            <a:xfrm>
              <a:off x="1485798" y="4199407"/>
              <a:ext cx="7270750" cy="2030730"/>
            </a:xfrm>
            <a:custGeom>
              <a:avLst/>
              <a:gdLst/>
              <a:ahLst/>
              <a:cxnLst/>
              <a:rect l="l" t="t" r="r" b="b"/>
              <a:pathLst>
                <a:path w="7270750" h="2030729">
                  <a:moveTo>
                    <a:pt x="7270673" y="0"/>
                  </a:moveTo>
                  <a:lnTo>
                    <a:pt x="0" y="0"/>
                  </a:lnTo>
                  <a:lnTo>
                    <a:pt x="0" y="2030399"/>
                  </a:lnTo>
                  <a:lnTo>
                    <a:pt x="7270673" y="2030399"/>
                  </a:lnTo>
                  <a:lnTo>
                    <a:pt x="727067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1473619" y="4187228"/>
              <a:ext cx="7296784" cy="2054860"/>
            </a:xfrm>
            <a:custGeom>
              <a:avLst/>
              <a:gdLst/>
              <a:ahLst/>
              <a:cxnLst/>
              <a:rect l="l" t="t" r="r" b="b"/>
              <a:pathLst>
                <a:path w="7296784" h="2054860">
                  <a:moveTo>
                    <a:pt x="7296556" y="0"/>
                  </a:moveTo>
                  <a:lnTo>
                    <a:pt x="0" y="0"/>
                  </a:lnTo>
                  <a:lnTo>
                    <a:pt x="0" y="2054771"/>
                  </a:lnTo>
                  <a:lnTo>
                    <a:pt x="7296556" y="2054771"/>
                  </a:lnTo>
                  <a:lnTo>
                    <a:pt x="7296556" y="2042579"/>
                  </a:lnTo>
                  <a:lnTo>
                    <a:pt x="24358" y="2042579"/>
                  </a:lnTo>
                  <a:lnTo>
                    <a:pt x="12179" y="2030399"/>
                  </a:lnTo>
                  <a:lnTo>
                    <a:pt x="24358" y="2030399"/>
                  </a:lnTo>
                  <a:lnTo>
                    <a:pt x="24358" y="24371"/>
                  </a:lnTo>
                  <a:lnTo>
                    <a:pt x="12179" y="24371"/>
                  </a:lnTo>
                  <a:lnTo>
                    <a:pt x="24358" y="12179"/>
                  </a:lnTo>
                  <a:lnTo>
                    <a:pt x="7296556" y="12179"/>
                  </a:lnTo>
                  <a:lnTo>
                    <a:pt x="7296556" y="0"/>
                  </a:lnTo>
                  <a:close/>
                </a:path>
                <a:path w="7296784" h="2054860">
                  <a:moveTo>
                    <a:pt x="24358" y="2030399"/>
                  </a:moveTo>
                  <a:lnTo>
                    <a:pt x="12179" y="2030399"/>
                  </a:lnTo>
                  <a:lnTo>
                    <a:pt x="24358" y="2042579"/>
                  </a:lnTo>
                  <a:lnTo>
                    <a:pt x="24358" y="2030399"/>
                  </a:lnTo>
                  <a:close/>
                </a:path>
                <a:path w="7296784" h="2054860">
                  <a:moveTo>
                    <a:pt x="7270673" y="2030399"/>
                  </a:moveTo>
                  <a:lnTo>
                    <a:pt x="24358" y="2030399"/>
                  </a:lnTo>
                  <a:lnTo>
                    <a:pt x="24358" y="2042579"/>
                  </a:lnTo>
                  <a:lnTo>
                    <a:pt x="7270673" y="2042579"/>
                  </a:lnTo>
                  <a:lnTo>
                    <a:pt x="7270673" y="2030399"/>
                  </a:lnTo>
                  <a:close/>
                </a:path>
                <a:path w="7296784" h="2054860">
                  <a:moveTo>
                    <a:pt x="7270673" y="12179"/>
                  </a:moveTo>
                  <a:lnTo>
                    <a:pt x="7270673" y="2042579"/>
                  </a:lnTo>
                  <a:lnTo>
                    <a:pt x="7282853" y="2030399"/>
                  </a:lnTo>
                  <a:lnTo>
                    <a:pt x="7296556" y="2030399"/>
                  </a:lnTo>
                  <a:lnTo>
                    <a:pt x="7296556" y="24371"/>
                  </a:lnTo>
                  <a:lnTo>
                    <a:pt x="7282853" y="24371"/>
                  </a:lnTo>
                  <a:lnTo>
                    <a:pt x="7270673" y="12179"/>
                  </a:lnTo>
                  <a:close/>
                </a:path>
                <a:path w="7296784" h="2054860">
                  <a:moveTo>
                    <a:pt x="7296556" y="2030399"/>
                  </a:moveTo>
                  <a:lnTo>
                    <a:pt x="7282853" y="2030399"/>
                  </a:lnTo>
                  <a:lnTo>
                    <a:pt x="7270673" y="2042579"/>
                  </a:lnTo>
                  <a:lnTo>
                    <a:pt x="7296556" y="2042579"/>
                  </a:lnTo>
                  <a:lnTo>
                    <a:pt x="7296556" y="2030399"/>
                  </a:lnTo>
                  <a:close/>
                </a:path>
                <a:path w="7296784" h="2054860">
                  <a:moveTo>
                    <a:pt x="24358" y="12179"/>
                  </a:moveTo>
                  <a:lnTo>
                    <a:pt x="12179" y="24371"/>
                  </a:lnTo>
                  <a:lnTo>
                    <a:pt x="24358" y="24371"/>
                  </a:lnTo>
                  <a:lnTo>
                    <a:pt x="24358" y="12179"/>
                  </a:lnTo>
                  <a:close/>
                </a:path>
                <a:path w="7296784" h="2054860">
                  <a:moveTo>
                    <a:pt x="7270673" y="12179"/>
                  </a:moveTo>
                  <a:lnTo>
                    <a:pt x="24358" y="12179"/>
                  </a:lnTo>
                  <a:lnTo>
                    <a:pt x="24358" y="24371"/>
                  </a:lnTo>
                  <a:lnTo>
                    <a:pt x="7270673" y="24371"/>
                  </a:lnTo>
                  <a:lnTo>
                    <a:pt x="7270673" y="12179"/>
                  </a:lnTo>
                  <a:close/>
                </a:path>
                <a:path w="7296784" h="2054860">
                  <a:moveTo>
                    <a:pt x="7296556" y="12179"/>
                  </a:moveTo>
                  <a:lnTo>
                    <a:pt x="7270673" y="12179"/>
                  </a:lnTo>
                  <a:lnTo>
                    <a:pt x="7282853" y="24371"/>
                  </a:lnTo>
                  <a:lnTo>
                    <a:pt x="7296556" y="24371"/>
                  </a:lnTo>
                  <a:lnTo>
                    <a:pt x="7296556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1563636" y="4236384"/>
            <a:ext cx="97155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4+6-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&gt;10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8+10-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&gt;18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12+15-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&gt;27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18+27-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&gt;45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n: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s: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101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ts val="168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i: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100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t: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01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e: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00</a:t>
            </a:r>
            <a:endParaRPr sz="1400">
              <a:latin typeface="Gulim"/>
              <a:cs typeface="Gulim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huffman.c</a:t>
            </a:r>
            <a:r>
              <a:rPr dirty="0" sz="3200" spc="-15">
                <a:latin typeface="Tw Cen MT"/>
                <a:cs typeface="Tw Cen MT"/>
              </a:rPr>
              <a:t> </a:t>
            </a:r>
            <a:r>
              <a:rPr dirty="0" sz="3200" spc="-1620"/>
              <a:t>너무</a:t>
            </a:r>
            <a:r>
              <a:rPr dirty="0" sz="3200" spc="-170"/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70"/>
              <a:t> </a:t>
            </a:r>
            <a:r>
              <a:rPr dirty="0" sz="3200" spc="-1190"/>
              <a:t>한줄씩</a:t>
            </a:r>
            <a:r>
              <a:rPr dirty="0" sz="3200" spc="-170"/>
              <a:t> </a:t>
            </a:r>
            <a:r>
              <a:rPr dirty="0" sz="3200" spc="-1380"/>
              <a:t>설명해주세요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91620" y="1844645"/>
            <a:ext cx="8352790" cy="184086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insert_min_heap()</a:t>
            </a:r>
            <a:r>
              <a:rPr dirty="0" sz="1600" spc="-10">
                <a:latin typeface="Gulim"/>
                <a:cs typeface="Gulim"/>
              </a:rPr>
              <a:t>과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delete_min_heap()</a:t>
            </a:r>
            <a:r>
              <a:rPr dirty="0" sz="1600" spc="-10">
                <a:latin typeface="Gulim"/>
                <a:cs typeface="Gulim"/>
              </a:rPr>
              <a:t>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lpt.c</a:t>
            </a:r>
            <a:r>
              <a:rPr dirty="0" sz="1600">
                <a:latin typeface="Gulim"/>
                <a:cs typeface="Gulim"/>
              </a:rPr>
              <a:t>에서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자세히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배웠으므로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Huffman.c</a:t>
            </a:r>
            <a:r>
              <a:rPr dirty="0" sz="1600" spc="-10">
                <a:latin typeface="Gulim"/>
                <a:cs typeface="Gulim"/>
              </a:rPr>
              <a:t>에서 </a:t>
            </a:r>
            <a:r>
              <a:rPr dirty="0" sz="1600">
                <a:latin typeface="Gulim"/>
                <a:cs typeface="Gulim"/>
              </a:rPr>
              <a:t>는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main()</a:t>
            </a:r>
            <a:r>
              <a:rPr dirty="0" sz="1600" spc="-10">
                <a:latin typeface="Gulim"/>
                <a:cs typeface="Gulim"/>
              </a:rPr>
              <a:t>과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huffman_tree()</a:t>
            </a:r>
            <a:r>
              <a:rPr dirty="0" sz="1600" spc="1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함수에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대해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자세히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합니다</a:t>
            </a:r>
            <a:r>
              <a:rPr dirty="0" sz="1600" spc="-2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1183005">
              <a:lnSpc>
                <a:spcPct val="135600"/>
              </a:lnSpc>
              <a:spcBef>
                <a:spcPts val="10"/>
              </a:spcBef>
            </a:pPr>
            <a:r>
              <a:rPr dirty="0" sz="1600" spc="-10">
                <a:latin typeface="Arial"/>
                <a:cs typeface="Arial"/>
              </a:rPr>
              <a:t>main</a:t>
            </a:r>
            <a:r>
              <a:rPr dirty="0" sz="1600" spc="-10">
                <a:latin typeface="Gulim"/>
                <a:cs typeface="Gulim"/>
              </a:rPr>
              <a:t>함수는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ch_list</a:t>
            </a:r>
            <a:r>
              <a:rPr dirty="0" sz="1600" spc="-10">
                <a:latin typeface="Gulim"/>
                <a:cs typeface="Gulim"/>
              </a:rPr>
              <a:t>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freq</a:t>
            </a:r>
            <a:r>
              <a:rPr dirty="0" sz="1600" spc="-10">
                <a:latin typeface="Gulim"/>
                <a:cs typeface="Gulim"/>
              </a:rPr>
              <a:t>변수를</a:t>
            </a:r>
            <a:r>
              <a:rPr dirty="0" sz="1600" spc="-7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초기화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한후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huffman_tree()</a:t>
            </a:r>
            <a:r>
              <a:rPr dirty="0" sz="1600" spc="-10">
                <a:latin typeface="Gulim"/>
                <a:cs typeface="Gulim"/>
              </a:rPr>
              <a:t>함수를</a:t>
            </a:r>
            <a:r>
              <a:rPr dirty="0" sz="1600" spc="-5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호출합니다</a:t>
            </a:r>
            <a:r>
              <a:rPr dirty="0" sz="1600" spc="-10">
                <a:latin typeface="Arial"/>
                <a:cs typeface="Arial"/>
              </a:rPr>
              <a:t>. </a:t>
            </a:r>
            <a:r>
              <a:rPr dirty="0" sz="1600">
                <a:latin typeface="Arial"/>
                <a:cs typeface="Arial"/>
              </a:rPr>
              <a:t>typedef</a:t>
            </a:r>
            <a:r>
              <a:rPr dirty="0" sz="1600" spc="-3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struct</a:t>
            </a:r>
            <a:r>
              <a:rPr dirty="0" sz="1600" spc="-45">
                <a:latin typeface="Arial"/>
                <a:cs typeface="Arial"/>
              </a:rPr>
              <a:t> </a:t>
            </a:r>
            <a:r>
              <a:rPr dirty="0" sz="1600" spc="-50">
                <a:latin typeface="Arial"/>
                <a:cs typeface="Arial"/>
              </a:rPr>
              <a:t>{</a:t>
            </a:r>
            <a:endParaRPr sz="1600">
              <a:latin typeface="Arial"/>
              <a:cs typeface="Arial"/>
            </a:endParaRPr>
          </a:p>
          <a:p>
            <a:pPr marL="126364" marR="6674484" indent="-3175">
              <a:lnSpc>
                <a:spcPct val="136200"/>
              </a:lnSpc>
              <a:spcBef>
                <a:spcPts val="10"/>
              </a:spcBef>
            </a:pPr>
            <a:r>
              <a:rPr dirty="0" sz="1600" spc="-10">
                <a:latin typeface="Arial"/>
                <a:cs typeface="Arial"/>
              </a:rPr>
              <a:t>TreeNode*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ptree; </a:t>
            </a:r>
            <a:r>
              <a:rPr dirty="0" sz="1600">
                <a:latin typeface="Arial"/>
                <a:cs typeface="Arial"/>
              </a:rPr>
              <a:t>char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ch;</a:t>
            </a:r>
            <a:endParaRPr sz="16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91620" y="3658149"/>
            <a:ext cx="928369" cy="692785"/>
          </a:xfrm>
          <a:prstGeom prst="rect">
            <a:avLst/>
          </a:prstGeom>
        </p:spPr>
        <p:txBody>
          <a:bodyPr wrap="square" lIns="0" tIns="102235" rIns="0" bIns="0" rtlCol="0" vert="horz">
            <a:spAutoFit/>
          </a:bodyPr>
          <a:lstStyle/>
          <a:p>
            <a:pPr algn="ctr" marR="25400">
              <a:lnSpc>
                <a:spcPct val="100000"/>
              </a:lnSpc>
              <a:spcBef>
                <a:spcPts val="805"/>
              </a:spcBef>
            </a:pPr>
            <a:r>
              <a:rPr dirty="0" sz="1600">
                <a:latin typeface="Arial"/>
                <a:cs typeface="Arial"/>
              </a:rPr>
              <a:t>int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20">
                <a:latin typeface="Arial"/>
                <a:cs typeface="Arial"/>
              </a:rPr>
              <a:t>key;</a:t>
            </a:r>
            <a:endParaRPr sz="16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dirty="0" sz="1600">
                <a:latin typeface="Arial"/>
                <a:cs typeface="Arial"/>
              </a:rPr>
              <a:t>}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element;</a:t>
            </a:r>
            <a:endParaRPr sz="16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1620" y="4325318"/>
            <a:ext cx="5674995" cy="160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6800"/>
              </a:lnSpc>
              <a:spcBef>
                <a:spcPts val="100"/>
              </a:spcBef>
            </a:pPr>
            <a:r>
              <a:rPr dirty="0" sz="1600" spc="-10">
                <a:latin typeface="Arial"/>
                <a:cs typeface="Arial"/>
              </a:rPr>
              <a:t>min_heap</a:t>
            </a:r>
            <a:r>
              <a:rPr dirty="0" sz="1600" spc="-10">
                <a:latin typeface="Gulim"/>
                <a:cs typeface="Gulim"/>
              </a:rPr>
              <a:t>에서는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element</a:t>
            </a:r>
            <a:r>
              <a:rPr dirty="0" sz="1600" spc="-10">
                <a:latin typeface="Gulim"/>
                <a:cs typeface="Gulim"/>
              </a:rPr>
              <a:t>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key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(</a:t>
            </a:r>
            <a:r>
              <a:rPr dirty="0" sz="1600">
                <a:latin typeface="Gulim"/>
                <a:cs typeface="Gulim"/>
              </a:rPr>
              <a:t>빈도수</a:t>
            </a:r>
            <a:r>
              <a:rPr dirty="0" sz="1600">
                <a:latin typeface="Arial"/>
                <a:cs typeface="Arial"/>
              </a:rPr>
              <a:t>)</a:t>
            </a:r>
            <a:r>
              <a:rPr dirty="0" sz="1600" spc="15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값이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비교대상입니다</a:t>
            </a:r>
            <a:r>
              <a:rPr dirty="0" sz="1600" spc="-10">
                <a:latin typeface="Arial"/>
                <a:cs typeface="Arial"/>
              </a:rPr>
              <a:t>. 1.Huffman.c</a:t>
            </a:r>
            <a:r>
              <a:rPr dirty="0" sz="1600" spc="-10">
                <a:latin typeface="Gulim"/>
                <a:cs typeface="Gulim"/>
              </a:rPr>
              <a:t>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143</a:t>
            </a:r>
            <a:r>
              <a:rPr dirty="0" sz="1600" spc="-10">
                <a:latin typeface="Gulim"/>
                <a:cs typeface="Gulim"/>
              </a:rPr>
              <a:t>번줄에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중단점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35">
                <a:latin typeface="Gulim"/>
                <a:cs typeface="Gulim"/>
              </a:rPr>
              <a:t>설정</a:t>
            </a:r>
            <a:endParaRPr sz="1600">
              <a:latin typeface="Gulim"/>
              <a:cs typeface="Gulim"/>
            </a:endParaRPr>
          </a:p>
          <a:p>
            <a:pPr marL="180340" marR="837565" indent="-171450">
              <a:lnSpc>
                <a:spcPct val="100000"/>
              </a:lnSpc>
              <a:spcBef>
                <a:spcPts val="695"/>
              </a:spcBef>
              <a:buSzPct val="93750"/>
              <a:buFont typeface="Arial"/>
              <a:buAutoNum type="arabicPeriod" startAt="2"/>
              <a:tabLst>
                <a:tab pos="182880" algn="l"/>
              </a:tabLst>
            </a:pPr>
            <a:r>
              <a:rPr dirty="0" sz="1600">
                <a:latin typeface="Gulim"/>
                <a:cs typeface="Gulim"/>
              </a:rPr>
              <a:t>진행후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heap</a:t>
            </a:r>
            <a:r>
              <a:rPr dirty="0" sz="1600" spc="-10">
                <a:latin typeface="Gulim"/>
                <a:cs typeface="Gulim"/>
              </a:rPr>
              <a:t>변수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빈도</a:t>
            </a:r>
            <a:r>
              <a:rPr dirty="0" sz="1600">
                <a:latin typeface="Arial"/>
                <a:cs typeface="Arial"/>
              </a:rPr>
              <a:t>4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root</a:t>
            </a:r>
            <a:r>
              <a:rPr dirty="0" sz="1600" spc="-10">
                <a:latin typeface="Gulim"/>
                <a:cs typeface="Gulim"/>
              </a:rPr>
              <a:t>이고 </a:t>
            </a:r>
            <a:r>
              <a:rPr dirty="0" sz="1600" spc="-10">
                <a:latin typeface="Gulim"/>
                <a:cs typeface="Gulim"/>
              </a:rPr>
              <a:t>	</a:t>
            </a:r>
            <a:r>
              <a:rPr dirty="0" sz="1600">
                <a:latin typeface="Arial"/>
                <a:cs typeface="Arial"/>
              </a:rPr>
              <a:t>5</a:t>
            </a:r>
            <a:r>
              <a:rPr dirty="0" sz="1600">
                <a:latin typeface="Gulim"/>
                <a:cs typeface="Gulim"/>
              </a:rPr>
              <a:t>개의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heap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tree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구성합니다</a:t>
            </a:r>
            <a:endParaRPr sz="1600">
              <a:latin typeface="Gulim"/>
              <a:cs typeface="Gulim"/>
            </a:endParaRPr>
          </a:p>
          <a:p>
            <a:pPr marL="180975" indent="-171450">
              <a:lnSpc>
                <a:spcPct val="100000"/>
              </a:lnSpc>
              <a:spcBef>
                <a:spcPts val="695"/>
              </a:spcBef>
              <a:buSzPct val="93750"/>
              <a:buAutoNum type="arabicPeriod" startAt="2"/>
              <a:tabLst>
                <a:tab pos="180975" algn="l"/>
              </a:tabLst>
            </a:pPr>
            <a:r>
              <a:rPr dirty="0" sz="1600">
                <a:latin typeface="Arial"/>
                <a:cs typeface="Arial"/>
              </a:rPr>
              <a:t>143</a:t>
            </a:r>
            <a:r>
              <a:rPr dirty="0" sz="1600">
                <a:latin typeface="Gulim"/>
                <a:cs typeface="Gulim"/>
              </a:rPr>
              <a:t>번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중단점을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해제합니다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080201" y="4921389"/>
            <a:ext cx="3454171" cy="1846097"/>
          </a:xfrm>
          <a:prstGeom prst="rect">
            <a:avLst/>
          </a:prstGeom>
        </p:spPr>
      </p:pic>
      <p:grpSp>
        <p:nvGrpSpPr>
          <p:cNvPr id="8" name="object 8"/>
          <p:cNvGrpSpPr/>
          <p:nvPr/>
        </p:nvGrpSpPr>
        <p:grpSpPr>
          <a:xfrm>
            <a:off x="5676785" y="3532251"/>
            <a:ext cx="644525" cy="559435"/>
            <a:chOff x="5676785" y="3532251"/>
            <a:chExt cx="644525" cy="559435"/>
          </a:xfrm>
        </p:grpSpPr>
        <p:sp>
          <p:nvSpPr>
            <p:cNvPr id="9" name="object 9"/>
            <p:cNvSpPr/>
            <p:nvPr/>
          </p:nvSpPr>
          <p:spPr>
            <a:xfrm>
              <a:off x="5685916" y="3541395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10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4"/>
                  </a:lnTo>
                  <a:lnTo>
                    <a:pt x="533957" y="460379"/>
                  </a:lnTo>
                  <a:lnTo>
                    <a:pt x="565271" y="428987"/>
                  </a:lnTo>
                  <a:lnTo>
                    <a:pt x="590740" y="393665"/>
                  </a:lnTo>
                  <a:lnTo>
                    <a:pt x="609724" y="354963"/>
                  </a:lnTo>
                  <a:lnTo>
                    <a:pt x="621583" y="313427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5676785" y="3532251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557491"/>
                  </a:moveTo>
                  <a:lnTo>
                    <a:pt x="305993" y="557491"/>
                  </a:lnTo>
                  <a:lnTo>
                    <a:pt x="322732" y="559015"/>
                  </a:lnTo>
                  <a:lnTo>
                    <a:pt x="337959" y="557491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48"/>
                  </a:lnTo>
                  <a:lnTo>
                    <a:pt x="226822" y="12191"/>
                  </a:lnTo>
                  <a:lnTo>
                    <a:pt x="168973" y="33515"/>
                  </a:lnTo>
                  <a:lnTo>
                    <a:pt x="117221" y="63982"/>
                  </a:lnTo>
                  <a:lnTo>
                    <a:pt x="73075" y="100533"/>
                  </a:lnTo>
                  <a:lnTo>
                    <a:pt x="47193" y="134048"/>
                  </a:lnTo>
                  <a:lnTo>
                    <a:pt x="19786" y="182791"/>
                  </a:lnTo>
                  <a:lnTo>
                    <a:pt x="15227" y="196494"/>
                  </a:lnTo>
                  <a:lnTo>
                    <a:pt x="10655" y="208686"/>
                  </a:lnTo>
                  <a:lnTo>
                    <a:pt x="6083" y="222389"/>
                  </a:lnTo>
                  <a:lnTo>
                    <a:pt x="3048" y="236093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3048" y="322922"/>
                  </a:lnTo>
                  <a:lnTo>
                    <a:pt x="6083" y="336626"/>
                  </a:lnTo>
                  <a:lnTo>
                    <a:pt x="10655" y="350342"/>
                  </a:lnTo>
                  <a:lnTo>
                    <a:pt x="15227" y="362521"/>
                  </a:lnTo>
                  <a:lnTo>
                    <a:pt x="19786" y="376224"/>
                  </a:lnTo>
                  <a:lnTo>
                    <a:pt x="47193" y="424967"/>
                  </a:lnTo>
                  <a:lnTo>
                    <a:pt x="95910" y="478282"/>
                  </a:lnTo>
                  <a:lnTo>
                    <a:pt x="143103" y="511797"/>
                  </a:lnTo>
                  <a:lnTo>
                    <a:pt x="182676" y="531596"/>
                  </a:lnTo>
                  <a:lnTo>
                    <a:pt x="197904" y="536168"/>
                  </a:lnTo>
                  <a:lnTo>
                    <a:pt x="211607" y="542251"/>
                  </a:lnTo>
                  <a:lnTo>
                    <a:pt x="226822" y="546823"/>
                  </a:lnTo>
                  <a:lnTo>
                    <a:pt x="257276" y="552919"/>
                  </a:lnTo>
                  <a:lnTo>
                    <a:pt x="274015" y="555967"/>
                  </a:lnTo>
                  <a:lnTo>
                    <a:pt x="289242" y="557491"/>
                  </a:lnTo>
                  <a:lnTo>
                    <a:pt x="354698" y="557491"/>
                  </a:lnTo>
                  <a:lnTo>
                    <a:pt x="371449" y="555967"/>
                  </a:lnTo>
                  <a:lnTo>
                    <a:pt x="417118" y="546823"/>
                  </a:lnTo>
                  <a:lnTo>
                    <a:pt x="432346" y="542251"/>
                  </a:lnTo>
                  <a:lnTo>
                    <a:pt x="439937" y="539216"/>
                  </a:lnTo>
                  <a:lnTo>
                    <a:pt x="305993" y="539216"/>
                  </a:lnTo>
                  <a:lnTo>
                    <a:pt x="260324" y="534644"/>
                  </a:lnTo>
                  <a:lnTo>
                    <a:pt x="245097" y="531596"/>
                  </a:lnTo>
                  <a:lnTo>
                    <a:pt x="231394" y="527024"/>
                  </a:lnTo>
                  <a:lnTo>
                    <a:pt x="217690" y="523976"/>
                  </a:lnTo>
                  <a:lnTo>
                    <a:pt x="176593" y="507225"/>
                  </a:lnTo>
                  <a:lnTo>
                    <a:pt x="127876" y="479806"/>
                  </a:lnTo>
                  <a:lnTo>
                    <a:pt x="86779" y="443255"/>
                  </a:lnTo>
                  <a:lnTo>
                    <a:pt x="79159" y="434111"/>
                  </a:lnTo>
                  <a:lnTo>
                    <a:pt x="70027" y="423443"/>
                  </a:lnTo>
                  <a:lnTo>
                    <a:pt x="54800" y="402120"/>
                  </a:lnTo>
                  <a:lnTo>
                    <a:pt x="48717" y="391464"/>
                  </a:lnTo>
                  <a:lnTo>
                    <a:pt x="42621" y="379272"/>
                  </a:lnTo>
                  <a:lnTo>
                    <a:pt x="36537" y="368617"/>
                  </a:lnTo>
                  <a:lnTo>
                    <a:pt x="31965" y="356425"/>
                  </a:lnTo>
                  <a:lnTo>
                    <a:pt x="28930" y="344246"/>
                  </a:lnTo>
                  <a:lnTo>
                    <a:pt x="24358" y="330530"/>
                  </a:lnTo>
                  <a:lnTo>
                    <a:pt x="22834" y="318350"/>
                  </a:lnTo>
                  <a:lnTo>
                    <a:pt x="19786" y="304647"/>
                  </a:lnTo>
                  <a:lnTo>
                    <a:pt x="19786" y="292455"/>
                  </a:lnTo>
                  <a:lnTo>
                    <a:pt x="18262" y="278752"/>
                  </a:lnTo>
                  <a:lnTo>
                    <a:pt x="19786" y="265036"/>
                  </a:lnTo>
                  <a:lnTo>
                    <a:pt x="21310" y="252857"/>
                  </a:lnTo>
                  <a:lnTo>
                    <a:pt x="22834" y="239140"/>
                  </a:lnTo>
                  <a:lnTo>
                    <a:pt x="36537" y="190398"/>
                  </a:lnTo>
                  <a:lnTo>
                    <a:pt x="54800" y="155371"/>
                  </a:lnTo>
                  <a:lnTo>
                    <a:pt x="79159" y="123380"/>
                  </a:lnTo>
                  <a:lnTo>
                    <a:pt x="108089" y="95961"/>
                  </a:lnTo>
                  <a:lnTo>
                    <a:pt x="152234" y="63982"/>
                  </a:lnTo>
                  <a:lnTo>
                    <a:pt x="190296" y="44183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39" y="21336"/>
                  </a:lnTo>
                  <a:lnTo>
                    <a:pt x="290766" y="19812"/>
                  </a:lnTo>
                  <a:lnTo>
                    <a:pt x="305993" y="19812"/>
                  </a:lnTo>
                  <a:lnTo>
                    <a:pt x="322732" y="18287"/>
                  </a:lnTo>
                  <a:lnTo>
                    <a:pt x="436913" y="18287"/>
                  </a:lnTo>
                  <a:lnTo>
                    <a:pt x="432346" y="16763"/>
                  </a:lnTo>
                  <a:lnTo>
                    <a:pt x="417118" y="12191"/>
                  </a:lnTo>
                  <a:lnTo>
                    <a:pt x="386676" y="6096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13" y="18287"/>
                  </a:moveTo>
                  <a:lnTo>
                    <a:pt x="322732" y="18287"/>
                  </a:lnTo>
                  <a:lnTo>
                    <a:pt x="337959" y="19812"/>
                  </a:lnTo>
                  <a:lnTo>
                    <a:pt x="353187" y="19812"/>
                  </a:lnTo>
                  <a:lnTo>
                    <a:pt x="368401" y="21336"/>
                  </a:lnTo>
                  <a:lnTo>
                    <a:pt x="412546" y="30467"/>
                  </a:lnTo>
                  <a:lnTo>
                    <a:pt x="453656" y="44183"/>
                  </a:lnTo>
                  <a:lnTo>
                    <a:pt x="491718" y="63982"/>
                  </a:lnTo>
                  <a:lnTo>
                    <a:pt x="537387" y="95961"/>
                  </a:lnTo>
                  <a:lnTo>
                    <a:pt x="564781" y="124904"/>
                  </a:lnTo>
                  <a:lnTo>
                    <a:pt x="573925" y="134048"/>
                  </a:lnTo>
                  <a:lnTo>
                    <a:pt x="589140" y="155371"/>
                  </a:lnTo>
                  <a:lnTo>
                    <a:pt x="595236" y="167551"/>
                  </a:lnTo>
                  <a:lnTo>
                    <a:pt x="601319" y="178219"/>
                  </a:lnTo>
                  <a:lnTo>
                    <a:pt x="607415" y="190398"/>
                  </a:lnTo>
                  <a:lnTo>
                    <a:pt x="611974" y="202590"/>
                  </a:lnTo>
                  <a:lnTo>
                    <a:pt x="615022" y="214769"/>
                  </a:lnTo>
                  <a:lnTo>
                    <a:pt x="619594" y="226961"/>
                  </a:lnTo>
                  <a:lnTo>
                    <a:pt x="621106" y="240664"/>
                  </a:lnTo>
                  <a:lnTo>
                    <a:pt x="622630" y="252857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22630" y="306158"/>
                  </a:lnTo>
                  <a:lnTo>
                    <a:pt x="621106" y="318350"/>
                  </a:lnTo>
                  <a:lnTo>
                    <a:pt x="618070" y="332054"/>
                  </a:lnTo>
                  <a:lnTo>
                    <a:pt x="611974" y="356425"/>
                  </a:lnTo>
                  <a:lnTo>
                    <a:pt x="605891" y="368617"/>
                  </a:lnTo>
                  <a:lnTo>
                    <a:pt x="601319" y="380796"/>
                  </a:lnTo>
                  <a:lnTo>
                    <a:pt x="595236" y="391464"/>
                  </a:lnTo>
                  <a:lnTo>
                    <a:pt x="589140" y="403644"/>
                  </a:lnTo>
                  <a:lnTo>
                    <a:pt x="573925" y="424967"/>
                  </a:lnTo>
                  <a:lnTo>
                    <a:pt x="564781" y="434111"/>
                  </a:lnTo>
                  <a:lnTo>
                    <a:pt x="555650" y="444779"/>
                  </a:lnTo>
                  <a:lnTo>
                    <a:pt x="535863" y="463054"/>
                  </a:lnTo>
                  <a:lnTo>
                    <a:pt x="514553" y="479806"/>
                  </a:lnTo>
                  <a:lnTo>
                    <a:pt x="491718" y="495033"/>
                  </a:lnTo>
                  <a:lnTo>
                    <a:pt x="465836" y="508749"/>
                  </a:lnTo>
                  <a:lnTo>
                    <a:pt x="453656" y="513321"/>
                  </a:lnTo>
                  <a:lnTo>
                    <a:pt x="439953" y="519404"/>
                  </a:lnTo>
                  <a:lnTo>
                    <a:pt x="412546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37959" y="539216"/>
                  </a:lnTo>
                  <a:lnTo>
                    <a:pt x="439937" y="539216"/>
                  </a:lnTo>
                  <a:lnTo>
                    <a:pt x="447560" y="536168"/>
                  </a:lnTo>
                  <a:lnTo>
                    <a:pt x="461263" y="531596"/>
                  </a:lnTo>
                  <a:lnTo>
                    <a:pt x="502373" y="510273"/>
                  </a:lnTo>
                  <a:lnTo>
                    <a:pt x="549567" y="476758"/>
                  </a:lnTo>
                  <a:lnTo>
                    <a:pt x="580009" y="446303"/>
                  </a:lnTo>
                  <a:lnTo>
                    <a:pt x="611974" y="400596"/>
                  </a:lnTo>
                  <a:lnTo>
                    <a:pt x="628726" y="362521"/>
                  </a:lnTo>
                  <a:lnTo>
                    <a:pt x="640905" y="321398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49809"/>
                  </a:lnTo>
                  <a:lnTo>
                    <a:pt x="639381" y="236093"/>
                  </a:lnTo>
                  <a:lnTo>
                    <a:pt x="637857" y="222389"/>
                  </a:lnTo>
                  <a:lnTo>
                    <a:pt x="624154" y="182791"/>
                  </a:lnTo>
                  <a:lnTo>
                    <a:pt x="604367" y="144703"/>
                  </a:lnTo>
                  <a:lnTo>
                    <a:pt x="596760" y="134048"/>
                  </a:lnTo>
                  <a:lnTo>
                    <a:pt x="589140" y="121856"/>
                  </a:lnTo>
                  <a:lnTo>
                    <a:pt x="548043" y="80733"/>
                  </a:lnTo>
                  <a:lnTo>
                    <a:pt x="500849" y="47218"/>
                  </a:lnTo>
                  <a:lnTo>
                    <a:pt x="461263" y="27419"/>
                  </a:lnTo>
                  <a:lnTo>
                    <a:pt x="446049" y="21336"/>
                  </a:lnTo>
                  <a:lnTo>
                    <a:pt x="436913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1" name="object 11"/>
          <p:cNvGrpSpPr/>
          <p:nvPr/>
        </p:nvGrpSpPr>
        <p:grpSpPr>
          <a:xfrm>
            <a:off x="6433388" y="3532251"/>
            <a:ext cx="644525" cy="559435"/>
            <a:chOff x="6433388" y="3532251"/>
            <a:chExt cx="644525" cy="559435"/>
          </a:xfrm>
        </p:grpSpPr>
        <p:sp>
          <p:nvSpPr>
            <p:cNvPr id="12" name="object 12"/>
            <p:cNvSpPr/>
            <p:nvPr/>
          </p:nvSpPr>
          <p:spPr>
            <a:xfrm>
              <a:off x="6444043" y="3541395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2616" y="535685"/>
                  </a:lnTo>
                  <a:lnTo>
                    <a:pt x="410589" y="525495"/>
                  </a:lnTo>
                  <a:lnTo>
                    <a:pt x="455347" y="509181"/>
                  </a:lnTo>
                  <a:lnTo>
                    <a:pt x="496241" y="487294"/>
                  </a:lnTo>
                  <a:lnTo>
                    <a:pt x="532623" y="460379"/>
                  </a:lnTo>
                  <a:lnTo>
                    <a:pt x="563845" y="428987"/>
                  </a:lnTo>
                  <a:lnTo>
                    <a:pt x="589257" y="393665"/>
                  </a:lnTo>
                  <a:lnTo>
                    <a:pt x="608212" y="354963"/>
                  </a:lnTo>
                  <a:lnTo>
                    <a:pt x="620060" y="313427"/>
                  </a:lnTo>
                  <a:lnTo>
                    <a:pt x="624154" y="269608"/>
                  </a:lnTo>
                  <a:lnTo>
                    <a:pt x="620060" y="225785"/>
                  </a:lnTo>
                  <a:lnTo>
                    <a:pt x="608212" y="184247"/>
                  </a:lnTo>
                  <a:lnTo>
                    <a:pt x="589257" y="145542"/>
                  </a:lnTo>
                  <a:lnTo>
                    <a:pt x="563845" y="110219"/>
                  </a:lnTo>
                  <a:lnTo>
                    <a:pt x="532623" y="78825"/>
                  </a:lnTo>
                  <a:lnTo>
                    <a:pt x="496241" y="51910"/>
                  </a:lnTo>
                  <a:lnTo>
                    <a:pt x="455347" y="30022"/>
                  </a:lnTo>
                  <a:lnTo>
                    <a:pt x="410589" y="13708"/>
                  </a:lnTo>
                  <a:lnTo>
                    <a:pt x="362616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33388" y="3532251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557491"/>
                  </a:moveTo>
                  <a:lnTo>
                    <a:pt x="305981" y="557491"/>
                  </a:lnTo>
                  <a:lnTo>
                    <a:pt x="322732" y="559015"/>
                  </a:lnTo>
                  <a:lnTo>
                    <a:pt x="339483" y="557491"/>
                  </a:lnTo>
                  <a:close/>
                </a:path>
                <a:path w="644525" h="559435">
                  <a:moveTo>
                    <a:pt x="339483" y="0"/>
                  </a:moveTo>
                  <a:lnTo>
                    <a:pt x="305981" y="0"/>
                  </a:lnTo>
                  <a:lnTo>
                    <a:pt x="274015" y="3048"/>
                  </a:lnTo>
                  <a:lnTo>
                    <a:pt x="226822" y="12191"/>
                  </a:lnTo>
                  <a:lnTo>
                    <a:pt x="182676" y="27419"/>
                  </a:lnTo>
                  <a:lnTo>
                    <a:pt x="143090" y="47218"/>
                  </a:lnTo>
                  <a:lnTo>
                    <a:pt x="95910" y="80733"/>
                  </a:lnTo>
                  <a:lnTo>
                    <a:pt x="65455" y="111201"/>
                  </a:lnTo>
                  <a:lnTo>
                    <a:pt x="56324" y="123380"/>
                  </a:lnTo>
                  <a:lnTo>
                    <a:pt x="47193" y="134048"/>
                  </a:lnTo>
                  <a:lnTo>
                    <a:pt x="31965" y="158419"/>
                  </a:lnTo>
                  <a:lnTo>
                    <a:pt x="19786" y="182791"/>
                  </a:lnTo>
                  <a:lnTo>
                    <a:pt x="15227" y="196494"/>
                  </a:lnTo>
                  <a:lnTo>
                    <a:pt x="10655" y="208686"/>
                  </a:lnTo>
                  <a:lnTo>
                    <a:pt x="4559" y="236093"/>
                  </a:lnTo>
                  <a:lnTo>
                    <a:pt x="3048" y="251333"/>
                  </a:lnTo>
                  <a:lnTo>
                    <a:pt x="0" y="278752"/>
                  </a:lnTo>
                  <a:lnTo>
                    <a:pt x="1524" y="293979"/>
                  </a:lnTo>
                  <a:lnTo>
                    <a:pt x="3048" y="307682"/>
                  </a:lnTo>
                  <a:lnTo>
                    <a:pt x="4559" y="322922"/>
                  </a:lnTo>
                  <a:lnTo>
                    <a:pt x="10655" y="350342"/>
                  </a:lnTo>
                  <a:lnTo>
                    <a:pt x="15227" y="362521"/>
                  </a:lnTo>
                  <a:lnTo>
                    <a:pt x="19786" y="376224"/>
                  </a:lnTo>
                  <a:lnTo>
                    <a:pt x="25882" y="388416"/>
                  </a:lnTo>
                  <a:lnTo>
                    <a:pt x="33489" y="400596"/>
                  </a:lnTo>
                  <a:lnTo>
                    <a:pt x="39573" y="412788"/>
                  </a:lnTo>
                  <a:lnTo>
                    <a:pt x="74587" y="456958"/>
                  </a:lnTo>
                  <a:lnTo>
                    <a:pt x="118745" y="495033"/>
                  </a:lnTo>
                  <a:lnTo>
                    <a:pt x="170497" y="525500"/>
                  </a:lnTo>
                  <a:lnTo>
                    <a:pt x="197904" y="536168"/>
                  </a:lnTo>
                  <a:lnTo>
                    <a:pt x="213118" y="542251"/>
                  </a:lnTo>
                  <a:lnTo>
                    <a:pt x="228346" y="546823"/>
                  </a:lnTo>
                  <a:lnTo>
                    <a:pt x="274015" y="555967"/>
                  </a:lnTo>
                  <a:lnTo>
                    <a:pt x="290766" y="557491"/>
                  </a:lnTo>
                  <a:lnTo>
                    <a:pt x="356222" y="557491"/>
                  </a:lnTo>
                  <a:lnTo>
                    <a:pt x="418642" y="546823"/>
                  </a:lnTo>
                  <a:lnTo>
                    <a:pt x="440694" y="539216"/>
                  </a:lnTo>
                  <a:lnTo>
                    <a:pt x="307505" y="539216"/>
                  </a:lnTo>
                  <a:lnTo>
                    <a:pt x="275539" y="536168"/>
                  </a:lnTo>
                  <a:lnTo>
                    <a:pt x="261835" y="534644"/>
                  </a:lnTo>
                  <a:lnTo>
                    <a:pt x="246621" y="531596"/>
                  </a:lnTo>
                  <a:lnTo>
                    <a:pt x="231393" y="527024"/>
                  </a:lnTo>
                  <a:lnTo>
                    <a:pt x="217690" y="523976"/>
                  </a:lnTo>
                  <a:lnTo>
                    <a:pt x="203987" y="519404"/>
                  </a:lnTo>
                  <a:lnTo>
                    <a:pt x="190284" y="513321"/>
                  </a:lnTo>
                  <a:lnTo>
                    <a:pt x="178117" y="507225"/>
                  </a:lnTo>
                  <a:lnTo>
                    <a:pt x="152234" y="495033"/>
                  </a:lnTo>
                  <a:lnTo>
                    <a:pt x="129400" y="479806"/>
                  </a:lnTo>
                  <a:lnTo>
                    <a:pt x="108089" y="463054"/>
                  </a:lnTo>
                  <a:lnTo>
                    <a:pt x="79159" y="434111"/>
                  </a:lnTo>
                  <a:lnTo>
                    <a:pt x="71551" y="423443"/>
                  </a:lnTo>
                  <a:lnTo>
                    <a:pt x="62407" y="412788"/>
                  </a:lnTo>
                  <a:lnTo>
                    <a:pt x="56324" y="402120"/>
                  </a:lnTo>
                  <a:lnTo>
                    <a:pt x="48717" y="391464"/>
                  </a:lnTo>
                  <a:lnTo>
                    <a:pt x="42621" y="379272"/>
                  </a:lnTo>
                  <a:lnTo>
                    <a:pt x="38061" y="368617"/>
                  </a:lnTo>
                  <a:lnTo>
                    <a:pt x="28917" y="344246"/>
                  </a:lnTo>
                  <a:lnTo>
                    <a:pt x="25882" y="330530"/>
                  </a:lnTo>
                  <a:lnTo>
                    <a:pt x="22834" y="318350"/>
                  </a:lnTo>
                  <a:lnTo>
                    <a:pt x="21310" y="304647"/>
                  </a:lnTo>
                  <a:lnTo>
                    <a:pt x="19786" y="292455"/>
                  </a:lnTo>
                  <a:lnTo>
                    <a:pt x="19786" y="265036"/>
                  </a:lnTo>
                  <a:lnTo>
                    <a:pt x="21310" y="252857"/>
                  </a:lnTo>
                  <a:lnTo>
                    <a:pt x="22834" y="239140"/>
                  </a:lnTo>
                  <a:lnTo>
                    <a:pt x="28917" y="214769"/>
                  </a:lnTo>
                  <a:lnTo>
                    <a:pt x="50241" y="166027"/>
                  </a:lnTo>
                  <a:lnTo>
                    <a:pt x="79159" y="123380"/>
                  </a:lnTo>
                  <a:lnTo>
                    <a:pt x="108089" y="95961"/>
                  </a:lnTo>
                  <a:lnTo>
                    <a:pt x="153758" y="63982"/>
                  </a:lnTo>
                  <a:lnTo>
                    <a:pt x="191808" y="44183"/>
                  </a:lnTo>
                  <a:lnTo>
                    <a:pt x="232917" y="30467"/>
                  </a:lnTo>
                  <a:lnTo>
                    <a:pt x="277063" y="21336"/>
                  </a:lnTo>
                  <a:lnTo>
                    <a:pt x="292290" y="19812"/>
                  </a:lnTo>
                  <a:lnTo>
                    <a:pt x="307505" y="19812"/>
                  </a:lnTo>
                  <a:lnTo>
                    <a:pt x="322732" y="18287"/>
                  </a:lnTo>
                  <a:lnTo>
                    <a:pt x="437417" y="18287"/>
                  </a:lnTo>
                  <a:lnTo>
                    <a:pt x="432346" y="16763"/>
                  </a:lnTo>
                  <a:lnTo>
                    <a:pt x="418642" y="12191"/>
                  </a:lnTo>
                  <a:lnTo>
                    <a:pt x="401891" y="9144"/>
                  </a:lnTo>
                  <a:lnTo>
                    <a:pt x="371449" y="3048"/>
                  </a:lnTo>
                  <a:lnTo>
                    <a:pt x="339483" y="0"/>
                  </a:lnTo>
                  <a:close/>
                </a:path>
                <a:path w="644525" h="559435">
                  <a:moveTo>
                    <a:pt x="437417" y="18287"/>
                  </a:moveTo>
                  <a:lnTo>
                    <a:pt x="322732" y="18287"/>
                  </a:lnTo>
                  <a:lnTo>
                    <a:pt x="337959" y="19812"/>
                  </a:lnTo>
                  <a:lnTo>
                    <a:pt x="354698" y="19812"/>
                  </a:lnTo>
                  <a:lnTo>
                    <a:pt x="369925" y="21336"/>
                  </a:lnTo>
                  <a:lnTo>
                    <a:pt x="383628" y="24371"/>
                  </a:lnTo>
                  <a:lnTo>
                    <a:pt x="414070" y="30467"/>
                  </a:lnTo>
                  <a:lnTo>
                    <a:pt x="455180" y="44183"/>
                  </a:lnTo>
                  <a:lnTo>
                    <a:pt x="493229" y="63982"/>
                  </a:lnTo>
                  <a:lnTo>
                    <a:pt x="537387" y="95961"/>
                  </a:lnTo>
                  <a:lnTo>
                    <a:pt x="566305" y="124904"/>
                  </a:lnTo>
                  <a:lnTo>
                    <a:pt x="573913" y="134048"/>
                  </a:lnTo>
                  <a:lnTo>
                    <a:pt x="583057" y="144703"/>
                  </a:lnTo>
                  <a:lnTo>
                    <a:pt x="589140" y="155371"/>
                  </a:lnTo>
                  <a:lnTo>
                    <a:pt x="596747" y="167551"/>
                  </a:lnTo>
                  <a:lnTo>
                    <a:pt x="602843" y="178219"/>
                  </a:lnTo>
                  <a:lnTo>
                    <a:pt x="616546" y="214769"/>
                  </a:lnTo>
                  <a:lnTo>
                    <a:pt x="624154" y="252857"/>
                  </a:lnTo>
                  <a:lnTo>
                    <a:pt x="625678" y="266560"/>
                  </a:lnTo>
                  <a:lnTo>
                    <a:pt x="625678" y="292455"/>
                  </a:lnTo>
                  <a:lnTo>
                    <a:pt x="619582" y="332054"/>
                  </a:lnTo>
                  <a:lnTo>
                    <a:pt x="607402" y="368617"/>
                  </a:lnTo>
                  <a:lnTo>
                    <a:pt x="595236" y="391464"/>
                  </a:lnTo>
                  <a:lnTo>
                    <a:pt x="589140" y="403644"/>
                  </a:lnTo>
                  <a:lnTo>
                    <a:pt x="557174" y="444779"/>
                  </a:lnTo>
                  <a:lnTo>
                    <a:pt x="516064" y="479806"/>
                  </a:lnTo>
                  <a:lnTo>
                    <a:pt x="467360" y="508749"/>
                  </a:lnTo>
                  <a:lnTo>
                    <a:pt x="453656" y="513321"/>
                  </a:lnTo>
                  <a:lnTo>
                    <a:pt x="441477" y="519404"/>
                  </a:lnTo>
                  <a:lnTo>
                    <a:pt x="398843" y="531596"/>
                  </a:lnTo>
                  <a:lnTo>
                    <a:pt x="337959" y="539216"/>
                  </a:lnTo>
                  <a:lnTo>
                    <a:pt x="440694" y="539216"/>
                  </a:lnTo>
                  <a:lnTo>
                    <a:pt x="447560" y="536168"/>
                  </a:lnTo>
                  <a:lnTo>
                    <a:pt x="462788" y="531596"/>
                  </a:lnTo>
                  <a:lnTo>
                    <a:pt x="476491" y="525500"/>
                  </a:lnTo>
                  <a:lnTo>
                    <a:pt x="526719" y="495033"/>
                  </a:lnTo>
                  <a:lnTo>
                    <a:pt x="570877" y="456958"/>
                  </a:lnTo>
                  <a:lnTo>
                    <a:pt x="598271" y="424967"/>
                  </a:lnTo>
                  <a:lnTo>
                    <a:pt x="619582" y="388416"/>
                  </a:lnTo>
                  <a:lnTo>
                    <a:pt x="634809" y="348818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34809" y="208686"/>
                  </a:lnTo>
                  <a:lnTo>
                    <a:pt x="624154" y="182791"/>
                  </a:lnTo>
                  <a:lnTo>
                    <a:pt x="619582" y="169075"/>
                  </a:lnTo>
                  <a:lnTo>
                    <a:pt x="611974" y="156895"/>
                  </a:lnTo>
                  <a:lnTo>
                    <a:pt x="605891" y="144703"/>
                  </a:lnTo>
                  <a:lnTo>
                    <a:pt x="598271" y="134048"/>
                  </a:lnTo>
                  <a:lnTo>
                    <a:pt x="570877" y="100533"/>
                  </a:lnTo>
                  <a:lnTo>
                    <a:pt x="526719" y="62458"/>
                  </a:lnTo>
                  <a:lnTo>
                    <a:pt x="474967" y="33515"/>
                  </a:lnTo>
                  <a:lnTo>
                    <a:pt x="447560" y="21336"/>
                  </a:lnTo>
                  <a:lnTo>
                    <a:pt x="437417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14" name="object 14"/>
          <p:cNvGrpSpPr/>
          <p:nvPr/>
        </p:nvGrpSpPr>
        <p:grpSpPr>
          <a:xfrm>
            <a:off x="7191502" y="3532251"/>
            <a:ext cx="644525" cy="559435"/>
            <a:chOff x="7191502" y="3532251"/>
            <a:chExt cx="644525" cy="559435"/>
          </a:xfrm>
        </p:grpSpPr>
        <p:sp>
          <p:nvSpPr>
            <p:cNvPr id="15" name="object 15"/>
            <p:cNvSpPr/>
            <p:nvPr/>
          </p:nvSpPr>
          <p:spPr>
            <a:xfrm>
              <a:off x="7200646" y="3541395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27"/>
                  </a:lnTo>
                  <a:lnTo>
                    <a:pt x="15941" y="354963"/>
                  </a:lnTo>
                  <a:lnTo>
                    <a:pt x="34896" y="393665"/>
                  </a:lnTo>
                  <a:lnTo>
                    <a:pt x="60308" y="428987"/>
                  </a:lnTo>
                  <a:lnTo>
                    <a:pt x="91530" y="460379"/>
                  </a:lnTo>
                  <a:lnTo>
                    <a:pt x="127912" y="487294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4"/>
                  </a:lnTo>
                  <a:lnTo>
                    <a:pt x="533957" y="460379"/>
                  </a:lnTo>
                  <a:lnTo>
                    <a:pt x="565271" y="428987"/>
                  </a:lnTo>
                  <a:lnTo>
                    <a:pt x="590740" y="393665"/>
                  </a:lnTo>
                  <a:lnTo>
                    <a:pt x="609724" y="354963"/>
                  </a:lnTo>
                  <a:lnTo>
                    <a:pt x="621583" y="313427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191502" y="3532251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557491"/>
                  </a:moveTo>
                  <a:lnTo>
                    <a:pt x="305993" y="557491"/>
                  </a:lnTo>
                  <a:lnTo>
                    <a:pt x="322745" y="559015"/>
                  </a:lnTo>
                  <a:lnTo>
                    <a:pt x="337959" y="557491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48"/>
                  </a:lnTo>
                  <a:lnTo>
                    <a:pt x="226834" y="12191"/>
                  </a:lnTo>
                  <a:lnTo>
                    <a:pt x="168986" y="33515"/>
                  </a:lnTo>
                  <a:lnTo>
                    <a:pt x="117221" y="63982"/>
                  </a:lnTo>
                  <a:lnTo>
                    <a:pt x="73075" y="100533"/>
                  </a:lnTo>
                  <a:lnTo>
                    <a:pt x="47193" y="134048"/>
                  </a:lnTo>
                  <a:lnTo>
                    <a:pt x="19799" y="182791"/>
                  </a:lnTo>
                  <a:lnTo>
                    <a:pt x="15227" y="196494"/>
                  </a:lnTo>
                  <a:lnTo>
                    <a:pt x="10668" y="208686"/>
                  </a:lnTo>
                  <a:lnTo>
                    <a:pt x="6096" y="222389"/>
                  </a:lnTo>
                  <a:lnTo>
                    <a:pt x="3048" y="236093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3048" y="322922"/>
                  </a:lnTo>
                  <a:lnTo>
                    <a:pt x="6096" y="336626"/>
                  </a:lnTo>
                  <a:lnTo>
                    <a:pt x="10668" y="350342"/>
                  </a:lnTo>
                  <a:lnTo>
                    <a:pt x="15227" y="362521"/>
                  </a:lnTo>
                  <a:lnTo>
                    <a:pt x="19799" y="376224"/>
                  </a:lnTo>
                  <a:lnTo>
                    <a:pt x="47193" y="424967"/>
                  </a:lnTo>
                  <a:lnTo>
                    <a:pt x="74599" y="456958"/>
                  </a:lnTo>
                  <a:lnTo>
                    <a:pt x="94386" y="478282"/>
                  </a:lnTo>
                  <a:lnTo>
                    <a:pt x="143103" y="511797"/>
                  </a:lnTo>
                  <a:lnTo>
                    <a:pt x="168986" y="525500"/>
                  </a:lnTo>
                  <a:lnTo>
                    <a:pt x="182689" y="531596"/>
                  </a:lnTo>
                  <a:lnTo>
                    <a:pt x="197916" y="536168"/>
                  </a:lnTo>
                  <a:lnTo>
                    <a:pt x="211607" y="542251"/>
                  </a:lnTo>
                  <a:lnTo>
                    <a:pt x="226834" y="546823"/>
                  </a:lnTo>
                  <a:lnTo>
                    <a:pt x="257276" y="552919"/>
                  </a:lnTo>
                  <a:lnTo>
                    <a:pt x="274027" y="555967"/>
                  </a:lnTo>
                  <a:lnTo>
                    <a:pt x="289255" y="557491"/>
                  </a:lnTo>
                  <a:lnTo>
                    <a:pt x="354711" y="557491"/>
                  </a:lnTo>
                  <a:lnTo>
                    <a:pt x="371462" y="555967"/>
                  </a:lnTo>
                  <a:lnTo>
                    <a:pt x="417131" y="546823"/>
                  </a:lnTo>
                  <a:lnTo>
                    <a:pt x="432346" y="542251"/>
                  </a:lnTo>
                  <a:lnTo>
                    <a:pt x="439943" y="539216"/>
                  </a:lnTo>
                  <a:lnTo>
                    <a:pt x="305993" y="539216"/>
                  </a:lnTo>
                  <a:lnTo>
                    <a:pt x="260324" y="534644"/>
                  </a:lnTo>
                  <a:lnTo>
                    <a:pt x="245097" y="531596"/>
                  </a:lnTo>
                  <a:lnTo>
                    <a:pt x="231406" y="527024"/>
                  </a:lnTo>
                  <a:lnTo>
                    <a:pt x="217703" y="523976"/>
                  </a:lnTo>
                  <a:lnTo>
                    <a:pt x="176593" y="507225"/>
                  </a:lnTo>
                  <a:lnTo>
                    <a:pt x="127889" y="479806"/>
                  </a:lnTo>
                  <a:lnTo>
                    <a:pt x="86779" y="443255"/>
                  </a:lnTo>
                  <a:lnTo>
                    <a:pt x="79171" y="434111"/>
                  </a:lnTo>
                  <a:lnTo>
                    <a:pt x="70027" y="423443"/>
                  </a:lnTo>
                  <a:lnTo>
                    <a:pt x="54813" y="402120"/>
                  </a:lnTo>
                  <a:lnTo>
                    <a:pt x="48717" y="391464"/>
                  </a:lnTo>
                  <a:lnTo>
                    <a:pt x="42633" y="379272"/>
                  </a:lnTo>
                  <a:lnTo>
                    <a:pt x="36537" y="368617"/>
                  </a:lnTo>
                  <a:lnTo>
                    <a:pt x="31978" y="356425"/>
                  </a:lnTo>
                  <a:lnTo>
                    <a:pt x="28930" y="344246"/>
                  </a:lnTo>
                  <a:lnTo>
                    <a:pt x="24358" y="330530"/>
                  </a:lnTo>
                  <a:lnTo>
                    <a:pt x="22847" y="318350"/>
                  </a:lnTo>
                  <a:lnTo>
                    <a:pt x="19799" y="304647"/>
                  </a:lnTo>
                  <a:lnTo>
                    <a:pt x="19799" y="292455"/>
                  </a:lnTo>
                  <a:lnTo>
                    <a:pt x="18275" y="278752"/>
                  </a:lnTo>
                  <a:lnTo>
                    <a:pt x="19799" y="265036"/>
                  </a:lnTo>
                  <a:lnTo>
                    <a:pt x="21323" y="252857"/>
                  </a:lnTo>
                  <a:lnTo>
                    <a:pt x="22847" y="239140"/>
                  </a:lnTo>
                  <a:lnTo>
                    <a:pt x="36537" y="190398"/>
                  </a:lnTo>
                  <a:lnTo>
                    <a:pt x="54813" y="155371"/>
                  </a:lnTo>
                  <a:lnTo>
                    <a:pt x="79171" y="123380"/>
                  </a:lnTo>
                  <a:lnTo>
                    <a:pt x="108089" y="95961"/>
                  </a:lnTo>
                  <a:lnTo>
                    <a:pt x="152234" y="63982"/>
                  </a:lnTo>
                  <a:lnTo>
                    <a:pt x="190296" y="44183"/>
                  </a:lnTo>
                  <a:lnTo>
                    <a:pt x="231406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51" y="21336"/>
                  </a:lnTo>
                  <a:lnTo>
                    <a:pt x="290766" y="19812"/>
                  </a:lnTo>
                  <a:lnTo>
                    <a:pt x="305993" y="19812"/>
                  </a:lnTo>
                  <a:lnTo>
                    <a:pt x="322745" y="18287"/>
                  </a:lnTo>
                  <a:lnTo>
                    <a:pt x="436913" y="18287"/>
                  </a:lnTo>
                  <a:lnTo>
                    <a:pt x="432346" y="16763"/>
                  </a:lnTo>
                  <a:lnTo>
                    <a:pt x="417131" y="12191"/>
                  </a:lnTo>
                  <a:lnTo>
                    <a:pt x="386676" y="6096"/>
                  </a:lnTo>
                  <a:lnTo>
                    <a:pt x="369938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13" y="18287"/>
                  </a:moveTo>
                  <a:lnTo>
                    <a:pt x="322745" y="18287"/>
                  </a:lnTo>
                  <a:lnTo>
                    <a:pt x="337959" y="19812"/>
                  </a:lnTo>
                  <a:lnTo>
                    <a:pt x="353187" y="19812"/>
                  </a:lnTo>
                  <a:lnTo>
                    <a:pt x="368414" y="21336"/>
                  </a:lnTo>
                  <a:lnTo>
                    <a:pt x="412559" y="30467"/>
                  </a:lnTo>
                  <a:lnTo>
                    <a:pt x="453656" y="44183"/>
                  </a:lnTo>
                  <a:lnTo>
                    <a:pt x="491718" y="63982"/>
                  </a:lnTo>
                  <a:lnTo>
                    <a:pt x="537387" y="95961"/>
                  </a:lnTo>
                  <a:lnTo>
                    <a:pt x="564794" y="124904"/>
                  </a:lnTo>
                  <a:lnTo>
                    <a:pt x="573925" y="134048"/>
                  </a:lnTo>
                  <a:lnTo>
                    <a:pt x="589152" y="155371"/>
                  </a:lnTo>
                  <a:lnTo>
                    <a:pt x="595236" y="167551"/>
                  </a:lnTo>
                  <a:lnTo>
                    <a:pt x="601332" y="178219"/>
                  </a:lnTo>
                  <a:lnTo>
                    <a:pt x="607415" y="190398"/>
                  </a:lnTo>
                  <a:lnTo>
                    <a:pt x="611987" y="202590"/>
                  </a:lnTo>
                  <a:lnTo>
                    <a:pt x="615035" y="214769"/>
                  </a:lnTo>
                  <a:lnTo>
                    <a:pt x="619594" y="226961"/>
                  </a:lnTo>
                  <a:lnTo>
                    <a:pt x="621118" y="240664"/>
                  </a:lnTo>
                  <a:lnTo>
                    <a:pt x="622642" y="252857"/>
                  </a:lnTo>
                  <a:lnTo>
                    <a:pt x="624166" y="266560"/>
                  </a:lnTo>
                  <a:lnTo>
                    <a:pt x="624166" y="292455"/>
                  </a:lnTo>
                  <a:lnTo>
                    <a:pt x="622642" y="306158"/>
                  </a:lnTo>
                  <a:lnTo>
                    <a:pt x="621118" y="318350"/>
                  </a:lnTo>
                  <a:lnTo>
                    <a:pt x="618070" y="332054"/>
                  </a:lnTo>
                  <a:lnTo>
                    <a:pt x="611987" y="356425"/>
                  </a:lnTo>
                  <a:lnTo>
                    <a:pt x="605891" y="368617"/>
                  </a:lnTo>
                  <a:lnTo>
                    <a:pt x="601332" y="380796"/>
                  </a:lnTo>
                  <a:lnTo>
                    <a:pt x="595236" y="391464"/>
                  </a:lnTo>
                  <a:lnTo>
                    <a:pt x="589152" y="403644"/>
                  </a:lnTo>
                  <a:lnTo>
                    <a:pt x="573925" y="424967"/>
                  </a:lnTo>
                  <a:lnTo>
                    <a:pt x="564794" y="434111"/>
                  </a:lnTo>
                  <a:lnTo>
                    <a:pt x="555663" y="444779"/>
                  </a:lnTo>
                  <a:lnTo>
                    <a:pt x="535863" y="463054"/>
                  </a:lnTo>
                  <a:lnTo>
                    <a:pt x="514553" y="479806"/>
                  </a:lnTo>
                  <a:lnTo>
                    <a:pt x="491718" y="495033"/>
                  </a:lnTo>
                  <a:lnTo>
                    <a:pt x="465836" y="508749"/>
                  </a:lnTo>
                  <a:lnTo>
                    <a:pt x="453656" y="513321"/>
                  </a:lnTo>
                  <a:lnTo>
                    <a:pt x="439966" y="519404"/>
                  </a:lnTo>
                  <a:lnTo>
                    <a:pt x="412559" y="528548"/>
                  </a:lnTo>
                  <a:lnTo>
                    <a:pt x="397332" y="531596"/>
                  </a:lnTo>
                  <a:lnTo>
                    <a:pt x="383628" y="534644"/>
                  </a:lnTo>
                  <a:lnTo>
                    <a:pt x="337959" y="539216"/>
                  </a:lnTo>
                  <a:lnTo>
                    <a:pt x="439943" y="539216"/>
                  </a:lnTo>
                  <a:lnTo>
                    <a:pt x="447573" y="536168"/>
                  </a:lnTo>
                  <a:lnTo>
                    <a:pt x="461276" y="531596"/>
                  </a:lnTo>
                  <a:lnTo>
                    <a:pt x="502373" y="510273"/>
                  </a:lnTo>
                  <a:lnTo>
                    <a:pt x="549567" y="476758"/>
                  </a:lnTo>
                  <a:lnTo>
                    <a:pt x="580021" y="446303"/>
                  </a:lnTo>
                  <a:lnTo>
                    <a:pt x="611987" y="400596"/>
                  </a:lnTo>
                  <a:lnTo>
                    <a:pt x="628726" y="362521"/>
                  </a:lnTo>
                  <a:lnTo>
                    <a:pt x="640905" y="321398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49809"/>
                  </a:lnTo>
                  <a:lnTo>
                    <a:pt x="639381" y="236093"/>
                  </a:lnTo>
                  <a:lnTo>
                    <a:pt x="637870" y="222389"/>
                  </a:lnTo>
                  <a:lnTo>
                    <a:pt x="624166" y="182791"/>
                  </a:lnTo>
                  <a:lnTo>
                    <a:pt x="604367" y="144703"/>
                  </a:lnTo>
                  <a:lnTo>
                    <a:pt x="596760" y="134048"/>
                  </a:lnTo>
                  <a:lnTo>
                    <a:pt x="589152" y="121856"/>
                  </a:lnTo>
                  <a:lnTo>
                    <a:pt x="548043" y="80733"/>
                  </a:lnTo>
                  <a:lnTo>
                    <a:pt x="500849" y="47218"/>
                  </a:lnTo>
                  <a:lnTo>
                    <a:pt x="461276" y="27419"/>
                  </a:lnTo>
                  <a:lnTo>
                    <a:pt x="446049" y="21336"/>
                  </a:lnTo>
                  <a:lnTo>
                    <a:pt x="436913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5881979" y="3680721"/>
            <a:ext cx="175704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78510" algn="l"/>
                <a:tab pos="1517650" algn="l"/>
              </a:tabLst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s</a:t>
            </a: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	6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	8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7948104" y="3544442"/>
            <a:ext cx="644525" cy="557530"/>
            <a:chOff x="7948104" y="3544442"/>
            <a:chExt cx="644525" cy="557530"/>
          </a:xfrm>
        </p:grpSpPr>
        <p:sp>
          <p:nvSpPr>
            <p:cNvPr id="19" name="object 19"/>
            <p:cNvSpPr/>
            <p:nvPr/>
          </p:nvSpPr>
          <p:spPr>
            <a:xfrm>
              <a:off x="7958760" y="3553586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89" y="0"/>
                  </a:moveTo>
                  <a:lnTo>
                    <a:pt x="261546" y="3518"/>
                  </a:lnTo>
                  <a:lnTo>
                    <a:pt x="213571" y="13707"/>
                  </a:lnTo>
                  <a:lnTo>
                    <a:pt x="168811" y="30019"/>
                  </a:lnTo>
                  <a:lnTo>
                    <a:pt x="127915" y="51906"/>
                  </a:lnTo>
                  <a:lnTo>
                    <a:pt x="91532" y="78819"/>
                  </a:lnTo>
                  <a:lnTo>
                    <a:pt x="60309" y="110210"/>
                  </a:lnTo>
                  <a:lnTo>
                    <a:pt x="34896" y="145532"/>
                  </a:lnTo>
                  <a:lnTo>
                    <a:pt x="15942" y="184235"/>
                  </a:lnTo>
                  <a:lnTo>
                    <a:pt x="4093" y="225772"/>
                  </a:lnTo>
                  <a:lnTo>
                    <a:pt x="0" y="269595"/>
                  </a:lnTo>
                  <a:lnTo>
                    <a:pt x="4093" y="313418"/>
                  </a:lnTo>
                  <a:lnTo>
                    <a:pt x="15942" y="354956"/>
                  </a:lnTo>
                  <a:lnTo>
                    <a:pt x="34896" y="393661"/>
                  </a:lnTo>
                  <a:lnTo>
                    <a:pt x="60309" y="428984"/>
                  </a:lnTo>
                  <a:lnTo>
                    <a:pt x="91532" y="460378"/>
                  </a:lnTo>
                  <a:lnTo>
                    <a:pt x="127915" y="487293"/>
                  </a:lnTo>
                  <a:lnTo>
                    <a:pt x="168811" y="509181"/>
                  </a:lnTo>
                  <a:lnTo>
                    <a:pt x="213571" y="525495"/>
                  </a:lnTo>
                  <a:lnTo>
                    <a:pt x="261546" y="535685"/>
                  </a:lnTo>
                  <a:lnTo>
                    <a:pt x="312089" y="539203"/>
                  </a:lnTo>
                  <a:lnTo>
                    <a:pt x="362629" y="535685"/>
                  </a:lnTo>
                  <a:lnTo>
                    <a:pt x="410602" y="525495"/>
                  </a:lnTo>
                  <a:lnTo>
                    <a:pt x="455359" y="509181"/>
                  </a:lnTo>
                  <a:lnTo>
                    <a:pt x="496254" y="487293"/>
                  </a:lnTo>
                  <a:lnTo>
                    <a:pt x="532636" y="460378"/>
                  </a:lnTo>
                  <a:lnTo>
                    <a:pt x="563857" y="428984"/>
                  </a:lnTo>
                  <a:lnTo>
                    <a:pt x="589270" y="393661"/>
                  </a:lnTo>
                  <a:lnTo>
                    <a:pt x="608224" y="354956"/>
                  </a:lnTo>
                  <a:lnTo>
                    <a:pt x="620073" y="313418"/>
                  </a:lnTo>
                  <a:lnTo>
                    <a:pt x="624166" y="269595"/>
                  </a:lnTo>
                  <a:lnTo>
                    <a:pt x="620073" y="225772"/>
                  </a:lnTo>
                  <a:lnTo>
                    <a:pt x="608224" y="184235"/>
                  </a:lnTo>
                  <a:lnTo>
                    <a:pt x="589270" y="145532"/>
                  </a:lnTo>
                  <a:lnTo>
                    <a:pt x="563857" y="110210"/>
                  </a:lnTo>
                  <a:lnTo>
                    <a:pt x="532636" y="78819"/>
                  </a:lnTo>
                  <a:lnTo>
                    <a:pt x="496254" y="51906"/>
                  </a:lnTo>
                  <a:lnTo>
                    <a:pt x="455359" y="30019"/>
                  </a:lnTo>
                  <a:lnTo>
                    <a:pt x="410602" y="13707"/>
                  </a:lnTo>
                  <a:lnTo>
                    <a:pt x="362629" y="3518"/>
                  </a:lnTo>
                  <a:lnTo>
                    <a:pt x="312089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7948104" y="3544442"/>
              <a:ext cx="644525" cy="557530"/>
            </a:xfrm>
            <a:custGeom>
              <a:avLst/>
              <a:gdLst/>
              <a:ahLst/>
              <a:cxnLst/>
              <a:rect l="l" t="t" r="r" b="b"/>
              <a:pathLst>
                <a:path w="644525" h="557529">
                  <a:moveTo>
                    <a:pt x="339483" y="0"/>
                  </a:moveTo>
                  <a:lnTo>
                    <a:pt x="289242" y="0"/>
                  </a:lnTo>
                  <a:lnTo>
                    <a:pt x="274027" y="3048"/>
                  </a:lnTo>
                  <a:lnTo>
                    <a:pt x="257276" y="4572"/>
                  </a:lnTo>
                  <a:lnTo>
                    <a:pt x="211607" y="16751"/>
                  </a:lnTo>
                  <a:lnTo>
                    <a:pt x="168986" y="33502"/>
                  </a:lnTo>
                  <a:lnTo>
                    <a:pt x="118744" y="62445"/>
                  </a:lnTo>
                  <a:lnTo>
                    <a:pt x="74599" y="100533"/>
                  </a:lnTo>
                  <a:lnTo>
                    <a:pt x="47193" y="134035"/>
                  </a:lnTo>
                  <a:lnTo>
                    <a:pt x="25882" y="169075"/>
                  </a:lnTo>
                  <a:lnTo>
                    <a:pt x="10655" y="208673"/>
                  </a:lnTo>
                  <a:lnTo>
                    <a:pt x="3048" y="249796"/>
                  </a:lnTo>
                  <a:lnTo>
                    <a:pt x="1524" y="265036"/>
                  </a:lnTo>
                  <a:lnTo>
                    <a:pt x="0" y="278739"/>
                  </a:lnTo>
                  <a:lnTo>
                    <a:pt x="4572" y="321386"/>
                  </a:lnTo>
                  <a:lnTo>
                    <a:pt x="19799" y="376224"/>
                  </a:lnTo>
                  <a:lnTo>
                    <a:pt x="33489" y="400596"/>
                  </a:lnTo>
                  <a:lnTo>
                    <a:pt x="39585" y="412775"/>
                  </a:lnTo>
                  <a:lnTo>
                    <a:pt x="74599" y="456958"/>
                  </a:lnTo>
                  <a:lnTo>
                    <a:pt x="118744" y="495033"/>
                  </a:lnTo>
                  <a:lnTo>
                    <a:pt x="170510" y="525500"/>
                  </a:lnTo>
                  <a:lnTo>
                    <a:pt x="243573" y="549871"/>
                  </a:lnTo>
                  <a:lnTo>
                    <a:pt x="305993" y="557479"/>
                  </a:lnTo>
                  <a:lnTo>
                    <a:pt x="339483" y="557479"/>
                  </a:lnTo>
                  <a:lnTo>
                    <a:pt x="388200" y="552907"/>
                  </a:lnTo>
                  <a:lnTo>
                    <a:pt x="403428" y="549871"/>
                  </a:lnTo>
                  <a:lnTo>
                    <a:pt x="433870" y="540727"/>
                  </a:lnTo>
                  <a:lnTo>
                    <a:pt x="438437" y="539203"/>
                  </a:lnTo>
                  <a:lnTo>
                    <a:pt x="307517" y="539203"/>
                  </a:lnTo>
                  <a:lnTo>
                    <a:pt x="275551" y="536155"/>
                  </a:lnTo>
                  <a:lnTo>
                    <a:pt x="261848" y="533107"/>
                  </a:lnTo>
                  <a:lnTo>
                    <a:pt x="231393" y="527024"/>
                  </a:lnTo>
                  <a:lnTo>
                    <a:pt x="190296" y="513308"/>
                  </a:lnTo>
                  <a:lnTo>
                    <a:pt x="152234" y="493509"/>
                  </a:lnTo>
                  <a:lnTo>
                    <a:pt x="108089" y="461518"/>
                  </a:lnTo>
                  <a:lnTo>
                    <a:pt x="79171" y="434111"/>
                  </a:lnTo>
                  <a:lnTo>
                    <a:pt x="71551" y="423443"/>
                  </a:lnTo>
                  <a:lnTo>
                    <a:pt x="62420" y="412775"/>
                  </a:lnTo>
                  <a:lnTo>
                    <a:pt x="56337" y="402120"/>
                  </a:lnTo>
                  <a:lnTo>
                    <a:pt x="48717" y="391452"/>
                  </a:lnTo>
                  <a:lnTo>
                    <a:pt x="42633" y="379272"/>
                  </a:lnTo>
                  <a:lnTo>
                    <a:pt x="28930" y="342709"/>
                  </a:lnTo>
                  <a:lnTo>
                    <a:pt x="22834" y="318338"/>
                  </a:lnTo>
                  <a:lnTo>
                    <a:pt x="21310" y="304634"/>
                  </a:lnTo>
                  <a:lnTo>
                    <a:pt x="19799" y="292455"/>
                  </a:lnTo>
                  <a:lnTo>
                    <a:pt x="19799" y="265036"/>
                  </a:lnTo>
                  <a:lnTo>
                    <a:pt x="21310" y="251320"/>
                  </a:lnTo>
                  <a:lnTo>
                    <a:pt x="22834" y="239141"/>
                  </a:lnTo>
                  <a:lnTo>
                    <a:pt x="25882" y="226949"/>
                  </a:lnTo>
                  <a:lnTo>
                    <a:pt x="28930" y="213245"/>
                  </a:lnTo>
                  <a:lnTo>
                    <a:pt x="38061" y="188874"/>
                  </a:lnTo>
                  <a:lnTo>
                    <a:pt x="44157" y="178206"/>
                  </a:lnTo>
                  <a:lnTo>
                    <a:pt x="50241" y="166027"/>
                  </a:lnTo>
                  <a:lnTo>
                    <a:pt x="79171" y="123380"/>
                  </a:lnTo>
                  <a:lnTo>
                    <a:pt x="108089" y="94437"/>
                  </a:lnTo>
                  <a:lnTo>
                    <a:pt x="153758" y="62445"/>
                  </a:lnTo>
                  <a:lnTo>
                    <a:pt x="190296" y="44170"/>
                  </a:lnTo>
                  <a:lnTo>
                    <a:pt x="204000" y="39598"/>
                  </a:lnTo>
                  <a:lnTo>
                    <a:pt x="217703" y="33502"/>
                  </a:lnTo>
                  <a:lnTo>
                    <a:pt x="232917" y="30467"/>
                  </a:lnTo>
                  <a:lnTo>
                    <a:pt x="246621" y="25895"/>
                  </a:lnTo>
                  <a:lnTo>
                    <a:pt x="261848" y="24371"/>
                  </a:lnTo>
                  <a:lnTo>
                    <a:pt x="277063" y="21323"/>
                  </a:lnTo>
                  <a:lnTo>
                    <a:pt x="307517" y="18275"/>
                  </a:lnTo>
                  <a:lnTo>
                    <a:pt x="437421" y="18275"/>
                  </a:lnTo>
                  <a:lnTo>
                    <a:pt x="432346" y="16751"/>
                  </a:lnTo>
                  <a:lnTo>
                    <a:pt x="418642" y="12179"/>
                  </a:lnTo>
                  <a:lnTo>
                    <a:pt x="401904" y="7620"/>
                  </a:lnTo>
                  <a:lnTo>
                    <a:pt x="386676" y="4572"/>
                  </a:lnTo>
                  <a:lnTo>
                    <a:pt x="339483" y="0"/>
                  </a:lnTo>
                  <a:close/>
                </a:path>
                <a:path w="644525" h="557529">
                  <a:moveTo>
                    <a:pt x="437421" y="18275"/>
                  </a:moveTo>
                  <a:lnTo>
                    <a:pt x="337959" y="18275"/>
                  </a:lnTo>
                  <a:lnTo>
                    <a:pt x="369938" y="21323"/>
                  </a:lnTo>
                  <a:lnTo>
                    <a:pt x="383628" y="24371"/>
                  </a:lnTo>
                  <a:lnTo>
                    <a:pt x="455180" y="44170"/>
                  </a:lnTo>
                  <a:lnTo>
                    <a:pt x="493242" y="63969"/>
                  </a:lnTo>
                  <a:lnTo>
                    <a:pt x="537387" y="95961"/>
                  </a:lnTo>
                  <a:lnTo>
                    <a:pt x="566318" y="123380"/>
                  </a:lnTo>
                  <a:lnTo>
                    <a:pt x="573925" y="134035"/>
                  </a:lnTo>
                  <a:lnTo>
                    <a:pt x="583056" y="144703"/>
                  </a:lnTo>
                  <a:lnTo>
                    <a:pt x="589152" y="155359"/>
                  </a:lnTo>
                  <a:lnTo>
                    <a:pt x="596760" y="166027"/>
                  </a:lnTo>
                  <a:lnTo>
                    <a:pt x="602843" y="178206"/>
                  </a:lnTo>
                  <a:lnTo>
                    <a:pt x="616546" y="214769"/>
                  </a:lnTo>
                  <a:lnTo>
                    <a:pt x="622642" y="239141"/>
                  </a:lnTo>
                  <a:lnTo>
                    <a:pt x="624166" y="252844"/>
                  </a:lnTo>
                  <a:lnTo>
                    <a:pt x="625678" y="265036"/>
                  </a:lnTo>
                  <a:lnTo>
                    <a:pt x="625678" y="292455"/>
                  </a:lnTo>
                  <a:lnTo>
                    <a:pt x="624166" y="306158"/>
                  </a:lnTo>
                  <a:lnTo>
                    <a:pt x="622642" y="318338"/>
                  </a:lnTo>
                  <a:lnTo>
                    <a:pt x="619594" y="330530"/>
                  </a:lnTo>
                  <a:lnTo>
                    <a:pt x="616546" y="344233"/>
                  </a:lnTo>
                  <a:lnTo>
                    <a:pt x="607415" y="368604"/>
                  </a:lnTo>
                  <a:lnTo>
                    <a:pt x="601332" y="379272"/>
                  </a:lnTo>
                  <a:lnTo>
                    <a:pt x="595236" y="391452"/>
                  </a:lnTo>
                  <a:lnTo>
                    <a:pt x="566318" y="434111"/>
                  </a:lnTo>
                  <a:lnTo>
                    <a:pt x="537387" y="463042"/>
                  </a:lnTo>
                  <a:lnTo>
                    <a:pt x="491718" y="495033"/>
                  </a:lnTo>
                  <a:lnTo>
                    <a:pt x="453656" y="513308"/>
                  </a:lnTo>
                  <a:lnTo>
                    <a:pt x="441477" y="517880"/>
                  </a:lnTo>
                  <a:lnTo>
                    <a:pt x="427774" y="523976"/>
                  </a:lnTo>
                  <a:lnTo>
                    <a:pt x="412559" y="527024"/>
                  </a:lnTo>
                  <a:lnTo>
                    <a:pt x="398856" y="531583"/>
                  </a:lnTo>
                  <a:lnTo>
                    <a:pt x="383628" y="533107"/>
                  </a:lnTo>
                  <a:lnTo>
                    <a:pt x="368414" y="536155"/>
                  </a:lnTo>
                  <a:lnTo>
                    <a:pt x="337959" y="539203"/>
                  </a:lnTo>
                  <a:lnTo>
                    <a:pt x="438437" y="539203"/>
                  </a:lnTo>
                  <a:lnTo>
                    <a:pt x="447573" y="536155"/>
                  </a:lnTo>
                  <a:lnTo>
                    <a:pt x="461276" y="530059"/>
                  </a:lnTo>
                  <a:lnTo>
                    <a:pt x="476491" y="523976"/>
                  </a:lnTo>
                  <a:lnTo>
                    <a:pt x="526732" y="495033"/>
                  </a:lnTo>
                  <a:lnTo>
                    <a:pt x="570877" y="456958"/>
                  </a:lnTo>
                  <a:lnTo>
                    <a:pt x="598284" y="423443"/>
                  </a:lnTo>
                  <a:lnTo>
                    <a:pt x="619594" y="388404"/>
                  </a:lnTo>
                  <a:lnTo>
                    <a:pt x="634822" y="348805"/>
                  </a:lnTo>
                  <a:lnTo>
                    <a:pt x="642429" y="307682"/>
                  </a:lnTo>
                  <a:lnTo>
                    <a:pt x="643953" y="292455"/>
                  </a:lnTo>
                  <a:lnTo>
                    <a:pt x="643953" y="263512"/>
                  </a:lnTo>
                  <a:lnTo>
                    <a:pt x="640905" y="236093"/>
                  </a:lnTo>
                  <a:lnTo>
                    <a:pt x="634822" y="208673"/>
                  </a:lnTo>
                  <a:lnTo>
                    <a:pt x="630250" y="194970"/>
                  </a:lnTo>
                  <a:lnTo>
                    <a:pt x="624166" y="181254"/>
                  </a:lnTo>
                  <a:lnTo>
                    <a:pt x="619594" y="169075"/>
                  </a:lnTo>
                  <a:lnTo>
                    <a:pt x="611987" y="156883"/>
                  </a:lnTo>
                  <a:lnTo>
                    <a:pt x="605891" y="144703"/>
                  </a:lnTo>
                  <a:lnTo>
                    <a:pt x="598284" y="132511"/>
                  </a:lnTo>
                  <a:lnTo>
                    <a:pt x="570877" y="100533"/>
                  </a:lnTo>
                  <a:lnTo>
                    <a:pt x="526732" y="62445"/>
                  </a:lnTo>
                  <a:lnTo>
                    <a:pt x="474967" y="31991"/>
                  </a:lnTo>
                  <a:lnTo>
                    <a:pt x="447573" y="21323"/>
                  </a:lnTo>
                  <a:lnTo>
                    <a:pt x="437421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/>
          <p:cNvSpPr txBox="1"/>
          <p:nvPr/>
        </p:nvSpPr>
        <p:spPr>
          <a:xfrm>
            <a:off x="8132750" y="3709244"/>
            <a:ext cx="275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r>
              <a:rPr dirty="0" sz="1200" spc="-3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8706231" y="3544442"/>
            <a:ext cx="644525" cy="557530"/>
            <a:chOff x="8706231" y="3544442"/>
            <a:chExt cx="644525" cy="557530"/>
          </a:xfrm>
        </p:grpSpPr>
        <p:sp>
          <p:nvSpPr>
            <p:cNvPr id="23" name="object 23"/>
            <p:cNvSpPr/>
            <p:nvPr/>
          </p:nvSpPr>
          <p:spPr>
            <a:xfrm>
              <a:off x="8715362" y="3553586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7"/>
                  </a:lnTo>
                  <a:lnTo>
                    <a:pt x="168806" y="30019"/>
                  </a:lnTo>
                  <a:lnTo>
                    <a:pt x="127912" y="51906"/>
                  </a:lnTo>
                  <a:lnTo>
                    <a:pt x="91530" y="78819"/>
                  </a:lnTo>
                  <a:lnTo>
                    <a:pt x="60308" y="110210"/>
                  </a:lnTo>
                  <a:lnTo>
                    <a:pt x="34896" y="145532"/>
                  </a:lnTo>
                  <a:lnTo>
                    <a:pt x="15941" y="184235"/>
                  </a:lnTo>
                  <a:lnTo>
                    <a:pt x="4093" y="225772"/>
                  </a:lnTo>
                  <a:lnTo>
                    <a:pt x="0" y="269595"/>
                  </a:lnTo>
                  <a:lnTo>
                    <a:pt x="4093" y="313418"/>
                  </a:lnTo>
                  <a:lnTo>
                    <a:pt x="15941" y="354956"/>
                  </a:lnTo>
                  <a:lnTo>
                    <a:pt x="34896" y="393661"/>
                  </a:lnTo>
                  <a:lnTo>
                    <a:pt x="60308" y="428984"/>
                  </a:lnTo>
                  <a:lnTo>
                    <a:pt x="91530" y="460378"/>
                  </a:lnTo>
                  <a:lnTo>
                    <a:pt x="127912" y="487293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5"/>
                  </a:lnTo>
                  <a:lnTo>
                    <a:pt x="456348" y="509181"/>
                  </a:lnTo>
                  <a:lnTo>
                    <a:pt x="497436" y="487293"/>
                  </a:lnTo>
                  <a:lnTo>
                    <a:pt x="533957" y="460378"/>
                  </a:lnTo>
                  <a:lnTo>
                    <a:pt x="565271" y="428984"/>
                  </a:lnTo>
                  <a:lnTo>
                    <a:pt x="590740" y="393661"/>
                  </a:lnTo>
                  <a:lnTo>
                    <a:pt x="609724" y="354956"/>
                  </a:lnTo>
                  <a:lnTo>
                    <a:pt x="621583" y="313418"/>
                  </a:lnTo>
                  <a:lnTo>
                    <a:pt x="625678" y="269595"/>
                  </a:lnTo>
                  <a:lnTo>
                    <a:pt x="621583" y="225772"/>
                  </a:lnTo>
                  <a:lnTo>
                    <a:pt x="609724" y="184235"/>
                  </a:lnTo>
                  <a:lnTo>
                    <a:pt x="590740" y="145532"/>
                  </a:lnTo>
                  <a:lnTo>
                    <a:pt x="565271" y="110210"/>
                  </a:lnTo>
                  <a:lnTo>
                    <a:pt x="533957" y="78819"/>
                  </a:lnTo>
                  <a:lnTo>
                    <a:pt x="497436" y="51906"/>
                  </a:lnTo>
                  <a:lnTo>
                    <a:pt x="456348" y="30019"/>
                  </a:lnTo>
                  <a:lnTo>
                    <a:pt x="411333" y="13707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8706231" y="3544442"/>
              <a:ext cx="644525" cy="557530"/>
            </a:xfrm>
            <a:custGeom>
              <a:avLst/>
              <a:gdLst/>
              <a:ahLst/>
              <a:cxnLst/>
              <a:rect l="l" t="t" r="r" b="b"/>
              <a:pathLst>
                <a:path w="644525" h="557529">
                  <a:moveTo>
                    <a:pt x="337959" y="0"/>
                  </a:moveTo>
                  <a:lnTo>
                    <a:pt x="289242" y="0"/>
                  </a:lnTo>
                  <a:lnTo>
                    <a:pt x="272503" y="3048"/>
                  </a:lnTo>
                  <a:lnTo>
                    <a:pt x="257276" y="4572"/>
                  </a:lnTo>
                  <a:lnTo>
                    <a:pt x="196380" y="21323"/>
                  </a:lnTo>
                  <a:lnTo>
                    <a:pt x="141579" y="47218"/>
                  </a:lnTo>
                  <a:lnTo>
                    <a:pt x="94386" y="80721"/>
                  </a:lnTo>
                  <a:lnTo>
                    <a:pt x="54800" y="121856"/>
                  </a:lnTo>
                  <a:lnTo>
                    <a:pt x="47193" y="134035"/>
                  </a:lnTo>
                  <a:lnTo>
                    <a:pt x="39585" y="144703"/>
                  </a:lnTo>
                  <a:lnTo>
                    <a:pt x="19786" y="182778"/>
                  </a:lnTo>
                  <a:lnTo>
                    <a:pt x="6096" y="222377"/>
                  </a:lnTo>
                  <a:lnTo>
                    <a:pt x="0" y="265036"/>
                  </a:lnTo>
                  <a:lnTo>
                    <a:pt x="0" y="293966"/>
                  </a:lnTo>
                  <a:lnTo>
                    <a:pt x="6096" y="335102"/>
                  </a:lnTo>
                  <a:lnTo>
                    <a:pt x="19786" y="376224"/>
                  </a:lnTo>
                  <a:lnTo>
                    <a:pt x="47193" y="424967"/>
                  </a:lnTo>
                  <a:lnTo>
                    <a:pt x="94386" y="476758"/>
                  </a:lnTo>
                  <a:lnTo>
                    <a:pt x="143103" y="510260"/>
                  </a:lnTo>
                  <a:lnTo>
                    <a:pt x="182676" y="531583"/>
                  </a:lnTo>
                  <a:lnTo>
                    <a:pt x="197904" y="536155"/>
                  </a:lnTo>
                  <a:lnTo>
                    <a:pt x="211607" y="540727"/>
                  </a:lnTo>
                  <a:lnTo>
                    <a:pt x="242049" y="549871"/>
                  </a:lnTo>
                  <a:lnTo>
                    <a:pt x="257276" y="552907"/>
                  </a:lnTo>
                  <a:lnTo>
                    <a:pt x="305993" y="557479"/>
                  </a:lnTo>
                  <a:lnTo>
                    <a:pt x="337959" y="557479"/>
                  </a:lnTo>
                  <a:lnTo>
                    <a:pt x="386676" y="552907"/>
                  </a:lnTo>
                  <a:lnTo>
                    <a:pt x="401891" y="549871"/>
                  </a:lnTo>
                  <a:lnTo>
                    <a:pt x="437411" y="539203"/>
                  </a:lnTo>
                  <a:lnTo>
                    <a:pt x="305993" y="539203"/>
                  </a:lnTo>
                  <a:lnTo>
                    <a:pt x="275539" y="536155"/>
                  </a:lnTo>
                  <a:lnTo>
                    <a:pt x="231394" y="527024"/>
                  </a:lnTo>
                  <a:lnTo>
                    <a:pt x="190296" y="513308"/>
                  </a:lnTo>
                  <a:lnTo>
                    <a:pt x="152234" y="493509"/>
                  </a:lnTo>
                  <a:lnTo>
                    <a:pt x="106565" y="461518"/>
                  </a:lnTo>
                  <a:lnTo>
                    <a:pt x="79159" y="434111"/>
                  </a:lnTo>
                  <a:lnTo>
                    <a:pt x="70027" y="423443"/>
                  </a:lnTo>
                  <a:lnTo>
                    <a:pt x="48717" y="391452"/>
                  </a:lnTo>
                  <a:lnTo>
                    <a:pt x="31965" y="354901"/>
                  </a:lnTo>
                  <a:lnTo>
                    <a:pt x="28930" y="342709"/>
                  </a:lnTo>
                  <a:lnTo>
                    <a:pt x="24358" y="330530"/>
                  </a:lnTo>
                  <a:lnTo>
                    <a:pt x="22834" y="318338"/>
                  </a:lnTo>
                  <a:lnTo>
                    <a:pt x="19786" y="304634"/>
                  </a:lnTo>
                  <a:lnTo>
                    <a:pt x="19786" y="292455"/>
                  </a:lnTo>
                  <a:lnTo>
                    <a:pt x="18275" y="278739"/>
                  </a:lnTo>
                  <a:lnTo>
                    <a:pt x="21310" y="251320"/>
                  </a:lnTo>
                  <a:lnTo>
                    <a:pt x="22834" y="239141"/>
                  </a:lnTo>
                  <a:lnTo>
                    <a:pt x="25882" y="226949"/>
                  </a:lnTo>
                  <a:lnTo>
                    <a:pt x="28930" y="213245"/>
                  </a:lnTo>
                  <a:lnTo>
                    <a:pt x="31965" y="201053"/>
                  </a:lnTo>
                  <a:lnTo>
                    <a:pt x="36537" y="188874"/>
                  </a:lnTo>
                  <a:lnTo>
                    <a:pt x="42621" y="178206"/>
                  </a:lnTo>
                  <a:lnTo>
                    <a:pt x="48717" y="166027"/>
                  </a:lnTo>
                  <a:lnTo>
                    <a:pt x="70027" y="134035"/>
                  </a:lnTo>
                  <a:lnTo>
                    <a:pt x="108089" y="94437"/>
                  </a:lnTo>
                  <a:lnTo>
                    <a:pt x="152234" y="62445"/>
                  </a:lnTo>
                  <a:lnTo>
                    <a:pt x="178117" y="50266"/>
                  </a:lnTo>
                  <a:lnTo>
                    <a:pt x="190296" y="44170"/>
                  </a:lnTo>
                  <a:lnTo>
                    <a:pt x="203987" y="39598"/>
                  </a:lnTo>
                  <a:lnTo>
                    <a:pt x="217690" y="33502"/>
                  </a:lnTo>
                  <a:lnTo>
                    <a:pt x="231394" y="30467"/>
                  </a:lnTo>
                  <a:lnTo>
                    <a:pt x="246621" y="25895"/>
                  </a:lnTo>
                  <a:lnTo>
                    <a:pt x="260324" y="24371"/>
                  </a:lnTo>
                  <a:lnTo>
                    <a:pt x="275539" y="21323"/>
                  </a:lnTo>
                  <a:lnTo>
                    <a:pt x="305993" y="18275"/>
                  </a:lnTo>
                  <a:lnTo>
                    <a:pt x="436913" y="18275"/>
                  </a:lnTo>
                  <a:lnTo>
                    <a:pt x="432346" y="16751"/>
                  </a:lnTo>
                  <a:lnTo>
                    <a:pt x="401891" y="7620"/>
                  </a:lnTo>
                  <a:lnTo>
                    <a:pt x="386676" y="4572"/>
                  </a:lnTo>
                  <a:lnTo>
                    <a:pt x="337959" y="0"/>
                  </a:lnTo>
                  <a:close/>
                </a:path>
                <a:path w="644525" h="557529">
                  <a:moveTo>
                    <a:pt x="436913" y="18275"/>
                  </a:moveTo>
                  <a:lnTo>
                    <a:pt x="337959" y="18275"/>
                  </a:lnTo>
                  <a:lnTo>
                    <a:pt x="368401" y="21323"/>
                  </a:lnTo>
                  <a:lnTo>
                    <a:pt x="398856" y="27419"/>
                  </a:lnTo>
                  <a:lnTo>
                    <a:pt x="453656" y="44170"/>
                  </a:lnTo>
                  <a:lnTo>
                    <a:pt x="491718" y="63969"/>
                  </a:lnTo>
                  <a:lnTo>
                    <a:pt x="537387" y="95961"/>
                  </a:lnTo>
                  <a:lnTo>
                    <a:pt x="564781" y="123380"/>
                  </a:lnTo>
                  <a:lnTo>
                    <a:pt x="573925" y="134035"/>
                  </a:lnTo>
                  <a:lnTo>
                    <a:pt x="595236" y="166027"/>
                  </a:lnTo>
                  <a:lnTo>
                    <a:pt x="611974" y="202577"/>
                  </a:lnTo>
                  <a:lnTo>
                    <a:pt x="622630" y="252844"/>
                  </a:lnTo>
                  <a:lnTo>
                    <a:pt x="624154" y="265036"/>
                  </a:lnTo>
                  <a:lnTo>
                    <a:pt x="624154" y="292455"/>
                  </a:lnTo>
                  <a:lnTo>
                    <a:pt x="622630" y="306158"/>
                  </a:lnTo>
                  <a:lnTo>
                    <a:pt x="621118" y="318338"/>
                  </a:lnTo>
                  <a:lnTo>
                    <a:pt x="618070" y="330530"/>
                  </a:lnTo>
                  <a:lnTo>
                    <a:pt x="615022" y="344233"/>
                  </a:lnTo>
                  <a:lnTo>
                    <a:pt x="611974" y="356425"/>
                  </a:lnTo>
                  <a:lnTo>
                    <a:pt x="605891" y="368604"/>
                  </a:lnTo>
                  <a:lnTo>
                    <a:pt x="601319" y="379272"/>
                  </a:lnTo>
                  <a:lnTo>
                    <a:pt x="573925" y="423443"/>
                  </a:lnTo>
                  <a:lnTo>
                    <a:pt x="535863" y="463042"/>
                  </a:lnTo>
                  <a:lnTo>
                    <a:pt x="491718" y="495033"/>
                  </a:lnTo>
                  <a:lnTo>
                    <a:pt x="465836" y="507212"/>
                  </a:lnTo>
                  <a:lnTo>
                    <a:pt x="453656" y="513308"/>
                  </a:lnTo>
                  <a:lnTo>
                    <a:pt x="439953" y="517880"/>
                  </a:lnTo>
                  <a:lnTo>
                    <a:pt x="426250" y="523976"/>
                  </a:lnTo>
                  <a:lnTo>
                    <a:pt x="412559" y="527024"/>
                  </a:lnTo>
                  <a:lnTo>
                    <a:pt x="397332" y="531583"/>
                  </a:lnTo>
                  <a:lnTo>
                    <a:pt x="383628" y="533107"/>
                  </a:lnTo>
                  <a:lnTo>
                    <a:pt x="368401" y="536155"/>
                  </a:lnTo>
                  <a:lnTo>
                    <a:pt x="337959" y="539203"/>
                  </a:lnTo>
                  <a:lnTo>
                    <a:pt x="437411" y="539203"/>
                  </a:lnTo>
                  <a:lnTo>
                    <a:pt x="474967" y="523976"/>
                  </a:lnTo>
                  <a:lnTo>
                    <a:pt x="526732" y="495033"/>
                  </a:lnTo>
                  <a:lnTo>
                    <a:pt x="580009" y="446290"/>
                  </a:lnTo>
                  <a:lnTo>
                    <a:pt x="596760" y="423443"/>
                  </a:lnTo>
                  <a:lnTo>
                    <a:pt x="604367" y="412775"/>
                  </a:lnTo>
                  <a:lnTo>
                    <a:pt x="624154" y="374700"/>
                  </a:lnTo>
                  <a:lnTo>
                    <a:pt x="637857" y="335102"/>
                  </a:lnTo>
                  <a:lnTo>
                    <a:pt x="643953" y="292455"/>
                  </a:lnTo>
                  <a:lnTo>
                    <a:pt x="643953" y="263512"/>
                  </a:lnTo>
                  <a:lnTo>
                    <a:pt x="642429" y="249796"/>
                  </a:lnTo>
                  <a:lnTo>
                    <a:pt x="639381" y="236093"/>
                  </a:lnTo>
                  <a:lnTo>
                    <a:pt x="637857" y="222377"/>
                  </a:lnTo>
                  <a:lnTo>
                    <a:pt x="624154" y="181254"/>
                  </a:lnTo>
                  <a:lnTo>
                    <a:pt x="611974" y="156883"/>
                  </a:lnTo>
                  <a:lnTo>
                    <a:pt x="596760" y="132511"/>
                  </a:lnTo>
                  <a:lnTo>
                    <a:pt x="587616" y="121856"/>
                  </a:lnTo>
                  <a:lnTo>
                    <a:pt x="580009" y="111188"/>
                  </a:lnTo>
                  <a:lnTo>
                    <a:pt x="548043" y="80721"/>
                  </a:lnTo>
                  <a:lnTo>
                    <a:pt x="500849" y="47218"/>
                  </a:lnTo>
                  <a:lnTo>
                    <a:pt x="461264" y="25895"/>
                  </a:lnTo>
                  <a:lnTo>
                    <a:pt x="446049" y="21323"/>
                  </a:lnTo>
                  <a:lnTo>
                    <a:pt x="436913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5" name="object 25"/>
          <p:cNvSpPr txBox="1"/>
          <p:nvPr/>
        </p:nvSpPr>
        <p:spPr>
          <a:xfrm>
            <a:off x="8890075" y="3722188"/>
            <a:ext cx="2755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r>
              <a:rPr dirty="0" sz="105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endParaRPr sz="1050">
              <a:latin typeface="Tw Cen MT"/>
              <a:cs typeface="Tw Cen MT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27" name="object 27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huffman.c</a:t>
            </a:r>
            <a:r>
              <a:rPr dirty="0" sz="3200" spc="-15">
                <a:latin typeface="Tw Cen MT"/>
                <a:cs typeface="Tw Cen MT"/>
              </a:rPr>
              <a:t> </a:t>
            </a:r>
            <a:r>
              <a:rPr dirty="0" sz="3200" spc="-1620"/>
              <a:t>너무</a:t>
            </a:r>
            <a:r>
              <a:rPr dirty="0" sz="3200" spc="-170"/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70"/>
              <a:t> </a:t>
            </a:r>
            <a:r>
              <a:rPr dirty="0" sz="3200" spc="-1190"/>
              <a:t>한줄씩</a:t>
            </a:r>
            <a:r>
              <a:rPr dirty="0" sz="3200" spc="-170"/>
              <a:t> </a:t>
            </a:r>
            <a:r>
              <a:rPr dirty="0" sz="3200" spc="-1380"/>
              <a:t>설명해주세요</a:t>
            </a:r>
            <a:endParaRPr sz="3200">
              <a:latin typeface="Tw Cen MT"/>
              <a:cs typeface="Tw Cen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6036055" y="2059343"/>
            <a:ext cx="644525" cy="559435"/>
            <a:chOff x="6036055" y="2059343"/>
            <a:chExt cx="644525" cy="559435"/>
          </a:xfrm>
        </p:grpSpPr>
        <p:sp>
          <p:nvSpPr>
            <p:cNvPr id="5" name="object 5"/>
            <p:cNvSpPr/>
            <p:nvPr/>
          </p:nvSpPr>
          <p:spPr>
            <a:xfrm>
              <a:off x="6045187" y="2068474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19">
                  <a:moveTo>
                    <a:pt x="313601" y="0"/>
                  </a:moveTo>
                  <a:lnTo>
                    <a:pt x="262648" y="3559"/>
                  </a:lnTo>
                  <a:lnTo>
                    <a:pt x="214345" y="13855"/>
                  </a:lnTo>
                  <a:lnTo>
                    <a:pt x="169329" y="30310"/>
                  </a:lnTo>
                  <a:lnTo>
                    <a:pt x="128241" y="52349"/>
                  </a:lnTo>
                  <a:lnTo>
                    <a:pt x="91720" y="79397"/>
                  </a:lnTo>
                  <a:lnTo>
                    <a:pt x="60406" y="110877"/>
                  </a:lnTo>
                  <a:lnTo>
                    <a:pt x="34937" y="146214"/>
                  </a:lnTo>
                  <a:lnTo>
                    <a:pt x="15954" y="184832"/>
                  </a:lnTo>
                  <a:lnTo>
                    <a:pt x="4095" y="226155"/>
                  </a:lnTo>
                  <a:lnTo>
                    <a:pt x="0" y="269608"/>
                  </a:lnTo>
                  <a:lnTo>
                    <a:pt x="4095" y="313473"/>
                  </a:lnTo>
                  <a:lnTo>
                    <a:pt x="15954" y="355126"/>
                  </a:lnTo>
                  <a:lnTo>
                    <a:pt x="34937" y="394000"/>
                  </a:lnTo>
                  <a:lnTo>
                    <a:pt x="60406" y="429529"/>
                  </a:lnTo>
                  <a:lnTo>
                    <a:pt x="91720" y="461146"/>
                  </a:lnTo>
                  <a:lnTo>
                    <a:pt x="128241" y="488285"/>
                  </a:lnTo>
                  <a:lnTo>
                    <a:pt x="169329" y="510379"/>
                  </a:lnTo>
                  <a:lnTo>
                    <a:pt x="214345" y="526861"/>
                  </a:lnTo>
                  <a:lnTo>
                    <a:pt x="262648" y="537166"/>
                  </a:lnTo>
                  <a:lnTo>
                    <a:pt x="313601" y="540727"/>
                  </a:lnTo>
                  <a:lnTo>
                    <a:pt x="364140" y="537166"/>
                  </a:lnTo>
                  <a:lnTo>
                    <a:pt x="412113" y="526861"/>
                  </a:lnTo>
                  <a:lnTo>
                    <a:pt x="456871" y="510379"/>
                  </a:lnTo>
                  <a:lnTo>
                    <a:pt x="497765" y="488285"/>
                  </a:lnTo>
                  <a:lnTo>
                    <a:pt x="534147" y="461146"/>
                  </a:lnTo>
                  <a:lnTo>
                    <a:pt x="565369" y="429529"/>
                  </a:lnTo>
                  <a:lnTo>
                    <a:pt x="590781" y="394000"/>
                  </a:lnTo>
                  <a:lnTo>
                    <a:pt x="609736" y="355126"/>
                  </a:lnTo>
                  <a:lnTo>
                    <a:pt x="621584" y="313473"/>
                  </a:lnTo>
                  <a:lnTo>
                    <a:pt x="625678" y="269608"/>
                  </a:lnTo>
                  <a:lnTo>
                    <a:pt x="621584" y="226155"/>
                  </a:lnTo>
                  <a:lnTo>
                    <a:pt x="609736" y="184832"/>
                  </a:lnTo>
                  <a:lnTo>
                    <a:pt x="590781" y="146214"/>
                  </a:lnTo>
                  <a:lnTo>
                    <a:pt x="565369" y="110877"/>
                  </a:lnTo>
                  <a:lnTo>
                    <a:pt x="534147" y="79397"/>
                  </a:lnTo>
                  <a:lnTo>
                    <a:pt x="497765" y="52349"/>
                  </a:lnTo>
                  <a:lnTo>
                    <a:pt x="456871" y="30310"/>
                  </a:lnTo>
                  <a:lnTo>
                    <a:pt x="412113" y="13855"/>
                  </a:lnTo>
                  <a:lnTo>
                    <a:pt x="364140" y="3559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036055" y="2059343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4015" y="3047"/>
                  </a:lnTo>
                  <a:lnTo>
                    <a:pt x="226834" y="12179"/>
                  </a:lnTo>
                  <a:lnTo>
                    <a:pt x="182676" y="27419"/>
                  </a:lnTo>
                  <a:lnTo>
                    <a:pt x="143103" y="47218"/>
                  </a:lnTo>
                  <a:lnTo>
                    <a:pt x="94386" y="82245"/>
                  </a:lnTo>
                  <a:lnTo>
                    <a:pt x="74599" y="102044"/>
                  </a:lnTo>
                  <a:lnTo>
                    <a:pt x="63944" y="111188"/>
                  </a:lnTo>
                  <a:lnTo>
                    <a:pt x="56324" y="123380"/>
                  </a:lnTo>
                  <a:lnTo>
                    <a:pt x="47193" y="134035"/>
                  </a:lnTo>
                  <a:lnTo>
                    <a:pt x="31965" y="158407"/>
                  </a:lnTo>
                  <a:lnTo>
                    <a:pt x="19786" y="182778"/>
                  </a:lnTo>
                  <a:lnTo>
                    <a:pt x="10655" y="210197"/>
                  </a:lnTo>
                  <a:lnTo>
                    <a:pt x="1524" y="251320"/>
                  </a:lnTo>
                  <a:lnTo>
                    <a:pt x="0" y="265036"/>
                  </a:lnTo>
                  <a:lnTo>
                    <a:pt x="0" y="280263"/>
                  </a:lnTo>
                  <a:lnTo>
                    <a:pt x="1524" y="293966"/>
                  </a:lnTo>
                  <a:lnTo>
                    <a:pt x="1524" y="309206"/>
                  </a:lnTo>
                  <a:lnTo>
                    <a:pt x="10655" y="350329"/>
                  </a:lnTo>
                  <a:lnTo>
                    <a:pt x="15227" y="362508"/>
                  </a:lnTo>
                  <a:lnTo>
                    <a:pt x="19786" y="376224"/>
                  </a:lnTo>
                  <a:lnTo>
                    <a:pt x="47193" y="424967"/>
                  </a:lnTo>
                  <a:lnTo>
                    <a:pt x="74599" y="458469"/>
                  </a:lnTo>
                  <a:lnTo>
                    <a:pt x="118745" y="495033"/>
                  </a:lnTo>
                  <a:lnTo>
                    <a:pt x="168986" y="525500"/>
                  </a:lnTo>
                  <a:lnTo>
                    <a:pt x="184200" y="531583"/>
                  </a:lnTo>
                  <a:lnTo>
                    <a:pt x="197904" y="537679"/>
                  </a:lnTo>
                  <a:lnTo>
                    <a:pt x="257276" y="552907"/>
                  </a:lnTo>
                  <a:lnTo>
                    <a:pt x="305993" y="559003"/>
                  </a:lnTo>
                  <a:lnTo>
                    <a:pt x="339483" y="559003"/>
                  </a:lnTo>
                  <a:lnTo>
                    <a:pt x="371449" y="555955"/>
                  </a:lnTo>
                  <a:lnTo>
                    <a:pt x="386676" y="552907"/>
                  </a:lnTo>
                  <a:lnTo>
                    <a:pt x="403415" y="549859"/>
                  </a:lnTo>
                  <a:lnTo>
                    <a:pt x="418642" y="546823"/>
                  </a:lnTo>
                  <a:lnTo>
                    <a:pt x="432346" y="542251"/>
                  </a:lnTo>
                  <a:lnTo>
                    <a:pt x="442497" y="539203"/>
                  </a:lnTo>
                  <a:lnTo>
                    <a:pt x="305993" y="539203"/>
                  </a:lnTo>
                  <a:lnTo>
                    <a:pt x="260324" y="534631"/>
                  </a:lnTo>
                  <a:lnTo>
                    <a:pt x="246621" y="531583"/>
                  </a:lnTo>
                  <a:lnTo>
                    <a:pt x="231394" y="528535"/>
                  </a:lnTo>
                  <a:lnTo>
                    <a:pt x="203987" y="519404"/>
                  </a:lnTo>
                  <a:lnTo>
                    <a:pt x="190296" y="513308"/>
                  </a:lnTo>
                  <a:lnTo>
                    <a:pt x="176593" y="508736"/>
                  </a:lnTo>
                  <a:lnTo>
                    <a:pt x="129400" y="479793"/>
                  </a:lnTo>
                  <a:lnTo>
                    <a:pt x="88290" y="444766"/>
                  </a:lnTo>
                  <a:lnTo>
                    <a:pt x="79159" y="434098"/>
                  </a:lnTo>
                  <a:lnTo>
                    <a:pt x="70027" y="424967"/>
                  </a:lnTo>
                  <a:lnTo>
                    <a:pt x="42621" y="380796"/>
                  </a:lnTo>
                  <a:lnTo>
                    <a:pt x="28930" y="344233"/>
                  </a:lnTo>
                  <a:lnTo>
                    <a:pt x="21310" y="306158"/>
                  </a:lnTo>
                  <a:lnTo>
                    <a:pt x="19786" y="292442"/>
                  </a:lnTo>
                  <a:lnTo>
                    <a:pt x="19786" y="266560"/>
                  </a:lnTo>
                  <a:lnTo>
                    <a:pt x="28930" y="214769"/>
                  </a:lnTo>
                  <a:lnTo>
                    <a:pt x="42621" y="178206"/>
                  </a:lnTo>
                  <a:lnTo>
                    <a:pt x="56324" y="155359"/>
                  </a:lnTo>
                  <a:lnTo>
                    <a:pt x="62420" y="144703"/>
                  </a:lnTo>
                  <a:lnTo>
                    <a:pt x="71551" y="134035"/>
                  </a:lnTo>
                  <a:lnTo>
                    <a:pt x="79159" y="123380"/>
                  </a:lnTo>
                  <a:lnTo>
                    <a:pt x="88290" y="114236"/>
                  </a:lnTo>
                  <a:lnTo>
                    <a:pt x="129400" y="79197"/>
                  </a:lnTo>
                  <a:lnTo>
                    <a:pt x="178117" y="50266"/>
                  </a:lnTo>
                  <a:lnTo>
                    <a:pt x="190296" y="45694"/>
                  </a:lnTo>
                  <a:lnTo>
                    <a:pt x="203987" y="39598"/>
                  </a:lnTo>
                  <a:lnTo>
                    <a:pt x="231394" y="30467"/>
                  </a:lnTo>
                  <a:lnTo>
                    <a:pt x="261835" y="24371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442497" y="19799"/>
                  </a:lnTo>
                  <a:lnTo>
                    <a:pt x="417118" y="12179"/>
                  </a:lnTo>
                  <a:lnTo>
                    <a:pt x="371449" y="3047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2497" y="19799"/>
                  </a:moveTo>
                  <a:lnTo>
                    <a:pt x="353187" y="19799"/>
                  </a:lnTo>
                  <a:lnTo>
                    <a:pt x="368401" y="22847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59" y="30467"/>
                  </a:lnTo>
                  <a:lnTo>
                    <a:pt x="427774" y="35026"/>
                  </a:lnTo>
                  <a:lnTo>
                    <a:pt x="441477" y="39598"/>
                  </a:lnTo>
                  <a:lnTo>
                    <a:pt x="453656" y="45694"/>
                  </a:lnTo>
                  <a:lnTo>
                    <a:pt x="467360" y="50266"/>
                  </a:lnTo>
                  <a:lnTo>
                    <a:pt x="516077" y="79197"/>
                  </a:lnTo>
                  <a:lnTo>
                    <a:pt x="557174" y="114236"/>
                  </a:lnTo>
                  <a:lnTo>
                    <a:pt x="581533" y="144703"/>
                  </a:lnTo>
                  <a:lnTo>
                    <a:pt x="601319" y="178206"/>
                  </a:lnTo>
                  <a:lnTo>
                    <a:pt x="616546" y="214769"/>
                  </a:lnTo>
                  <a:lnTo>
                    <a:pt x="621118" y="240664"/>
                  </a:lnTo>
                  <a:lnTo>
                    <a:pt x="624154" y="252844"/>
                  </a:lnTo>
                  <a:lnTo>
                    <a:pt x="625678" y="266560"/>
                  </a:lnTo>
                  <a:lnTo>
                    <a:pt x="625678" y="280263"/>
                  </a:lnTo>
                  <a:lnTo>
                    <a:pt x="624154" y="292442"/>
                  </a:lnTo>
                  <a:lnTo>
                    <a:pt x="624154" y="306158"/>
                  </a:lnTo>
                  <a:lnTo>
                    <a:pt x="621118" y="319862"/>
                  </a:lnTo>
                  <a:lnTo>
                    <a:pt x="619594" y="332054"/>
                  </a:lnTo>
                  <a:lnTo>
                    <a:pt x="615022" y="344233"/>
                  </a:lnTo>
                  <a:lnTo>
                    <a:pt x="611974" y="356425"/>
                  </a:lnTo>
                  <a:lnTo>
                    <a:pt x="607415" y="368604"/>
                  </a:lnTo>
                  <a:lnTo>
                    <a:pt x="601319" y="380796"/>
                  </a:lnTo>
                  <a:lnTo>
                    <a:pt x="595236" y="391452"/>
                  </a:lnTo>
                  <a:lnTo>
                    <a:pt x="589140" y="403644"/>
                  </a:lnTo>
                  <a:lnTo>
                    <a:pt x="564781" y="435622"/>
                  </a:lnTo>
                  <a:lnTo>
                    <a:pt x="537387" y="463041"/>
                  </a:lnTo>
                  <a:lnTo>
                    <a:pt x="491718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59" y="528535"/>
                  </a:lnTo>
                  <a:lnTo>
                    <a:pt x="398856" y="531583"/>
                  </a:lnTo>
                  <a:lnTo>
                    <a:pt x="383628" y="534631"/>
                  </a:lnTo>
                  <a:lnTo>
                    <a:pt x="368401" y="536155"/>
                  </a:lnTo>
                  <a:lnTo>
                    <a:pt x="353187" y="539203"/>
                  </a:lnTo>
                  <a:lnTo>
                    <a:pt x="442497" y="539203"/>
                  </a:lnTo>
                  <a:lnTo>
                    <a:pt x="447573" y="537679"/>
                  </a:lnTo>
                  <a:lnTo>
                    <a:pt x="502373" y="511784"/>
                  </a:lnTo>
                  <a:lnTo>
                    <a:pt x="549567" y="476757"/>
                  </a:lnTo>
                  <a:lnTo>
                    <a:pt x="598284" y="424967"/>
                  </a:lnTo>
                  <a:lnTo>
                    <a:pt x="611974" y="400596"/>
                  </a:lnTo>
                  <a:lnTo>
                    <a:pt x="619594" y="388404"/>
                  </a:lnTo>
                  <a:lnTo>
                    <a:pt x="624154" y="376224"/>
                  </a:lnTo>
                  <a:lnTo>
                    <a:pt x="630250" y="362508"/>
                  </a:lnTo>
                  <a:lnTo>
                    <a:pt x="634809" y="348805"/>
                  </a:lnTo>
                  <a:lnTo>
                    <a:pt x="640905" y="321386"/>
                  </a:lnTo>
                  <a:lnTo>
                    <a:pt x="643953" y="293966"/>
                  </a:lnTo>
                  <a:lnTo>
                    <a:pt x="643953" y="265036"/>
                  </a:lnTo>
                  <a:lnTo>
                    <a:pt x="642429" y="249796"/>
                  </a:lnTo>
                  <a:lnTo>
                    <a:pt x="640905" y="236092"/>
                  </a:lnTo>
                  <a:lnTo>
                    <a:pt x="637857" y="222376"/>
                  </a:lnTo>
                  <a:lnTo>
                    <a:pt x="633298" y="208673"/>
                  </a:lnTo>
                  <a:lnTo>
                    <a:pt x="630250" y="196481"/>
                  </a:lnTo>
                  <a:lnTo>
                    <a:pt x="624154" y="182778"/>
                  </a:lnTo>
                  <a:lnTo>
                    <a:pt x="618070" y="170599"/>
                  </a:lnTo>
                  <a:lnTo>
                    <a:pt x="611974" y="156883"/>
                  </a:lnTo>
                  <a:lnTo>
                    <a:pt x="604367" y="146227"/>
                  </a:lnTo>
                  <a:lnTo>
                    <a:pt x="589140" y="121856"/>
                  </a:lnTo>
                  <a:lnTo>
                    <a:pt x="580009" y="111188"/>
                  </a:lnTo>
                  <a:lnTo>
                    <a:pt x="549567" y="80721"/>
                  </a:lnTo>
                  <a:lnTo>
                    <a:pt x="500849" y="47218"/>
                  </a:lnTo>
                  <a:lnTo>
                    <a:pt x="447573" y="21323"/>
                  </a:lnTo>
                  <a:lnTo>
                    <a:pt x="442497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/>
          <p:cNvSpPr txBox="1"/>
          <p:nvPr/>
        </p:nvSpPr>
        <p:spPr>
          <a:xfrm>
            <a:off x="6241631" y="2208118"/>
            <a:ext cx="23241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s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6794182" y="2059343"/>
            <a:ext cx="644525" cy="559435"/>
            <a:chOff x="6794182" y="2059343"/>
            <a:chExt cx="644525" cy="559435"/>
          </a:xfrm>
        </p:grpSpPr>
        <p:sp>
          <p:nvSpPr>
            <p:cNvPr id="9" name="object 9"/>
            <p:cNvSpPr/>
            <p:nvPr/>
          </p:nvSpPr>
          <p:spPr>
            <a:xfrm>
              <a:off x="6803313" y="2068474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19">
                  <a:moveTo>
                    <a:pt x="312077" y="0"/>
                  </a:moveTo>
                  <a:lnTo>
                    <a:pt x="261537" y="3559"/>
                  </a:lnTo>
                  <a:lnTo>
                    <a:pt x="213564" y="13855"/>
                  </a:lnTo>
                  <a:lnTo>
                    <a:pt x="168806" y="30310"/>
                  </a:lnTo>
                  <a:lnTo>
                    <a:pt x="127912" y="52349"/>
                  </a:lnTo>
                  <a:lnTo>
                    <a:pt x="91530" y="79397"/>
                  </a:lnTo>
                  <a:lnTo>
                    <a:pt x="60308" y="110877"/>
                  </a:lnTo>
                  <a:lnTo>
                    <a:pt x="34896" y="146214"/>
                  </a:lnTo>
                  <a:lnTo>
                    <a:pt x="15941" y="184832"/>
                  </a:lnTo>
                  <a:lnTo>
                    <a:pt x="4093" y="226155"/>
                  </a:lnTo>
                  <a:lnTo>
                    <a:pt x="0" y="269608"/>
                  </a:lnTo>
                  <a:lnTo>
                    <a:pt x="4093" y="313473"/>
                  </a:lnTo>
                  <a:lnTo>
                    <a:pt x="15941" y="355126"/>
                  </a:lnTo>
                  <a:lnTo>
                    <a:pt x="34896" y="394000"/>
                  </a:lnTo>
                  <a:lnTo>
                    <a:pt x="60308" y="429529"/>
                  </a:lnTo>
                  <a:lnTo>
                    <a:pt x="91530" y="461146"/>
                  </a:lnTo>
                  <a:lnTo>
                    <a:pt x="127912" y="488285"/>
                  </a:lnTo>
                  <a:lnTo>
                    <a:pt x="168806" y="510379"/>
                  </a:lnTo>
                  <a:lnTo>
                    <a:pt x="213564" y="526861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2986" y="537166"/>
                  </a:lnTo>
                  <a:lnTo>
                    <a:pt x="411174" y="526861"/>
                  </a:lnTo>
                  <a:lnTo>
                    <a:pt x="456019" y="510379"/>
                  </a:lnTo>
                  <a:lnTo>
                    <a:pt x="496899" y="488285"/>
                  </a:lnTo>
                  <a:lnTo>
                    <a:pt x="533195" y="461146"/>
                  </a:lnTo>
                  <a:lnTo>
                    <a:pt x="564284" y="429529"/>
                  </a:lnTo>
                  <a:lnTo>
                    <a:pt x="589545" y="394000"/>
                  </a:lnTo>
                  <a:lnTo>
                    <a:pt x="608358" y="355126"/>
                  </a:lnTo>
                  <a:lnTo>
                    <a:pt x="620101" y="313473"/>
                  </a:lnTo>
                  <a:lnTo>
                    <a:pt x="624154" y="269608"/>
                  </a:lnTo>
                  <a:lnTo>
                    <a:pt x="620101" y="226155"/>
                  </a:lnTo>
                  <a:lnTo>
                    <a:pt x="608358" y="184832"/>
                  </a:lnTo>
                  <a:lnTo>
                    <a:pt x="589545" y="146214"/>
                  </a:lnTo>
                  <a:lnTo>
                    <a:pt x="564284" y="110877"/>
                  </a:lnTo>
                  <a:lnTo>
                    <a:pt x="533195" y="79397"/>
                  </a:lnTo>
                  <a:lnTo>
                    <a:pt x="496899" y="52349"/>
                  </a:lnTo>
                  <a:lnTo>
                    <a:pt x="456019" y="30310"/>
                  </a:lnTo>
                  <a:lnTo>
                    <a:pt x="411174" y="13855"/>
                  </a:lnTo>
                  <a:lnTo>
                    <a:pt x="362986" y="3559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6794182" y="2059343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491" y="3047"/>
                  </a:lnTo>
                  <a:lnTo>
                    <a:pt x="257276" y="6095"/>
                  </a:lnTo>
                  <a:lnTo>
                    <a:pt x="240525" y="9131"/>
                  </a:lnTo>
                  <a:lnTo>
                    <a:pt x="225298" y="12179"/>
                  </a:lnTo>
                  <a:lnTo>
                    <a:pt x="211607" y="16751"/>
                  </a:lnTo>
                  <a:lnTo>
                    <a:pt x="196380" y="21323"/>
                  </a:lnTo>
                  <a:lnTo>
                    <a:pt x="141579" y="47218"/>
                  </a:lnTo>
                  <a:lnTo>
                    <a:pt x="94386" y="82245"/>
                  </a:lnTo>
                  <a:lnTo>
                    <a:pt x="63931" y="111188"/>
                  </a:lnTo>
                  <a:lnTo>
                    <a:pt x="47193" y="134035"/>
                  </a:lnTo>
                  <a:lnTo>
                    <a:pt x="38049" y="146227"/>
                  </a:lnTo>
                  <a:lnTo>
                    <a:pt x="31965" y="158407"/>
                  </a:lnTo>
                  <a:lnTo>
                    <a:pt x="24358" y="170599"/>
                  </a:lnTo>
                  <a:lnTo>
                    <a:pt x="19786" y="182778"/>
                  </a:lnTo>
                  <a:lnTo>
                    <a:pt x="13703" y="196481"/>
                  </a:lnTo>
                  <a:lnTo>
                    <a:pt x="9131" y="210197"/>
                  </a:lnTo>
                  <a:lnTo>
                    <a:pt x="3035" y="237616"/>
                  </a:lnTo>
                  <a:lnTo>
                    <a:pt x="0" y="265036"/>
                  </a:lnTo>
                  <a:lnTo>
                    <a:pt x="0" y="293966"/>
                  </a:lnTo>
                  <a:lnTo>
                    <a:pt x="9131" y="350329"/>
                  </a:lnTo>
                  <a:lnTo>
                    <a:pt x="31965" y="400596"/>
                  </a:lnTo>
                  <a:lnTo>
                    <a:pt x="54800" y="437146"/>
                  </a:lnTo>
                  <a:lnTo>
                    <a:pt x="94386" y="478281"/>
                  </a:lnTo>
                  <a:lnTo>
                    <a:pt x="143090" y="511784"/>
                  </a:lnTo>
                  <a:lnTo>
                    <a:pt x="196380" y="537679"/>
                  </a:lnTo>
                  <a:lnTo>
                    <a:pt x="272491" y="555955"/>
                  </a:lnTo>
                  <a:lnTo>
                    <a:pt x="305981" y="559003"/>
                  </a:lnTo>
                  <a:lnTo>
                    <a:pt x="337959" y="559003"/>
                  </a:lnTo>
                  <a:lnTo>
                    <a:pt x="386664" y="552907"/>
                  </a:lnTo>
                  <a:lnTo>
                    <a:pt x="432346" y="542251"/>
                  </a:lnTo>
                  <a:lnTo>
                    <a:pt x="441473" y="539203"/>
                  </a:lnTo>
                  <a:lnTo>
                    <a:pt x="305981" y="539203"/>
                  </a:lnTo>
                  <a:lnTo>
                    <a:pt x="260311" y="534631"/>
                  </a:lnTo>
                  <a:lnTo>
                    <a:pt x="216166" y="523976"/>
                  </a:lnTo>
                  <a:lnTo>
                    <a:pt x="190284" y="513308"/>
                  </a:lnTo>
                  <a:lnTo>
                    <a:pt x="176593" y="508736"/>
                  </a:lnTo>
                  <a:lnTo>
                    <a:pt x="127876" y="479793"/>
                  </a:lnTo>
                  <a:lnTo>
                    <a:pt x="86766" y="444766"/>
                  </a:lnTo>
                  <a:lnTo>
                    <a:pt x="62407" y="414299"/>
                  </a:lnTo>
                  <a:lnTo>
                    <a:pt x="42621" y="380796"/>
                  </a:lnTo>
                  <a:lnTo>
                    <a:pt x="27393" y="344233"/>
                  </a:lnTo>
                  <a:lnTo>
                    <a:pt x="19786" y="306158"/>
                  </a:lnTo>
                  <a:lnTo>
                    <a:pt x="18262" y="292442"/>
                  </a:lnTo>
                  <a:lnTo>
                    <a:pt x="18262" y="266560"/>
                  </a:lnTo>
                  <a:lnTo>
                    <a:pt x="19786" y="252844"/>
                  </a:lnTo>
                  <a:lnTo>
                    <a:pt x="22834" y="239140"/>
                  </a:lnTo>
                  <a:lnTo>
                    <a:pt x="24358" y="226949"/>
                  </a:lnTo>
                  <a:lnTo>
                    <a:pt x="27393" y="214769"/>
                  </a:lnTo>
                  <a:lnTo>
                    <a:pt x="36537" y="190398"/>
                  </a:lnTo>
                  <a:lnTo>
                    <a:pt x="42621" y="178206"/>
                  </a:lnTo>
                  <a:lnTo>
                    <a:pt x="48717" y="167551"/>
                  </a:lnTo>
                  <a:lnTo>
                    <a:pt x="54800" y="155359"/>
                  </a:lnTo>
                  <a:lnTo>
                    <a:pt x="70027" y="134035"/>
                  </a:lnTo>
                  <a:lnTo>
                    <a:pt x="79159" y="123380"/>
                  </a:lnTo>
                  <a:lnTo>
                    <a:pt x="86766" y="114236"/>
                  </a:lnTo>
                  <a:lnTo>
                    <a:pt x="129400" y="79197"/>
                  </a:lnTo>
                  <a:lnTo>
                    <a:pt x="176593" y="50266"/>
                  </a:lnTo>
                  <a:lnTo>
                    <a:pt x="190284" y="45694"/>
                  </a:lnTo>
                  <a:lnTo>
                    <a:pt x="203987" y="39598"/>
                  </a:lnTo>
                  <a:lnTo>
                    <a:pt x="231394" y="30467"/>
                  </a:lnTo>
                  <a:lnTo>
                    <a:pt x="245097" y="27419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441473" y="19799"/>
                  </a:lnTo>
                  <a:lnTo>
                    <a:pt x="432346" y="16751"/>
                  </a:lnTo>
                  <a:lnTo>
                    <a:pt x="417118" y="12179"/>
                  </a:lnTo>
                  <a:lnTo>
                    <a:pt x="386664" y="6095"/>
                  </a:lnTo>
                  <a:lnTo>
                    <a:pt x="369925" y="3047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73" y="19799"/>
                  </a:moveTo>
                  <a:lnTo>
                    <a:pt x="353174" y="19799"/>
                  </a:lnTo>
                  <a:lnTo>
                    <a:pt x="368401" y="22847"/>
                  </a:lnTo>
                  <a:lnTo>
                    <a:pt x="383628" y="24371"/>
                  </a:lnTo>
                  <a:lnTo>
                    <a:pt x="397319" y="27419"/>
                  </a:lnTo>
                  <a:lnTo>
                    <a:pt x="412546" y="30467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7347" y="50266"/>
                  </a:lnTo>
                  <a:lnTo>
                    <a:pt x="514540" y="79197"/>
                  </a:lnTo>
                  <a:lnTo>
                    <a:pt x="555650" y="114236"/>
                  </a:lnTo>
                  <a:lnTo>
                    <a:pt x="564781" y="124904"/>
                  </a:lnTo>
                  <a:lnTo>
                    <a:pt x="573912" y="134035"/>
                  </a:lnTo>
                  <a:lnTo>
                    <a:pt x="601319" y="178206"/>
                  </a:lnTo>
                  <a:lnTo>
                    <a:pt x="615022" y="214769"/>
                  </a:lnTo>
                  <a:lnTo>
                    <a:pt x="622630" y="252844"/>
                  </a:lnTo>
                  <a:lnTo>
                    <a:pt x="624154" y="266560"/>
                  </a:lnTo>
                  <a:lnTo>
                    <a:pt x="624154" y="292442"/>
                  </a:lnTo>
                  <a:lnTo>
                    <a:pt x="615022" y="344233"/>
                  </a:lnTo>
                  <a:lnTo>
                    <a:pt x="601319" y="380796"/>
                  </a:lnTo>
                  <a:lnTo>
                    <a:pt x="587616" y="403644"/>
                  </a:lnTo>
                  <a:lnTo>
                    <a:pt x="581532" y="414299"/>
                  </a:lnTo>
                  <a:lnTo>
                    <a:pt x="572388" y="424967"/>
                  </a:lnTo>
                  <a:lnTo>
                    <a:pt x="564781" y="435622"/>
                  </a:lnTo>
                  <a:lnTo>
                    <a:pt x="555650" y="444766"/>
                  </a:lnTo>
                  <a:lnTo>
                    <a:pt x="514540" y="479793"/>
                  </a:lnTo>
                  <a:lnTo>
                    <a:pt x="465835" y="508736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46" y="528535"/>
                  </a:lnTo>
                  <a:lnTo>
                    <a:pt x="382104" y="534631"/>
                  </a:lnTo>
                  <a:lnTo>
                    <a:pt x="368401" y="536155"/>
                  </a:lnTo>
                  <a:lnTo>
                    <a:pt x="353174" y="539203"/>
                  </a:lnTo>
                  <a:lnTo>
                    <a:pt x="441473" y="539203"/>
                  </a:lnTo>
                  <a:lnTo>
                    <a:pt x="446036" y="537679"/>
                  </a:lnTo>
                  <a:lnTo>
                    <a:pt x="500849" y="511784"/>
                  </a:lnTo>
                  <a:lnTo>
                    <a:pt x="549554" y="476757"/>
                  </a:lnTo>
                  <a:lnTo>
                    <a:pt x="580008" y="446290"/>
                  </a:lnTo>
                  <a:lnTo>
                    <a:pt x="587616" y="435622"/>
                  </a:lnTo>
                  <a:lnTo>
                    <a:pt x="596747" y="424967"/>
                  </a:lnTo>
                  <a:lnTo>
                    <a:pt x="611974" y="400596"/>
                  </a:lnTo>
                  <a:lnTo>
                    <a:pt x="624154" y="376224"/>
                  </a:lnTo>
                  <a:lnTo>
                    <a:pt x="633285" y="348805"/>
                  </a:lnTo>
                  <a:lnTo>
                    <a:pt x="642416" y="307682"/>
                  </a:lnTo>
                  <a:lnTo>
                    <a:pt x="642416" y="293966"/>
                  </a:lnTo>
                  <a:lnTo>
                    <a:pt x="643940" y="278739"/>
                  </a:lnTo>
                  <a:lnTo>
                    <a:pt x="642416" y="265036"/>
                  </a:lnTo>
                  <a:lnTo>
                    <a:pt x="642416" y="249796"/>
                  </a:lnTo>
                  <a:lnTo>
                    <a:pt x="633285" y="208673"/>
                  </a:lnTo>
                  <a:lnTo>
                    <a:pt x="628726" y="196481"/>
                  </a:lnTo>
                  <a:lnTo>
                    <a:pt x="624154" y="182778"/>
                  </a:lnTo>
                  <a:lnTo>
                    <a:pt x="618070" y="170599"/>
                  </a:lnTo>
                  <a:lnTo>
                    <a:pt x="611974" y="156883"/>
                  </a:lnTo>
                  <a:lnTo>
                    <a:pt x="604367" y="146227"/>
                  </a:lnTo>
                  <a:lnTo>
                    <a:pt x="596747" y="134035"/>
                  </a:lnTo>
                  <a:lnTo>
                    <a:pt x="569353" y="100533"/>
                  </a:lnTo>
                  <a:lnTo>
                    <a:pt x="525208" y="63969"/>
                  </a:lnTo>
                  <a:lnTo>
                    <a:pt x="474967" y="33502"/>
                  </a:lnTo>
                  <a:lnTo>
                    <a:pt x="446036" y="21323"/>
                  </a:lnTo>
                  <a:lnTo>
                    <a:pt x="441473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1" name="object 11"/>
          <p:cNvSpPr txBox="1"/>
          <p:nvPr/>
        </p:nvSpPr>
        <p:spPr>
          <a:xfrm>
            <a:off x="7008126" y="2208118"/>
            <a:ext cx="2127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i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7550784" y="2059343"/>
            <a:ext cx="644525" cy="559435"/>
            <a:chOff x="7550784" y="2059343"/>
            <a:chExt cx="644525" cy="559435"/>
          </a:xfrm>
        </p:grpSpPr>
        <p:sp>
          <p:nvSpPr>
            <p:cNvPr id="13" name="object 13"/>
            <p:cNvSpPr/>
            <p:nvPr/>
          </p:nvSpPr>
          <p:spPr>
            <a:xfrm>
              <a:off x="7559916" y="2068474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19">
                  <a:moveTo>
                    <a:pt x="313601" y="0"/>
                  </a:moveTo>
                  <a:lnTo>
                    <a:pt x="262648" y="3559"/>
                  </a:lnTo>
                  <a:lnTo>
                    <a:pt x="214345" y="13855"/>
                  </a:lnTo>
                  <a:lnTo>
                    <a:pt x="169329" y="30310"/>
                  </a:lnTo>
                  <a:lnTo>
                    <a:pt x="128241" y="52349"/>
                  </a:lnTo>
                  <a:lnTo>
                    <a:pt x="91720" y="79397"/>
                  </a:lnTo>
                  <a:lnTo>
                    <a:pt x="60406" y="110877"/>
                  </a:lnTo>
                  <a:lnTo>
                    <a:pt x="34937" y="146214"/>
                  </a:lnTo>
                  <a:lnTo>
                    <a:pt x="15954" y="184832"/>
                  </a:lnTo>
                  <a:lnTo>
                    <a:pt x="4095" y="226155"/>
                  </a:lnTo>
                  <a:lnTo>
                    <a:pt x="0" y="269608"/>
                  </a:lnTo>
                  <a:lnTo>
                    <a:pt x="4095" y="313473"/>
                  </a:lnTo>
                  <a:lnTo>
                    <a:pt x="15954" y="355126"/>
                  </a:lnTo>
                  <a:lnTo>
                    <a:pt x="34937" y="394000"/>
                  </a:lnTo>
                  <a:lnTo>
                    <a:pt x="60406" y="429529"/>
                  </a:lnTo>
                  <a:lnTo>
                    <a:pt x="91720" y="461146"/>
                  </a:lnTo>
                  <a:lnTo>
                    <a:pt x="128241" y="488285"/>
                  </a:lnTo>
                  <a:lnTo>
                    <a:pt x="169329" y="510379"/>
                  </a:lnTo>
                  <a:lnTo>
                    <a:pt x="214345" y="526861"/>
                  </a:lnTo>
                  <a:lnTo>
                    <a:pt x="262648" y="537166"/>
                  </a:lnTo>
                  <a:lnTo>
                    <a:pt x="313601" y="540727"/>
                  </a:lnTo>
                  <a:lnTo>
                    <a:pt x="364140" y="537166"/>
                  </a:lnTo>
                  <a:lnTo>
                    <a:pt x="412113" y="526861"/>
                  </a:lnTo>
                  <a:lnTo>
                    <a:pt x="456871" y="510379"/>
                  </a:lnTo>
                  <a:lnTo>
                    <a:pt x="497765" y="488285"/>
                  </a:lnTo>
                  <a:lnTo>
                    <a:pt x="534147" y="461146"/>
                  </a:lnTo>
                  <a:lnTo>
                    <a:pt x="565369" y="429529"/>
                  </a:lnTo>
                  <a:lnTo>
                    <a:pt x="590781" y="394000"/>
                  </a:lnTo>
                  <a:lnTo>
                    <a:pt x="609736" y="355126"/>
                  </a:lnTo>
                  <a:lnTo>
                    <a:pt x="621584" y="313473"/>
                  </a:lnTo>
                  <a:lnTo>
                    <a:pt x="625678" y="269608"/>
                  </a:lnTo>
                  <a:lnTo>
                    <a:pt x="621584" y="226155"/>
                  </a:lnTo>
                  <a:lnTo>
                    <a:pt x="609736" y="184832"/>
                  </a:lnTo>
                  <a:lnTo>
                    <a:pt x="590781" y="146214"/>
                  </a:lnTo>
                  <a:lnTo>
                    <a:pt x="565369" y="110877"/>
                  </a:lnTo>
                  <a:lnTo>
                    <a:pt x="534147" y="79397"/>
                  </a:lnTo>
                  <a:lnTo>
                    <a:pt x="497765" y="52349"/>
                  </a:lnTo>
                  <a:lnTo>
                    <a:pt x="456871" y="30310"/>
                  </a:lnTo>
                  <a:lnTo>
                    <a:pt x="412113" y="13855"/>
                  </a:lnTo>
                  <a:lnTo>
                    <a:pt x="364140" y="3559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550784" y="2059343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47" y="0"/>
                  </a:moveTo>
                  <a:lnTo>
                    <a:pt x="305981" y="0"/>
                  </a:lnTo>
                  <a:lnTo>
                    <a:pt x="274015" y="3047"/>
                  </a:lnTo>
                  <a:lnTo>
                    <a:pt x="226822" y="12179"/>
                  </a:lnTo>
                  <a:lnTo>
                    <a:pt x="182676" y="27419"/>
                  </a:lnTo>
                  <a:lnTo>
                    <a:pt x="143090" y="47218"/>
                  </a:lnTo>
                  <a:lnTo>
                    <a:pt x="94373" y="82245"/>
                  </a:lnTo>
                  <a:lnTo>
                    <a:pt x="74587" y="102044"/>
                  </a:lnTo>
                  <a:lnTo>
                    <a:pt x="63931" y="111188"/>
                  </a:lnTo>
                  <a:lnTo>
                    <a:pt x="56324" y="123380"/>
                  </a:lnTo>
                  <a:lnTo>
                    <a:pt x="47193" y="134035"/>
                  </a:lnTo>
                  <a:lnTo>
                    <a:pt x="31965" y="158407"/>
                  </a:lnTo>
                  <a:lnTo>
                    <a:pt x="19786" y="182778"/>
                  </a:lnTo>
                  <a:lnTo>
                    <a:pt x="10655" y="210197"/>
                  </a:lnTo>
                  <a:lnTo>
                    <a:pt x="1511" y="251320"/>
                  </a:lnTo>
                  <a:lnTo>
                    <a:pt x="0" y="265036"/>
                  </a:lnTo>
                  <a:lnTo>
                    <a:pt x="0" y="280263"/>
                  </a:lnTo>
                  <a:lnTo>
                    <a:pt x="1511" y="293966"/>
                  </a:lnTo>
                  <a:lnTo>
                    <a:pt x="1511" y="309206"/>
                  </a:lnTo>
                  <a:lnTo>
                    <a:pt x="10655" y="350329"/>
                  </a:lnTo>
                  <a:lnTo>
                    <a:pt x="15214" y="362508"/>
                  </a:lnTo>
                  <a:lnTo>
                    <a:pt x="19786" y="376224"/>
                  </a:lnTo>
                  <a:lnTo>
                    <a:pt x="47193" y="424967"/>
                  </a:lnTo>
                  <a:lnTo>
                    <a:pt x="74587" y="458469"/>
                  </a:lnTo>
                  <a:lnTo>
                    <a:pt x="118732" y="495033"/>
                  </a:lnTo>
                  <a:lnTo>
                    <a:pt x="168973" y="525500"/>
                  </a:lnTo>
                  <a:lnTo>
                    <a:pt x="184200" y="531583"/>
                  </a:lnTo>
                  <a:lnTo>
                    <a:pt x="197904" y="537679"/>
                  </a:lnTo>
                  <a:lnTo>
                    <a:pt x="257263" y="552907"/>
                  </a:lnTo>
                  <a:lnTo>
                    <a:pt x="305981" y="559003"/>
                  </a:lnTo>
                  <a:lnTo>
                    <a:pt x="339471" y="559003"/>
                  </a:lnTo>
                  <a:lnTo>
                    <a:pt x="371449" y="555955"/>
                  </a:lnTo>
                  <a:lnTo>
                    <a:pt x="386664" y="552907"/>
                  </a:lnTo>
                  <a:lnTo>
                    <a:pt x="403415" y="549859"/>
                  </a:lnTo>
                  <a:lnTo>
                    <a:pt x="418630" y="546823"/>
                  </a:lnTo>
                  <a:lnTo>
                    <a:pt x="432333" y="542251"/>
                  </a:lnTo>
                  <a:lnTo>
                    <a:pt x="442484" y="539203"/>
                  </a:lnTo>
                  <a:lnTo>
                    <a:pt x="305981" y="539203"/>
                  </a:lnTo>
                  <a:lnTo>
                    <a:pt x="260311" y="534631"/>
                  </a:lnTo>
                  <a:lnTo>
                    <a:pt x="246608" y="531583"/>
                  </a:lnTo>
                  <a:lnTo>
                    <a:pt x="231394" y="528535"/>
                  </a:lnTo>
                  <a:lnTo>
                    <a:pt x="203987" y="519404"/>
                  </a:lnTo>
                  <a:lnTo>
                    <a:pt x="190284" y="513308"/>
                  </a:lnTo>
                  <a:lnTo>
                    <a:pt x="176580" y="508736"/>
                  </a:lnTo>
                  <a:lnTo>
                    <a:pt x="129387" y="479793"/>
                  </a:lnTo>
                  <a:lnTo>
                    <a:pt x="88290" y="444766"/>
                  </a:lnTo>
                  <a:lnTo>
                    <a:pt x="79159" y="434098"/>
                  </a:lnTo>
                  <a:lnTo>
                    <a:pt x="70027" y="424967"/>
                  </a:lnTo>
                  <a:lnTo>
                    <a:pt x="42621" y="380796"/>
                  </a:lnTo>
                  <a:lnTo>
                    <a:pt x="28917" y="344233"/>
                  </a:lnTo>
                  <a:lnTo>
                    <a:pt x="21310" y="306158"/>
                  </a:lnTo>
                  <a:lnTo>
                    <a:pt x="19786" y="292442"/>
                  </a:lnTo>
                  <a:lnTo>
                    <a:pt x="19786" y="266560"/>
                  </a:lnTo>
                  <a:lnTo>
                    <a:pt x="28917" y="214769"/>
                  </a:lnTo>
                  <a:lnTo>
                    <a:pt x="42621" y="178206"/>
                  </a:lnTo>
                  <a:lnTo>
                    <a:pt x="56324" y="155359"/>
                  </a:lnTo>
                  <a:lnTo>
                    <a:pt x="62407" y="144703"/>
                  </a:lnTo>
                  <a:lnTo>
                    <a:pt x="71539" y="134035"/>
                  </a:lnTo>
                  <a:lnTo>
                    <a:pt x="79159" y="123380"/>
                  </a:lnTo>
                  <a:lnTo>
                    <a:pt x="88290" y="114236"/>
                  </a:lnTo>
                  <a:lnTo>
                    <a:pt x="129387" y="79197"/>
                  </a:lnTo>
                  <a:lnTo>
                    <a:pt x="178104" y="50266"/>
                  </a:lnTo>
                  <a:lnTo>
                    <a:pt x="190284" y="45694"/>
                  </a:lnTo>
                  <a:lnTo>
                    <a:pt x="203987" y="39598"/>
                  </a:lnTo>
                  <a:lnTo>
                    <a:pt x="231394" y="30467"/>
                  </a:lnTo>
                  <a:lnTo>
                    <a:pt x="261835" y="24371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442487" y="19799"/>
                  </a:lnTo>
                  <a:lnTo>
                    <a:pt x="417118" y="12179"/>
                  </a:lnTo>
                  <a:lnTo>
                    <a:pt x="371449" y="3047"/>
                  </a:lnTo>
                  <a:lnTo>
                    <a:pt x="337947" y="0"/>
                  </a:lnTo>
                  <a:close/>
                </a:path>
                <a:path w="644525" h="559435">
                  <a:moveTo>
                    <a:pt x="442487" y="19799"/>
                  </a:moveTo>
                  <a:lnTo>
                    <a:pt x="353174" y="19799"/>
                  </a:lnTo>
                  <a:lnTo>
                    <a:pt x="368401" y="22847"/>
                  </a:lnTo>
                  <a:lnTo>
                    <a:pt x="383628" y="24371"/>
                  </a:lnTo>
                  <a:lnTo>
                    <a:pt x="398843" y="27419"/>
                  </a:lnTo>
                  <a:lnTo>
                    <a:pt x="412546" y="30467"/>
                  </a:lnTo>
                  <a:lnTo>
                    <a:pt x="427774" y="35026"/>
                  </a:lnTo>
                  <a:lnTo>
                    <a:pt x="441477" y="39598"/>
                  </a:lnTo>
                  <a:lnTo>
                    <a:pt x="453656" y="45694"/>
                  </a:lnTo>
                  <a:lnTo>
                    <a:pt x="467347" y="50266"/>
                  </a:lnTo>
                  <a:lnTo>
                    <a:pt x="516064" y="79197"/>
                  </a:lnTo>
                  <a:lnTo>
                    <a:pt x="557174" y="114236"/>
                  </a:lnTo>
                  <a:lnTo>
                    <a:pt x="581520" y="144703"/>
                  </a:lnTo>
                  <a:lnTo>
                    <a:pt x="601319" y="178206"/>
                  </a:lnTo>
                  <a:lnTo>
                    <a:pt x="616534" y="214769"/>
                  </a:lnTo>
                  <a:lnTo>
                    <a:pt x="621106" y="240664"/>
                  </a:lnTo>
                  <a:lnTo>
                    <a:pt x="624154" y="252844"/>
                  </a:lnTo>
                  <a:lnTo>
                    <a:pt x="625678" y="266560"/>
                  </a:lnTo>
                  <a:lnTo>
                    <a:pt x="625678" y="280263"/>
                  </a:lnTo>
                  <a:lnTo>
                    <a:pt x="624154" y="292442"/>
                  </a:lnTo>
                  <a:lnTo>
                    <a:pt x="624154" y="306158"/>
                  </a:lnTo>
                  <a:lnTo>
                    <a:pt x="621106" y="319862"/>
                  </a:lnTo>
                  <a:lnTo>
                    <a:pt x="619582" y="332054"/>
                  </a:lnTo>
                  <a:lnTo>
                    <a:pt x="615022" y="344233"/>
                  </a:lnTo>
                  <a:lnTo>
                    <a:pt x="611974" y="356425"/>
                  </a:lnTo>
                  <a:lnTo>
                    <a:pt x="607402" y="368604"/>
                  </a:lnTo>
                  <a:lnTo>
                    <a:pt x="601319" y="380796"/>
                  </a:lnTo>
                  <a:lnTo>
                    <a:pt x="595223" y="391452"/>
                  </a:lnTo>
                  <a:lnTo>
                    <a:pt x="589140" y="403644"/>
                  </a:lnTo>
                  <a:lnTo>
                    <a:pt x="564781" y="435622"/>
                  </a:lnTo>
                  <a:lnTo>
                    <a:pt x="537375" y="463041"/>
                  </a:lnTo>
                  <a:lnTo>
                    <a:pt x="491705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46" y="528535"/>
                  </a:lnTo>
                  <a:lnTo>
                    <a:pt x="398843" y="531583"/>
                  </a:lnTo>
                  <a:lnTo>
                    <a:pt x="383628" y="534631"/>
                  </a:lnTo>
                  <a:lnTo>
                    <a:pt x="368401" y="536155"/>
                  </a:lnTo>
                  <a:lnTo>
                    <a:pt x="353174" y="539203"/>
                  </a:lnTo>
                  <a:lnTo>
                    <a:pt x="442484" y="539203"/>
                  </a:lnTo>
                  <a:lnTo>
                    <a:pt x="447560" y="537679"/>
                  </a:lnTo>
                  <a:lnTo>
                    <a:pt x="502361" y="511784"/>
                  </a:lnTo>
                  <a:lnTo>
                    <a:pt x="549554" y="476757"/>
                  </a:lnTo>
                  <a:lnTo>
                    <a:pt x="589140" y="435622"/>
                  </a:lnTo>
                  <a:lnTo>
                    <a:pt x="596747" y="424967"/>
                  </a:lnTo>
                  <a:lnTo>
                    <a:pt x="605878" y="412775"/>
                  </a:lnTo>
                  <a:lnTo>
                    <a:pt x="611974" y="400596"/>
                  </a:lnTo>
                  <a:lnTo>
                    <a:pt x="619582" y="388404"/>
                  </a:lnTo>
                  <a:lnTo>
                    <a:pt x="624154" y="376224"/>
                  </a:lnTo>
                  <a:lnTo>
                    <a:pt x="630237" y="362508"/>
                  </a:lnTo>
                  <a:lnTo>
                    <a:pt x="634809" y="348805"/>
                  </a:lnTo>
                  <a:lnTo>
                    <a:pt x="640892" y="321386"/>
                  </a:lnTo>
                  <a:lnTo>
                    <a:pt x="643940" y="293966"/>
                  </a:lnTo>
                  <a:lnTo>
                    <a:pt x="643940" y="265036"/>
                  </a:lnTo>
                  <a:lnTo>
                    <a:pt x="642416" y="249796"/>
                  </a:lnTo>
                  <a:lnTo>
                    <a:pt x="640892" y="236092"/>
                  </a:lnTo>
                  <a:lnTo>
                    <a:pt x="637857" y="222376"/>
                  </a:lnTo>
                  <a:lnTo>
                    <a:pt x="633285" y="208673"/>
                  </a:lnTo>
                  <a:lnTo>
                    <a:pt x="630237" y="196481"/>
                  </a:lnTo>
                  <a:lnTo>
                    <a:pt x="624154" y="182778"/>
                  </a:lnTo>
                  <a:lnTo>
                    <a:pt x="618058" y="170599"/>
                  </a:lnTo>
                  <a:lnTo>
                    <a:pt x="611974" y="156883"/>
                  </a:lnTo>
                  <a:lnTo>
                    <a:pt x="604367" y="146227"/>
                  </a:lnTo>
                  <a:lnTo>
                    <a:pt x="589140" y="121856"/>
                  </a:lnTo>
                  <a:lnTo>
                    <a:pt x="580009" y="111188"/>
                  </a:lnTo>
                  <a:lnTo>
                    <a:pt x="549554" y="80721"/>
                  </a:lnTo>
                  <a:lnTo>
                    <a:pt x="500837" y="47218"/>
                  </a:lnTo>
                  <a:lnTo>
                    <a:pt x="447560" y="21323"/>
                  </a:lnTo>
                  <a:lnTo>
                    <a:pt x="442487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5" name="object 15"/>
          <p:cNvSpPr txBox="1"/>
          <p:nvPr/>
        </p:nvSpPr>
        <p:spPr>
          <a:xfrm>
            <a:off x="7747216" y="2208118"/>
            <a:ext cx="25146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r>
              <a:rPr dirty="0" sz="140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n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308899" y="2071522"/>
            <a:ext cx="644525" cy="559435"/>
            <a:chOff x="8308899" y="2071522"/>
            <a:chExt cx="644525" cy="559435"/>
          </a:xfrm>
        </p:grpSpPr>
        <p:sp>
          <p:nvSpPr>
            <p:cNvPr id="17" name="object 17"/>
            <p:cNvSpPr/>
            <p:nvPr/>
          </p:nvSpPr>
          <p:spPr>
            <a:xfrm>
              <a:off x="8318043" y="2080666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77" y="0"/>
                  </a:moveTo>
                  <a:lnTo>
                    <a:pt x="261534" y="3518"/>
                  </a:lnTo>
                  <a:lnTo>
                    <a:pt x="213559" y="13708"/>
                  </a:lnTo>
                  <a:lnTo>
                    <a:pt x="168801" y="30021"/>
                  </a:lnTo>
                  <a:lnTo>
                    <a:pt x="127907" y="51909"/>
                  </a:lnTo>
                  <a:lnTo>
                    <a:pt x="91525" y="78824"/>
                  </a:lnTo>
                  <a:lnTo>
                    <a:pt x="60305" y="110216"/>
                  </a:lnTo>
                  <a:lnTo>
                    <a:pt x="34894" y="145537"/>
                  </a:lnTo>
                  <a:lnTo>
                    <a:pt x="15940" y="184240"/>
                  </a:lnTo>
                  <a:lnTo>
                    <a:pt x="4093" y="225775"/>
                  </a:lnTo>
                  <a:lnTo>
                    <a:pt x="0" y="269595"/>
                  </a:lnTo>
                  <a:lnTo>
                    <a:pt x="4093" y="313418"/>
                  </a:lnTo>
                  <a:lnTo>
                    <a:pt x="15940" y="354956"/>
                  </a:lnTo>
                  <a:lnTo>
                    <a:pt x="34894" y="393661"/>
                  </a:lnTo>
                  <a:lnTo>
                    <a:pt x="60305" y="428984"/>
                  </a:lnTo>
                  <a:lnTo>
                    <a:pt x="91525" y="460378"/>
                  </a:lnTo>
                  <a:lnTo>
                    <a:pt x="127907" y="487293"/>
                  </a:lnTo>
                  <a:lnTo>
                    <a:pt x="168801" y="509181"/>
                  </a:lnTo>
                  <a:lnTo>
                    <a:pt x="213559" y="525495"/>
                  </a:lnTo>
                  <a:lnTo>
                    <a:pt x="261534" y="535685"/>
                  </a:lnTo>
                  <a:lnTo>
                    <a:pt x="312077" y="539203"/>
                  </a:lnTo>
                  <a:lnTo>
                    <a:pt x="362986" y="535685"/>
                  </a:lnTo>
                  <a:lnTo>
                    <a:pt x="411174" y="525495"/>
                  </a:lnTo>
                  <a:lnTo>
                    <a:pt x="456019" y="509181"/>
                  </a:lnTo>
                  <a:lnTo>
                    <a:pt x="496899" y="487293"/>
                  </a:lnTo>
                  <a:lnTo>
                    <a:pt x="533195" y="460378"/>
                  </a:lnTo>
                  <a:lnTo>
                    <a:pt x="564284" y="428984"/>
                  </a:lnTo>
                  <a:lnTo>
                    <a:pt x="589545" y="393661"/>
                  </a:lnTo>
                  <a:lnTo>
                    <a:pt x="608358" y="354956"/>
                  </a:lnTo>
                  <a:lnTo>
                    <a:pt x="620101" y="313418"/>
                  </a:lnTo>
                  <a:lnTo>
                    <a:pt x="624154" y="269595"/>
                  </a:lnTo>
                  <a:lnTo>
                    <a:pt x="620101" y="225775"/>
                  </a:lnTo>
                  <a:lnTo>
                    <a:pt x="608358" y="184240"/>
                  </a:lnTo>
                  <a:lnTo>
                    <a:pt x="589545" y="145537"/>
                  </a:lnTo>
                  <a:lnTo>
                    <a:pt x="564284" y="110216"/>
                  </a:lnTo>
                  <a:lnTo>
                    <a:pt x="533195" y="78824"/>
                  </a:lnTo>
                  <a:lnTo>
                    <a:pt x="496899" y="51909"/>
                  </a:lnTo>
                  <a:lnTo>
                    <a:pt x="456019" y="30021"/>
                  </a:lnTo>
                  <a:lnTo>
                    <a:pt x="411174" y="13708"/>
                  </a:lnTo>
                  <a:lnTo>
                    <a:pt x="362986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8308899" y="2071522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557491"/>
                  </a:moveTo>
                  <a:lnTo>
                    <a:pt x="305993" y="557491"/>
                  </a:lnTo>
                  <a:lnTo>
                    <a:pt x="321221" y="559015"/>
                  </a:lnTo>
                  <a:lnTo>
                    <a:pt x="337959" y="557491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57276" y="4571"/>
                  </a:lnTo>
                  <a:lnTo>
                    <a:pt x="240537" y="9143"/>
                  </a:lnTo>
                  <a:lnTo>
                    <a:pt x="225310" y="12191"/>
                  </a:lnTo>
                  <a:lnTo>
                    <a:pt x="211607" y="16763"/>
                  </a:lnTo>
                  <a:lnTo>
                    <a:pt x="196380" y="21323"/>
                  </a:lnTo>
                  <a:lnTo>
                    <a:pt x="168986" y="33515"/>
                  </a:lnTo>
                  <a:lnTo>
                    <a:pt x="117221" y="63982"/>
                  </a:lnTo>
                  <a:lnTo>
                    <a:pt x="73075" y="100533"/>
                  </a:lnTo>
                  <a:lnTo>
                    <a:pt x="47193" y="134048"/>
                  </a:lnTo>
                  <a:lnTo>
                    <a:pt x="38061" y="146227"/>
                  </a:lnTo>
                  <a:lnTo>
                    <a:pt x="31978" y="156895"/>
                  </a:lnTo>
                  <a:lnTo>
                    <a:pt x="24358" y="170599"/>
                  </a:lnTo>
                  <a:lnTo>
                    <a:pt x="19799" y="182791"/>
                  </a:lnTo>
                  <a:lnTo>
                    <a:pt x="13703" y="196494"/>
                  </a:lnTo>
                  <a:lnTo>
                    <a:pt x="9144" y="208673"/>
                  </a:lnTo>
                  <a:lnTo>
                    <a:pt x="3048" y="236092"/>
                  </a:lnTo>
                  <a:lnTo>
                    <a:pt x="1524" y="251332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3048" y="321398"/>
                  </a:lnTo>
                  <a:lnTo>
                    <a:pt x="6096" y="335102"/>
                  </a:lnTo>
                  <a:lnTo>
                    <a:pt x="9144" y="350329"/>
                  </a:lnTo>
                  <a:lnTo>
                    <a:pt x="31978" y="400596"/>
                  </a:lnTo>
                  <a:lnTo>
                    <a:pt x="54813" y="435635"/>
                  </a:lnTo>
                  <a:lnTo>
                    <a:pt x="94386" y="476757"/>
                  </a:lnTo>
                  <a:lnTo>
                    <a:pt x="143103" y="511797"/>
                  </a:lnTo>
                  <a:lnTo>
                    <a:pt x="182689" y="531596"/>
                  </a:lnTo>
                  <a:lnTo>
                    <a:pt x="196380" y="536168"/>
                  </a:lnTo>
                  <a:lnTo>
                    <a:pt x="211607" y="542251"/>
                  </a:lnTo>
                  <a:lnTo>
                    <a:pt x="226834" y="546823"/>
                  </a:lnTo>
                  <a:lnTo>
                    <a:pt x="272503" y="555967"/>
                  </a:lnTo>
                  <a:lnTo>
                    <a:pt x="289242" y="557491"/>
                  </a:lnTo>
                  <a:lnTo>
                    <a:pt x="354710" y="557491"/>
                  </a:lnTo>
                  <a:lnTo>
                    <a:pt x="369925" y="555967"/>
                  </a:lnTo>
                  <a:lnTo>
                    <a:pt x="386676" y="552919"/>
                  </a:lnTo>
                  <a:lnTo>
                    <a:pt x="401904" y="549871"/>
                  </a:lnTo>
                  <a:lnTo>
                    <a:pt x="417118" y="545299"/>
                  </a:lnTo>
                  <a:lnTo>
                    <a:pt x="432346" y="542251"/>
                  </a:lnTo>
                  <a:lnTo>
                    <a:pt x="439212" y="539203"/>
                  </a:lnTo>
                  <a:lnTo>
                    <a:pt x="305993" y="539203"/>
                  </a:lnTo>
                  <a:lnTo>
                    <a:pt x="260324" y="534644"/>
                  </a:lnTo>
                  <a:lnTo>
                    <a:pt x="245097" y="531596"/>
                  </a:lnTo>
                  <a:lnTo>
                    <a:pt x="231394" y="527024"/>
                  </a:lnTo>
                  <a:lnTo>
                    <a:pt x="216179" y="523976"/>
                  </a:lnTo>
                  <a:lnTo>
                    <a:pt x="202476" y="519404"/>
                  </a:lnTo>
                  <a:lnTo>
                    <a:pt x="190296" y="513321"/>
                  </a:lnTo>
                  <a:lnTo>
                    <a:pt x="176593" y="507225"/>
                  </a:lnTo>
                  <a:lnTo>
                    <a:pt x="127876" y="479805"/>
                  </a:lnTo>
                  <a:lnTo>
                    <a:pt x="77647" y="434111"/>
                  </a:lnTo>
                  <a:lnTo>
                    <a:pt x="54813" y="402120"/>
                  </a:lnTo>
                  <a:lnTo>
                    <a:pt x="42633" y="379272"/>
                  </a:lnTo>
                  <a:lnTo>
                    <a:pt x="36537" y="368617"/>
                  </a:lnTo>
                  <a:lnTo>
                    <a:pt x="27406" y="344246"/>
                  </a:lnTo>
                  <a:lnTo>
                    <a:pt x="24358" y="330530"/>
                  </a:lnTo>
                  <a:lnTo>
                    <a:pt x="21310" y="318350"/>
                  </a:lnTo>
                  <a:lnTo>
                    <a:pt x="19799" y="304634"/>
                  </a:lnTo>
                  <a:lnTo>
                    <a:pt x="18275" y="292455"/>
                  </a:lnTo>
                  <a:lnTo>
                    <a:pt x="18275" y="265036"/>
                  </a:lnTo>
                  <a:lnTo>
                    <a:pt x="19799" y="252856"/>
                  </a:lnTo>
                  <a:lnTo>
                    <a:pt x="22834" y="239140"/>
                  </a:lnTo>
                  <a:lnTo>
                    <a:pt x="24358" y="226961"/>
                  </a:lnTo>
                  <a:lnTo>
                    <a:pt x="36537" y="190398"/>
                  </a:lnTo>
                  <a:lnTo>
                    <a:pt x="54813" y="155371"/>
                  </a:lnTo>
                  <a:lnTo>
                    <a:pt x="79159" y="123380"/>
                  </a:lnTo>
                  <a:lnTo>
                    <a:pt x="86779" y="114236"/>
                  </a:lnTo>
                  <a:lnTo>
                    <a:pt x="129400" y="77685"/>
                  </a:lnTo>
                  <a:lnTo>
                    <a:pt x="176593" y="50266"/>
                  </a:lnTo>
                  <a:lnTo>
                    <a:pt x="231394" y="30467"/>
                  </a:lnTo>
                  <a:lnTo>
                    <a:pt x="275551" y="21323"/>
                  </a:lnTo>
                  <a:lnTo>
                    <a:pt x="305993" y="18287"/>
                  </a:lnTo>
                  <a:lnTo>
                    <a:pt x="436926" y="18287"/>
                  </a:lnTo>
                  <a:lnTo>
                    <a:pt x="432346" y="16763"/>
                  </a:lnTo>
                  <a:lnTo>
                    <a:pt x="401904" y="7619"/>
                  </a:lnTo>
                  <a:lnTo>
                    <a:pt x="386676" y="4571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6926" y="18287"/>
                  </a:moveTo>
                  <a:lnTo>
                    <a:pt x="321221" y="18287"/>
                  </a:lnTo>
                  <a:lnTo>
                    <a:pt x="337959" y="19799"/>
                  </a:lnTo>
                  <a:lnTo>
                    <a:pt x="353186" y="19799"/>
                  </a:lnTo>
                  <a:lnTo>
                    <a:pt x="368414" y="21323"/>
                  </a:lnTo>
                  <a:lnTo>
                    <a:pt x="383628" y="24371"/>
                  </a:lnTo>
                  <a:lnTo>
                    <a:pt x="397332" y="27419"/>
                  </a:lnTo>
                  <a:lnTo>
                    <a:pt x="412559" y="30467"/>
                  </a:lnTo>
                  <a:lnTo>
                    <a:pt x="453656" y="44170"/>
                  </a:lnTo>
                  <a:lnTo>
                    <a:pt x="491718" y="63982"/>
                  </a:lnTo>
                  <a:lnTo>
                    <a:pt x="535863" y="95961"/>
                  </a:lnTo>
                  <a:lnTo>
                    <a:pt x="564794" y="123380"/>
                  </a:lnTo>
                  <a:lnTo>
                    <a:pt x="589152" y="155371"/>
                  </a:lnTo>
                  <a:lnTo>
                    <a:pt x="595236" y="167551"/>
                  </a:lnTo>
                  <a:lnTo>
                    <a:pt x="601319" y="178219"/>
                  </a:lnTo>
                  <a:lnTo>
                    <a:pt x="615022" y="214769"/>
                  </a:lnTo>
                  <a:lnTo>
                    <a:pt x="621118" y="239140"/>
                  </a:lnTo>
                  <a:lnTo>
                    <a:pt x="624166" y="266560"/>
                  </a:lnTo>
                  <a:lnTo>
                    <a:pt x="624166" y="292455"/>
                  </a:lnTo>
                  <a:lnTo>
                    <a:pt x="618070" y="332054"/>
                  </a:lnTo>
                  <a:lnTo>
                    <a:pt x="601319" y="380796"/>
                  </a:lnTo>
                  <a:lnTo>
                    <a:pt x="587628" y="402120"/>
                  </a:lnTo>
                  <a:lnTo>
                    <a:pt x="581532" y="414312"/>
                  </a:lnTo>
                  <a:lnTo>
                    <a:pt x="572401" y="424967"/>
                  </a:lnTo>
                  <a:lnTo>
                    <a:pt x="564794" y="434111"/>
                  </a:lnTo>
                  <a:lnTo>
                    <a:pt x="555650" y="444766"/>
                  </a:lnTo>
                  <a:lnTo>
                    <a:pt x="535863" y="463054"/>
                  </a:lnTo>
                  <a:lnTo>
                    <a:pt x="514553" y="479805"/>
                  </a:lnTo>
                  <a:lnTo>
                    <a:pt x="491718" y="495033"/>
                  </a:lnTo>
                  <a:lnTo>
                    <a:pt x="465835" y="507225"/>
                  </a:lnTo>
                  <a:lnTo>
                    <a:pt x="453656" y="513321"/>
                  </a:lnTo>
                  <a:lnTo>
                    <a:pt x="439953" y="519404"/>
                  </a:lnTo>
                  <a:lnTo>
                    <a:pt x="426262" y="523976"/>
                  </a:lnTo>
                  <a:lnTo>
                    <a:pt x="412559" y="527024"/>
                  </a:lnTo>
                  <a:lnTo>
                    <a:pt x="397332" y="531596"/>
                  </a:lnTo>
                  <a:lnTo>
                    <a:pt x="382104" y="534644"/>
                  </a:lnTo>
                  <a:lnTo>
                    <a:pt x="368414" y="536168"/>
                  </a:lnTo>
                  <a:lnTo>
                    <a:pt x="336435" y="539203"/>
                  </a:lnTo>
                  <a:lnTo>
                    <a:pt x="439212" y="539203"/>
                  </a:lnTo>
                  <a:lnTo>
                    <a:pt x="446049" y="536168"/>
                  </a:lnTo>
                  <a:lnTo>
                    <a:pt x="461276" y="531596"/>
                  </a:lnTo>
                  <a:lnTo>
                    <a:pt x="474967" y="525500"/>
                  </a:lnTo>
                  <a:lnTo>
                    <a:pt x="526732" y="495033"/>
                  </a:lnTo>
                  <a:lnTo>
                    <a:pt x="549567" y="476757"/>
                  </a:lnTo>
                  <a:lnTo>
                    <a:pt x="580008" y="446290"/>
                  </a:lnTo>
                  <a:lnTo>
                    <a:pt x="587628" y="435635"/>
                  </a:lnTo>
                  <a:lnTo>
                    <a:pt x="596760" y="424967"/>
                  </a:lnTo>
                  <a:lnTo>
                    <a:pt x="618070" y="388416"/>
                  </a:lnTo>
                  <a:lnTo>
                    <a:pt x="633298" y="348818"/>
                  </a:lnTo>
                  <a:lnTo>
                    <a:pt x="642429" y="307682"/>
                  </a:lnTo>
                  <a:lnTo>
                    <a:pt x="642429" y="293979"/>
                  </a:lnTo>
                  <a:lnTo>
                    <a:pt x="643953" y="278739"/>
                  </a:lnTo>
                  <a:lnTo>
                    <a:pt x="642429" y="265036"/>
                  </a:lnTo>
                  <a:lnTo>
                    <a:pt x="642429" y="249808"/>
                  </a:lnTo>
                  <a:lnTo>
                    <a:pt x="633298" y="208673"/>
                  </a:lnTo>
                  <a:lnTo>
                    <a:pt x="618070" y="169075"/>
                  </a:lnTo>
                  <a:lnTo>
                    <a:pt x="596760" y="134048"/>
                  </a:lnTo>
                  <a:lnTo>
                    <a:pt x="569353" y="100533"/>
                  </a:lnTo>
                  <a:lnTo>
                    <a:pt x="525208" y="62458"/>
                  </a:lnTo>
                  <a:lnTo>
                    <a:pt x="474967" y="33515"/>
                  </a:lnTo>
                  <a:lnTo>
                    <a:pt x="446049" y="21323"/>
                  </a:lnTo>
                  <a:lnTo>
                    <a:pt x="436926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8492401" y="2236628"/>
            <a:ext cx="2755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r>
              <a:rPr dirty="0" sz="1200" spc="-3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t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9065500" y="2071522"/>
            <a:ext cx="644525" cy="559435"/>
            <a:chOff x="9065500" y="2071522"/>
            <a:chExt cx="644525" cy="559435"/>
          </a:xfrm>
        </p:grpSpPr>
        <p:sp>
          <p:nvSpPr>
            <p:cNvPr id="21" name="object 21"/>
            <p:cNvSpPr/>
            <p:nvPr/>
          </p:nvSpPr>
          <p:spPr>
            <a:xfrm>
              <a:off x="9074632" y="2080666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3601" y="0"/>
                  </a:moveTo>
                  <a:lnTo>
                    <a:pt x="262648" y="3518"/>
                  </a:lnTo>
                  <a:lnTo>
                    <a:pt x="214345" y="13708"/>
                  </a:lnTo>
                  <a:lnTo>
                    <a:pt x="169329" y="30021"/>
                  </a:lnTo>
                  <a:lnTo>
                    <a:pt x="128241" y="51909"/>
                  </a:lnTo>
                  <a:lnTo>
                    <a:pt x="91720" y="78824"/>
                  </a:lnTo>
                  <a:lnTo>
                    <a:pt x="60406" y="110216"/>
                  </a:lnTo>
                  <a:lnTo>
                    <a:pt x="34937" y="145537"/>
                  </a:lnTo>
                  <a:lnTo>
                    <a:pt x="15954" y="184240"/>
                  </a:lnTo>
                  <a:lnTo>
                    <a:pt x="4095" y="225775"/>
                  </a:lnTo>
                  <a:lnTo>
                    <a:pt x="0" y="269595"/>
                  </a:lnTo>
                  <a:lnTo>
                    <a:pt x="4095" y="313418"/>
                  </a:lnTo>
                  <a:lnTo>
                    <a:pt x="15954" y="354956"/>
                  </a:lnTo>
                  <a:lnTo>
                    <a:pt x="34937" y="393661"/>
                  </a:lnTo>
                  <a:lnTo>
                    <a:pt x="60406" y="428984"/>
                  </a:lnTo>
                  <a:lnTo>
                    <a:pt x="91720" y="460378"/>
                  </a:lnTo>
                  <a:lnTo>
                    <a:pt x="128241" y="487293"/>
                  </a:lnTo>
                  <a:lnTo>
                    <a:pt x="169329" y="509181"/>
                  </a:lnTo>
                  <a:lnTo>
                    <a:pt x="214345" y="525495"/>
                  </a:lnTo>
                  <a:lnTo>
                    <a:pt x="262648" y="535685"/>
                  </a:lnTo>
                  <a:lnTo>
                    <a:pt x="313601" y="539203"/>
                  </a:lnTo>
                  <a:lnTo>
                    <a:pt x="364140" y="535685"/>
                  </a:lnTo>
                  <a:lnTo>
                    <a:pt x="412113" y="525495"/>
                  </a:lnTo>
                  <a:lnTo>
                    <a:pt x="456871" y="509181"/>
                  </a:lnTo>
                  <a:lnTo>
                    <a:pt x="497765" y="487293"/>
                  </a:lnTo>
                  <a:lnTo>
                    <a:pt x="534147" y="460378"/>
                  </a:lnTo>
                  <a:lnTo>
                    <a:pt x="565369" y="428984"/>
                  </a:lnTo>
                  <a:lnTo>
                    <a:pt x="590781" y="393661"/>
                  </a:lnTo>
                  <a:lnTo>
                    <a:pt x="609736" y="354956"/>
                  </a:lnTo>
                  <a:lnTo>
                    <a:pt x="621584" y="313418"/>
                  </a:lnTo>
                  <a:lnTo>
                    <a:pt x="625678" y="269595"/>
                  </a:lnTo>
                  <a:lnTo>
                    <a:pt x="621584" y="225775"/>
                  </a:lnTo>
                  <a:lnTo>
                    <a:pt x="609736" y="184240"/>
                  </a:lnTo>
                  <a:lnTo>
                    <a:pt x="590781" y="145537"/>
                  </a:lnTo>
                  <a:lnTo>
                    <a:pt x="565369" y="110216"/>
                  </a:lnTo>
                  <a:lnTo>
                    <a:pt x="534147" y="78824"/>
                  </a:lnTo>
                  <a:lnTo>
                    <a:pt x="497765" y="51909"/>
                  </a:lnTo>
                  <a:lnTo>
                    <a:pt x="456871" y="30021"/>
                  </a:lnTo>
                  <a:lnTo>
                    <a:pt x="412113" y="13708"/>
                  </a:lnTo>
                  <a:lnTo>
                    <a:pt x="364140" y="3518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9065500" y="2071522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557491"/>
                  </a:moveTo>
                  <a:lnTo>
                    <a:pt x="305993" y="557491"/>
                  </a:lnTo>
                  <a:lnTo>
                    <a:pt x="322732" y="559015"/>
                  </a:lnTo>
                  <a:lnTo>
                    <a:pt x="339483" y="557491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57276" y="4571"/>
                  </a:lnTo>
                  <a:lnTo>
                    <a:pt x="242049" y="9143"/>
                  </a:lnTo>
                  <a:lnTo>
                    <a:pt x="226834" y="12191"/>
                  </a:lnTo>
                  <a:lnTo>
                    <a:pt x="182676" y="27419"/>
                  </a:lnTo>
                  <a:lnTo>
                    <a:pt x="143103" y="47218"/>
                  </a:lnTo>
                  <a:lnTo>
                    <a:pt x="94386" y="80733"/>
                  </a:lnTo>
                  <a:lnTo>
                    <a:pt x="63944" y="111201"/>
                  </a:lnTo>
                  <a:lnTo>
                    <a:pt x="56324" y="121856"/>
                  </a:lnTo>
                  <a:lnTo>
                    <a:pt x="47193" y="134048"/>
                  </a:lnTo>
                  <a:lnTo>
                    <a:pt x="39585" y="146227"/>
                  </a:lnTo>
                  <a:lnTo>
                    <a:pt x="31965" y="156895"/>
                  </a:lnTo>
                  <a:lnTo>
                    <a:pt x="25882" y="170599"/>
                  </a:lnTo>
                  <a:lnTo>
                    <a:pt x="19786" y="182791"/>
                  </a:lnTo>
                  <a:lnTo>
                    <a:pt x="15227" y="196494"/>
                  </a:lnTo>
                  <a:lnTo>
                    <a:pt x="10655" y="208673"/>
                  </a:lnTo>
                  <a:lnTo>
                    <a:pt x="4572" y="236092"/>
                  </a:lnTo>
                  <a:lnTo>
                    <a:pt x="1524" y="251332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7607" y="335102"/>
                  </a:lnTo>
                  <a:lnTo>
                    <a:pt x="10655" y="350329"/>
                  </a:lnTo>
                  <a:lnTo>
                    <a:pt x="15227" y="362521"/>
                  </a:lnTo>
                  <a:lnTo>
                    <a:pt x="19786" y="376224"/>
                  </a:lnTo>
                  <a:lnTo>
                    <a:pt x="31965" y="400596"/>
                  </a:lnTo>
                  <a:lnTo>
                    <a:pt x="74599" y="456958"/>
                  </a:lnTo>
                  <a:lnTo>
                    <a:pt x="118745" y="495033"/>
                  </a:lnTo>
                  <a:lnTo>
                    <a:pt x="168986" y="525500"/>
                  </a:lnTo>
                  <a:lnTo>
                    <a:pt x="197904" y="536168"/>
                  </a:lnTo>
                  <a:lnTo>
                    <a:pt x="211607" y="542251"/>
                  </a:lnTo>
                  <a:lnTo>
                    <a:pt x="226834" y="546823"/>
                  </a:lnTo>
                  <a:lnTo>
                    <a:pt x="257276" y="552919"/>
                  </a:lnTo>
                  <a:lnTo>
                    <a:pt x="274027" y="555967"/>
                  </a:lnTo>
                  <a:lnTo>
                    <a:pt x="289242" y="557491"/>
                  </a:lnTo>
                  <a:lnTo>
                    <a:pt x="354711" y="557491"/>
                  </a:lnTo>
                  <a:lnTo>
                    <a:pt x="371449" y="555967"/>
                  </a:lnTo>
                  <a:lnTo>
                    <a:pt x="386676" y="552919"/>
                  </a:lnTo>
                  <a:lnTo>
                    <a:pt x="403415" y="549871"/>
                  </a:lnTo>
                  <a:lnTo>
                    <a:pt x="418642" y="545299"/>
                  </a:lnTo>
                  <a:lnTo>
                    <a:pt x="432346" y="542251"/>
                  </a:lnTo>
                  <a:lnTo>
                    <a:pt x="439975" y="539203"/>
                  </a:lnTo>
                  <a:lnTo>
                    <a:pt x="305993" y="539203"/>
                  </a:lnTo>
                  <a:lnTo>
                    <a:pt x="260324" y="534644"/>
                  </a:lnTo>
                  <a:lnTo>
                    <a:pt x="246621" y="531596"/>
                  </a:lnTo>
                  <a:lnTo>
                    <a:pt x="231394" y="527024"/>
                  </a:lnTo>
                  <a:lnTo>
                    <a:pt x="217690" y="523976"/>
                  </a:lnTo>
                  <a:lnTo>
                    <a:pt x="176593" y="507225"/>
                  </a:lnTo>
                  <a:lnTo>
                    <a:pt x="129400" y="479805"/>
                  </a:lnTo>
                  <a:lnTo>
                    <a:pt x="88290" y="443255"/>
                  </a:lnTo>
                  <a:lnTo>
                    <a:pt x="79159" y="434111"/>
                  </a:lnTo>
                  <a:lnTo>
                    <a:pt x="54800" y="402120"/>
                  </a:lnTo>
                  <a:lnTo>
                    <a:pt x="28930" y="344246"/>
                  </a:lnTo>
                  <a:lnTo>
                    <a:pt x="25882" y="330530"/>
                  </a:lnTo>
                  <a:lnTo>
                    <a:pt x="22834" y="318350"/>
                  </a:lnTo>
                  <a:lnTo>
                    <a:pt x="21310" y="304634"/>
                  </a:lnTo>
                  <a:lnTo>
                    <a:pt x="19786" y="292455"/>
                  </a:lnTo>
                  <a:lnTo>
                    <a:pt x="19786" y="265036"/>
                  </a:lnTo>
                  <a:lnTo>
                    <a:pt x="21310" y="252856"/>
                  </a:lnTo>
                  <a:lnTo>
                    <a:pt x="22834" y="239140"/>
                  </a:lnTo>
                  <a:lnTo>
                    <a:pt x="28930" y="214769"/>
                  </a:lnTo>
                  <a:lnTo>
                    <a:pt x="33489" y="201066"/>
                  </a:lnTo>
                  <a:lnTo>
                    <a:pt x="38061" y="190398"/>
                  </a:lnTo>
                  <a:lnTo>
                    <a:pt x="42621" y="178219"/>
                  </a:lnTo>
                  <a:lnTo>
                    <a:pt x="48717" y="166027"/>
                  </a:lnTo>
                  <a:lnTo>
                    <a:pt x="56324" y="155371"/>
                  </a:lnTo>
                  <a:lnTo>
                    <a:pt x="62420" y="144703"/>
                  </a:lnTo>
                  <a:lnTo>
                    <a:pt x="71551" y="134048"/>
                  </a:lnTo>
                  <a:lnTo>
                    <a:pt x="79159" y="123380"/>
                  </a:lnTo>
                  <a:lnTo>
                    <a:pt x="108089" y="94437"/>
                  </a:lnTo>
                  <a:lnTo>
                    <a:pt x="152234" y="63982"/>
                  </a:lnTo>
                  <a:lnTo>
                    <a:pt x="190296" y="44170"/>
                  </a:lnTo>
                  <a:lnTo>
                    <a:pt x="231394" y="30467"/>
                  </a:lnTo>
                  <a:lnTo>
                    <a:pt x="261848" y="24371"/>
                  </a:lnTo>
                  <a:lnTo>
                    <a:pt x="275539" y="21323"/>
                  </a:lnTo>
                  <a:lnTo>
                    <a:pt x="307517" y="18287"/>
                  </a:lnTo>
                  <a:lnTo>
                    <a:pt x="437454" y="18287"/>
                  </a:lnTo>
                  <a:lnTo>
                    <a:pt x="401891" y="7619"/>
                  </a:lnTo>
                  <a:lnTo>
                    <a:pt x="386676" y="4571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7454" y="18287"/>
                  </a:moveTo>
                  <a:lnTo>
                    <a:pt x="322732" y="18287"/>
                  </a:lnTo>
                  <a:lnTo>
                    <a:pt x="337959" y="19799"/>
                  </a:lnTo>
                  <a:lnTo>
                    <a:pt x="353187" y="19799"/>
                  </a:lnTo>
                  <a:lnTo>
                    <a:pt x="368401" y="21323"/>
                  </a:lnTo>
                  <a:lnTo>
                    <a:pt x="412559" y="30467"/>
                  </a:lnTo>
                  <a:lnTo>
                    <a:pt x="453656" y="44170"/>
                  </a:lnTo>
                  <a:lnTo>
                    <a:pt x="493242" y="63982"/>
                  </a:lnTo>
                  <a:lnTo>
                    <a:pt x="537387" y="95961"/>
                  </a:lnTo>
                  <a:lnTo>
                    <a:pt x="566305" y="123380"/>
                  </a:lnTo>
                  <a:lnTo>
                    <a:pt x="589140" y="155371"/>
                  </a:lnTo>
                  <a:lnTo>
                    <a:pt x="595236" y="167551"/>
                  </a:lnTo>
                  <a:lnTo>
                    <a:pt x="601319" y="178219"/>
                  </a:lnTo>
                  <a:lnTo>
                    <a:pt x="607415" y="190398"/>
                  </a:lnTo>
                  <a:lnTo>
                    <a:pt x="616546" y="214769"/>
                  </a:lnTo>
                  <a:lnTo>
                    <a:pt x="619594" y="226961"/>
                  </a:lnTo>
                  <a:lnTo>
                    <a:pt x="621118" y="239140"/>
                  </a:lnTo>
                  <a:lnTo>
                    <a:pt x="624154" y="252856"/>
                  </a:lnTo>
                  <a:lnTo>
                    <a:pt x="624154" y="266560"/>
                  </a:lnTo>
                  <a:lnTo>
                    <a:pt x="625678" y="278739"/>
                  </a:lnTo>
                  <a:lnTo>
                    <a:pt x="624154" y="292455"/>
                  </a:lnTo>
                  <a:lnTo>
                    <a:pt x="624154" y="306158"/>
                  </a:lnTo>
                  <a:lnTo>
                    <a:pt x="621118" y="318350"/>
                  </a:lnTo>
                  <a:lnTo>
                    <a:pt x="619594" y="332054"/>
                  </a:lnTo>
                  <a:lnTo>
                    <a:pt x="615022" y="344246"/>
                  </a:lnTo>
                  <a:lnTo>
                    <a:pt x="611974" y="356425"/>
                  </a:lnTo>
                  <a:lnTo>
                    <a:pt x="607415" y="368617"/>
                  </a:lnTo>
                  <a:lnTo>
                    <a:pt x="589140" y="402120"/>
                  </a:lnTo>
                  <a:lnTo>
                    <a:pt x="564781" y="434111"/>
                  </a:lnTo>
                  <a:lnTo>
                    <a:pt x="555650" y="444766"/>
                  </a:lnTo>
                  <a:lnTo>
                    <a:pt x="514553" y="479805"/>
                  </a:lnTo>
                  <a:lnTo>
                    <a:pt x="467360" y="507225"/>
                  </a:lnTo>
                  <a:lnTo>
                    <a:pt x="426250" y="523976"/>
                  </a:lnTo>
                  <a:lnTo>
                    <a:pt x="412559" y="527024"/>
                  </a:lnTo>
                  <a:lnTo>
                    <a:pt x="398856" y="531596"/>
                  </a:lnTo>
                  <a:lnTo>
                    <a:pt x="383628" y="534644"/>
                  </a:lnTo>
                  <a:lnTo>
                    <a:pt x="337959" y="539203"/>
                  </a:lnTo>
                  <a:lnTo>
                    <a:pt x="439975" y="539203"/>
                  </a:lnTo>
                  <a:lnTo>
                    <a:pt x="447573" y="536168"/>
                  </a:lnTo>
                  <a:lnTo>
                    <a:pt x="461264" y="531596"/>
                  </a:lnTo>
                  <a:lnTo>
                    <a:pt x="474967" y="525500"/>
                  </a:lnTo>
                  <a:lnTo>
                    <a:pt x="526732" y="495033"/>
                  </a:lnTo>
                  <a:lnTo>
                    <a:pt x="570877" y="456958"/>
                  </a:lnTo>
                  <a:lnTo>
                    <a:pt x="596760" y="424967"/>
                  </a:lnTo>
                  <a:lnTo>
                    <a:pt x="605891" y="412788"/>
                  </a:lnTo>
                  <a:lnTo>
                    <a:pt x="611974" y="400596"/>
                  </a:lnTo>
                  <a:lnTo>
                    <a:pt x="619594" y="388416"/>
                  </a:lnTo>
                  <a:lnTo>
                    <a:pt x="624154" y="374700"/>
                  </a:lnTo>
                  <a:lnTo>
                    <a:pt x="630250" y="362521"/>
                  </a:lnTo>
                  <a:lnTo>
                    <a:pt x="634809" y="348818"/>
                  </a:lnTo>
                  <a:lnTo>
                    <a:pt x="640905" y="321398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49808"/>
                  </a:lnTo>
                  <a:lnTo>
                    <a:pt x="640905" y="236092"/>
                  </a:lnTo>
                  <a:lnTo>
                    <a:pt x="637857" y="222389"/>
                  </a:lnTo>
                  <a:lnTo>
                    <a:pt x="633298" y="208673"/>
                  </a:lnTo>
                  <a:lnTo>
                    <a:pt x="630250" y="194970"/>
                  </a:lnTo>
                  <a:lnTo>
                    <a:pt x="624154" y="182791"/>
                  </a:lnTo>
                  <a:lnTo>
                    <a:pt x="618070" y="169075"/>
                  </a:lnTo>
                  <a:lnTo>
                    <a:pt x="611974" y="156895"/>
                  </a:lnTo>
                  <a:lnTo>
                    <a:pt x="604367" y="144703"/>
                  </a:lnTo>
                  <a:lnTo>
                    <a:pt x="596760" y="134048"/>
                  </a:lnTo>
                  <a:lnTo>
                    <a:pt x="589140" y="121856"/>
                  </a:lnTo>
                  <a:lnTo>
                    <a:pt x="549567" y="80733"/>
                  </a:lnTo>
                  <a:lnTo>
                    <a:pt x="500849" y="47218"/>
                  </a:lnTo>
                  <a:lnTo>
                    <a:pt x="447573" y="21323"/>
                  </a:lnTo>
                  <a:lnTo>
                    <a:pt x="437454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9249714" y="2249585"/>
            <a:ext cx="275590" cy="18669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1050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r>
              <a:rPr dirty="0" sz="1050" spc="-10">
                <a:solidFill>
                  <a:srgbClr val="FFFFFF"/>
                </a:solidFill>
                <a:latin typeface="Tw Cen MT"/>
                <a:cs typeface="Tw Cen MT"/>
              </a:rPr>
              <a:t> </a:t>
            </a:r>
            <a:r>
              <a:rPr dirty="0" sz="1050" spc="-50">
                <a:solidFill>
                  <a:srgbClr val="FFFFFF"/>
                </a:solidFill>
                <a:latin typeface="Tw Cen MT"/>
                <a:cs typeface="Tw Cen MT"/>
              </a:rPr>
              <a:t>e</a:t>
            </a:r>
            <a:endParaRPr sz="1050">
              <a:latin typeface="Tw Cen MT"/>
              <a:cs typeface="Tw Cen MT"/>
            </a:endParaRPr>
          </a:p>
        </p:txBody>
      </p:sp>
      <p:pic>
        <p:nvPicPr>
          <p:cNvPr id="24" name="object 2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902096" y="3049409"/>
            <a:ext cx="1400543" cy="1514043"/>
          </a:xfrm>
          <a:prstGeom prst="rect">
            <a:avLst/>
          </a:prstGeom>
        </p:spPr>
      </p:pic>
      <p:sp>
        <p:nvSpPr>
          <p:cNvPr id="25" name="object 25"/>
          <p:cNvSpPr txBox="1"/>
          <p:nvPr/>
        </p:nvSpPr>
        <p:spPr>
          <a:xfrm>
            <a:off x="6160046" y="4153022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7410" y="4153022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7416812" y="4004436"/>
            <a:ext cx="644525" cy="559435"/>
            <a:chOff x="7416812" y="4004436"/>
            <a:chExt cx="644525" cy="559435"/>
          </a:xfrm>
        </p:grpSpPr>
        <p:sp>
          <p:nvSpPr>
            <p:cNvPr id="28" name="object 28"/>
            <p:cNvSpPr/>
            <p:nvPr/>
          </p:nvSpPr>
          <p:spPr>
            <a:xfrm>
              <a:off x="7425943" y="4013580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70"/>
                  </a:lnTo>
                  <a:lnTo>
                    <a:pt x="15941" y="355121"/>
                  </a:lnTo>
                  <a:lnTo>
                    <a:pt x="34896" y="393995"/>
                  </a:lnTo>
                  <a:lnTo>
                    <a:pt x="60308" y="429524"/>
                  </a:lnTo>
                  <a:lnTo>
                    <a:pt x="91530" y="461141"/>
                  </a:lnTo>
                  <a:lnTo>
                    <a:pt x="127912" y="488281"/>
                  </a:lnTo>
                  <a:lnTo>
                    <a:pt x="168806" y="510376"/>
                  </a:lnTo>
                  <a:lnTo>
                    <a:pt x="213564" y="526860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2619" y="537166"/>
                  </a:lnTo>
                  <a:lnTo>
                    <a:pt x="410595" y="526860"/>
                  </a:lnTo>
                  <a:lnTo>
                    <a:pt x="455355" y="510376"/>
                  </a:lnTo>
                  <a:lnTo>
                    <a:pt x="496251" y="488281"/>
                  </a:lnTo>
                  <a:lnTo>
                    <a:pt x="532634" y="461141"/>
                  </a:lnTo>
                  <a:lnTo>
                    <a:pt x="563857" y="429524"/>
                  </a:lnTo>
                  <a:lnTo>
                    <a:pt x="589269" y="393995"/>
                  </a:lnTo>
                  <a:lnTo>
                    <a:pt x="608224" y="355121"/>
                  </a:lnTo>
                  <a:lnTo>
                    <a:pt x="620073" y="313470"/>
                  </a:lnTo>
                  <a:lnTo>
                    <a:pt x="624166" y="269608"/>
                  </a:lnTo>
                  <a:lnTo>
                    <a:pt x="620073" y="225785"/>
                  </a:lnTo>
                  <a:lnTo>
                    <a:pt x="608224" y="184247"/>
                  </a:lnTo>
                  <a:lnTo>
                    <a:pt x="589269" y="145542"/>
                  </a:lnTo>
                  <a:lnTo>
                    <a:pt x="563857" y="110219"/>
                  </a:lnTo>
                  <a:lnTo>
                    <a:pt x="532634" y="78825"/>
                  </a:lnTo>
                  <a:lnTo>
                    <a:pt x="496251" y="51910"/>
                  </a:lnTo>
                  <a:lnTo>
                    <a:pt x="455355" y="30022"/>
                  </a:lnTo>
                  <a:lnTo>
                    <a:pt x="410595" y="13708"/>
                  </a:lnTo>
                  <a:lnTo>
                    <a:pt x="36261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/>
            <p:cNvSpPr/>
            <p:nvPr/>
          </p:nvSpPr>
          <p:spPr>
            <a:xfrm>
              <a:off x="7416812" y="4004436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503" y="3048"/>
                  </a:lnTo>
                  <a:lnTo>
                    <a:pt x="257276" y="6096"/>
                  </a:lnTo>
                  <a:lnTo>
                    <a:pt x="240525" y="9143"/>
                  </a:lnTo>
                  <a:lnTo>
                    <a:pt x="225310" y="12191"/>
                  </a:lnTo>
                  <a:lnTo>
                    <a:pt x="211607" y="16763"/>
                  </a:lnTo>
                  <a:lnTo>
                    <a:pt x="196380" y="21336"/>
                  </a:lnTo>
                  <a:lnTo>
                    <a:pt x="182676" y="27419"/>
                  </a:lnTo>
                  <a:lnTo>
                    <a:pt x="167462" y="33515"/>
                  </a:lnTo>
                  <a:lnTo>
                    <a:pt x="141579" y="47218"/>
                  </a:lnTo>
                  <a:lnTo>
                    <a:pt x="94386" y="82257"/>
                  </a:lnTo>
                  <a:lnTo>
                    <a:pt x="63944" y="111201"/>
                  </a:lnTo>
                  <a:lnTo>
                    <a:pt x="54800" y="123380"/>
                  </a:lnTo>
                  <a:lnTo>
                    <a:pt x="45669" y="134048"/>
                  </a:lnTo>
                  <a:lnTo>
                    <a:pt x="38061" y="146227"/>
                  </a:lnTo>
                  <a:lnTo>
                    <a:pt x="31965" y="158419"/>
                  </a:lnTo>
                  <a:lnTo>
                    <a:pt x="24358" y="170599"/>
                  </a:lnTo>
                  <a:lnTo>
                    <a:pt x="19786" y="182791"/>
                  </a:lnTo>
                  <a:lnTo>
                    <a:pt x="13703" y="196494"/>
                  </a:lnTo>
                  <a:lnTo>
                    <a:pt x="9131" y="210210"/>
                  </a:lnTo>
                  <a:lnTo>
                    <a:pt x="6096" y="222389"/>
                  </a:lnTo>
                  <a:lnTo>
                    <a:pt x="3048" y="236092"/>
                  </a:lnTo>
                  <a:lnTo>
                    <a:pt x="1524" y="251333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7682"/>
                  </a:lnTo>
                  <a:lnTo>
                    <a:pt x="3048" y="322922"/>
                  </a:lnTo>
                  <a:lnTo>
                    <a:pt x="9131" y="350342"/>
                  </a:lnTo>
                  <a:lnTo>
                    <a:pt x="13703" y="362521"/>
                  </a:lnTo>
                  <a:lnTo>
                    <a:pt x="19786" y="376224"/>
                  </a:lnTo>
                  <a:lnTo>
                    <a:pt x="24358" y="388416"/>
                  </a:lnTo>
                  <a:lnTo>
                    <a:pt x="31965" y="400596"/>
                  </a:lnTo>
                  <a:lnTo>
                    <a:pt x="38061" y="412788"/>
                  </a:lnTo>
                  <a:lnTo>
                    <a:pt x="47193" y="424967"/>
                  </a:lnTo>
                  <a:lnTo>
                    <a:pt x="73075" y="458482"/>
                  </a:lnTo>
                  <a:lnTo>
                    <a:pt x="117221" y="495033"/>
                  </a:lnTo>
                  <a:lnTo>
                    <a:pt x="168986" y="525500"/>
                  </a:lnTo>
                  <a:lnTo>
                    <a:pt x="226834" y="546823"/>
                  </a:lnTo>
                  <a:lnTo>
                    <a:pt x="272503" y="555967"/>
                  </a:lnTo>
                  <a:lnTo>
                    <a:pt x="304469" y="559015"/>
                  </a:lnTo>
                  <a:lnTo>
                    <a:pt x="337959" y="559015"/>
                  </a:lnTo>
                  <a:lnTo>
                    <a:pt x="386676" y="552919"/>
                  </a:lnTo>
                  <a:lnTo>
                    <a:pt x="432346" y="542251"/>
                  </a:lnTo>
                  <a:lnTo>
                    <a:pt x="439183" y="539216"/>
                  </a:lnTo>
                  <a:lnTo>
                    <a:pt x="305993" y="539216"/>
                  </a:lnTo>
                  <a:lnTo>
                    <a:pt x="260324" y="534644"/>
                  </a:lnTo>
                  <a:lnTo>
                    <a:pt x="216179" y="523976"/>
                  </a:lnTo>
                  <a:lnTo>
                    <a:pt x="176593" y="507225"/>
                  </a:lnTo>
                  <a:lnTo>
                    <a:pt x="150710" y="495033"/>
                  </a:lnTo>
                  <a:lnTo>
                    <a:pt x="106565" y="463054"/>
                  </a:lnTo>
                  <a:lnTo>
                    <a:pt x="77635" y="434111"/>
                  </a:lnTo>
                  <a:lnTo>
                    <a:pt x="54800" y="402120"/>
                  </a:lnTo>
                  <a:lnTo>
                    <a:pt x="42621" y="379272"/>
                  </a:lnTo>
                  <a:lnTo>
                    <a:pt x="36537" y="368617"/>
                  </a:lnTo>
                  <a:lnTo>
                    <a:pt x="27406" y="344246"/>
                  </a:lnTo>
                  <a:lnTo>
                    <a:pt x="24358" y="330530"/>
                  </a:lnTo>
                  <a:lnTo>
                    <a:pt x="21310" y="318350"/>
                  </a:lnTo>
                  <a:lnTo>
                    <a:pt x="19786" y="306158"/>
                  </a:lnTo>
                  <a:lnTo>
                    <a:pt x="18275" y="292455"/>
                  </a:lnTo>
                  <a:lnTo>
                    <a:pt x="18275" y="265036"/>
                  </a:lnTo>
                  <a:lnTo>
                    <a:pt x="19786" y="252857"/>
                  </a:lnTo>
                  <a:lnTo>
                    <a:pt x="21310" y="239140"/>
                  </a:lnTo>
                  <a:lnTo>
                    <a:pt x="36537" y="190398"/>
                  </a:lnTo>
                  <a:lnTo>
                    <a:pt x="54800" y="155371"/>
                  </a:lnTo>
                  <a:lnTo>
                    <a:pt x="79159" y="123380"/>
                  </a:lnTo>
                  <a:lnTo>
                    <a:pt x="86779" y="114249"/>
                  </a:lnTo>
                  <a:lnTo>
                    <a:pt x="127876" y="79209"/>
                  </a:lnTo>
                  <a:lnTo>
                    <a:pt x="176593" y="50266"/>
                  </a:lnTo>
                  <a:lnTo>
                    <a:pt x="231394" y="30467"/>
                  </a:lnTo>
                  <a:lnTo>
                    <a:pt x="275539" y="21336"/>
                  </a:lnTo>
                  <a:lnTo>
                    <a:pt x="290766" y="19812"/>
                  </a:lnTo>
                  <a:lnTo>
                    <a:pt x="305993" y="19812"/>
                  </a:lnTo>
                  <a:lnTo>
                    <a:pt x="321208" y="18287"/>
                  </a:lnTo>
                  <a:lnTo>
                    <a:pt x="435897" y="18287"/>
                  </a:lnTo>
                  <a:lnTo>
                    <a:pt x="430822" y="16763"/>
                  </a:lnTo>
                  <a:lnTo>
                    <a:pt x="417118" y="12191"/>
                  </a:lnTo>
                  <a:lnTo>
                    <a:pt x="401891" y="9143"/>
                  </a:lnTo>
                  <a:lnTo>
                    <a:pt x="385152" y="6096"/>
                  </a:lnTo>
                  <a:lnTo>
                    <a:pt x="369925" y="3048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5897" y="18287"/>
                  </a:moveTo>
                  <a:lnTo>
                    <a:pt x="321208" y="18287"/>
                  </a:lnTo>
                  <a:lnTo>
                    <a:pt x="337959" y="19812"/>
                  </a:lnTo>
                  <a:lnTo>
                    <a:pt x="353187" y="19812"/>
                  </a:lnTo>
                  <a:lnTo>
                    <a:pt x="368401" y="21336"/>
                  </a:lnTo>
                  <a:lnTo>
                    <a:pt x="383628" y="24371"/>
                  </a:lnTo>
                  <a:lnTo>
                    <a:pt x="397332" y="27419"/>
                  </a:lnTo>
                  <a:lnTo>
                    <a:pt x="412559" y="30467"/>
                  </a:lnTo>
                  <a:lnTo>
                    <a:pt x="453656" y="44183"/>
                  </a:lnTo>
                  <a:lnTo>
                    <a:pt x="491718" y="63982"/>
                  </a:lnTo>
                  <a:lnTo>
                    <a:pt x="535863" y="95961"/>
                  </a:lnTo>
                  <a:lnTo>
                    <a:pt x="564781" y="124904"/>
                  </a:lnTo>
                  <a:lnTo>
                    <a:pt x="572401" y="134048"/>
                  </a:lnTo>
                  <a:lnTo>
                    <a:pt x="581533" y="144703"/>
                  </a:lnTo>
                  <a:lnTo>
                    <a:pt x="587628" y="155371"/>
                  </a:lnTo>
                  <a:lnTo>
                    <a:pt x="595236" y="167551"/>
                  </a:lnTo>
                  <a:lnTo>
                    <a:pt x="601319" y="178219"/>
                  </a:lnTo>
                  <a:lnTo>
                    <a:pt x="615022" y="214769"/>
                  </a:lnTo>
                  <a:lnTo>
                    <a:pt x="622630" y="252857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18070" y="332054"/>
                  </a:lnTo>
                  <a:lnTo>
                    <a:pt x="601319" y="380796"/>
                  </a:lnTo>
                  <a:lnTo>
                    <a:pt x="572401" y="424967"/>
                  </a:lnTo>
                  <a:lnTo>
                    <a:pt x="535863" y="463054"/>
                  </a:lnTo>
                  <a:lnTo>
                    <a:pt x="491718" y="495033"/>
                  </a:lnTo>
                  <a:lnTo>
                    <a:pt x="453656" y="513321"/>
                  </a:lnTo>
                  <a:lnTo>
                    <a:pt x="439953" y="519404"/>
                  </a:lnTo>
                  <a:lnTo>
                    <a:pt x="397332" y="531596"/>
                  </a:lnTo>
                  <a:lnTo>
                    <a:pt x="336435" y="539216"/>
                  </a:lnTo>
                  <a:lnTo>
                    <a:pt x="439183" y="539216"/>
                  </a:lnTo>
                  <a:lnTo>
                    <a:pt x="446049" y="536168"/>
                  </a:lnTo>
                  <a:lnTo>
                    <a:pt x="461264" y="531596"/>
                  </a:lnTo>
                  <a:lnTo>
                    <a:pt x="474967" y="525500"/>
                  </a:lnTo>
                  <a:lnTo>
                    <a:pt x="526732" y="495033"/>
                  </a:lnTo>
                  <a:lnTo>
                    <a:pt x="569353" y="456958"/>
                  </a:lnTo>
                  <a:lnTo>
                    <a:pt x="596760" y="424967"/>
                  </a:lnTo>
                  <a:lnTo>
                    <a:pt x="624154" y="376224"/>
                  </a:lnTo>
                  <a:lnTo>
                    <a:pt x="642429" y="307682"/>
                  </a:lnTo>
                  <a:lnTo>
                    <a:pt x="642429" y="293979"/>
                  </a:lnTo>
                  <a:lnTo>
                    <a:pt x="643953" y="278752"/>
                  </a:lnTo>
                  <a:lnTo>
                    <a:pt x="642429" y="265036"/>
                  </a:lnTo>
                  <a:lnTo>
                    <a:pt x="642429" y="249809"/>
                  </a:lnTo>
                  <a:lnTo>
                    <a:pt x="633298" y="208686"/>
                  </a:lnTo>
                  <a:lnTo>
                    <a:pt x="628726" y="194970"/>
                  </a:lnTo>
                  <a:lnTo>
                    <a:pt x="624154" y="182791"/>
                  </a:lnTo>
                  <a:lnTo>
                    <a:pt x="618070" y="170599"/>
                  </a:lnTo>
                  <a:lnTo>
                    <a:pt x="611974" y="156895"/>
                  </a:lnTo>
                  <a:lnTo>
                    <a:pt x="587628" y="121856"/>
                  </a:lnTo>
                  <a:lnTo>
                    <a:pt x="548043" y="80733"/>
                  </a:lnTo>
                  <a:lnTo>
                    <a:pt x="500849" y="47218"/>
                  </a:lnTo>
                  <a:lnTo>
                    <a:pt x="446049" y="21336"/>
                  </a:lnTo>
                  <a:lnTo>
                    <a:pt x="435897" y="18287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/>
          <p:cNvSpPr txBox="1"/>
          <p:nvPr/>
        </p:nvSpPr>
        <p:spPr>
          <a:xfrm>
            <a:off x="7674762" y="4153022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31" name="object 31"/>
          <p:cNvGrpSpPr/>
          <p:nvPr/>
        </p:nvGrpSpPr>
        <p:grpSpPr>
          <a:xfrm>
            <a:off x="8173415" y="4016628"/>
            <a:ext cx="644525" cy="559435"/>
            <a:chOff x="8173415" y="4016628"/>
            <a:chExt cx="644525" cy="559435"/>
          </a:xfrm>
        </p:grpSpPr>
        <p:sp>
          <p:nvSpPr>
            <p:cNvPr id="32" name="object 32"/>
            <p:cNvSpPr/>
            <p:nvPr/>
          </p:nvSpPr>
          <p:spPr>
            <a:xfrm>
              <a:off x="8182546" y="4025772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3601" y="0"/>
                  </a:moveTo>
                  <a:lnTo>
                    <a:pt x="262648" y="3518"/>
                  </a:lnTo>
                  <a:lnTo>
                    <a:pt x="214345" y="13707"/>
                  </a:lnTo>
                  <a:lnTo>
                    <a:pt x="169329" y="30019"/>
                  </a:lnTo>
                  <a:lnTo>
                    <a:pt x="128241" y="51906"/>
                  </a:lnTo>
                  <a:lnTo>
                    <a:pt x="91720" y="78819"/>
                  </a:lnTo>
                  <a:lnTo>
                    <a:pt x="60406" y="110210"/>
                  </a:lnTo>
                  <a:lnTo>
                    <a:pt x="34937" y="145532"/>
                  </a:lnTo>
                  <a:lnTo>
                    <a:pt x="15954" y="184235"/>
                  </a:lnTo>
                  <a:lnTo>
                    <a:pt x="4095" y="225772"/>
                  </a:lnTo>
                  <a:lnTo>
                    <a:pt x="0" y="269595"/>
                  </a:lnTo>
                  <a:lnTo>
                    <a:pt x="4095" y="313418"/>
                  </a:lnTo>
                  <a:lnTo>
                    <a:pt x="15954" y="354956"/>
                  </a:lnTo>
                  <a:lnTo>
                    <a:pt x="34937" y="393661"/>
                  </a:lnTo>
                  <a:lnTo>
                    <a:pt x="60406" y="428984"/>
                  </a:lnTo>
                  <a:lnTo>
                    <a:pt x="91720" y="460378"/>
                  </a:lnTo>
                  <a:lnTo>
                    <a:pt x="128241" y="487293"/>
                  </a:lnTo>
                  <a:lnTo>
                    <a:pt x="169329" y="509181"/>
                  </a:lnTo>
                  <a:lnTo>
                    <a:pt x="214345" y="525495"/>
                  </a:lnTo>
                  <a:lnTo>
                    <a:pt x="262648" y="535685"/>
                  </a:lnTo>
                  <a:lnTo>
                    <a:pt x="313601" y="539203"/>
                  </a:lnTo>
                  <a:lnTo>
                    <a:pt x="364140" y="535685"/>
                  </a:lnTo>
                  <a:lnTo>
                    <a:pt x="412113" y="525495"/>
                  </a:lnTo>
                  <a:lnTo>
                    <a:pt x="456871" y="509181"/>
                  </a:lnTo>
                  <a:lnTo>
                    <a:pt x="497765" y="487293"/>
                  </a:lnTo>
                  <a:lnTo>
                    <a:pt x="534147" y="460378"/>
                  </a:lnTo>
                  <a:lnTo>
                    <a:pt x="565369" y="428984"/>
                  </a:lnTo>
                  <a:lnTo>
                    <a:pt x="590781" y="393661"/>
                  </a:lnTo>
                  <a:lnTo>
                    <a:pt x="609736" y="354956"/>
                  </a:lnTo>
                  <a:lnTo>
                    <a:pt x="621584" y="313418"/>
                  </a:lnTo>
                  <a:lnTo>
                    <a:pt x="625678" y="269595"/>
                  </a:lnTo>
                  <a:lnTo>
                    <a:pt x="621584" y="225772"/>
                  </a:lnTo>
                  <a:lnTo>
                    <a:pt x="609736" y="184235"/>
                  </a:lnTo>
                  <a:lnTo>
                    <a:pt x="590781" y="145532"/>
                  </a:lnTo>
                  <a:lnTo>
                    <a:pt x="565369" y="110210"/>
                  </a:lnTo>
                  <a:lnTo>
                    <a:pt x="534147" y="78819"/>
                  </a:lnTo>
                  <a:lnTo>
                    <a:pt x="497765" y="51906"/>
                  </a:lnTo>
                  <a:lnTo>
                    <a:pt x="456871" y="30019"/>
                  </a:lnTo>
                  <a:lnTo>
                    <a:pt x="412113" y="13707"/>
                  </a:lnTo>
                  <a:lnTo>
                    <a:pt x="364140" y="3518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8173415" y="4016628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557479"/>
                  </a:moveTo>
                  <a:lnTo>
                    <a:pt x="305993" y="557479"/>
                  </a:lnTo>
                  <a:lnTo>
                    <a:pt x="322732" y="559003"/>
                  </a:lnTo>
                  <a:lnTo>
                    <a:pt x="339483" y="557479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57276" y="4572"/>
                  </a:lnTo>
                  <a:lnTo>
                    <a:pt x="196380" y="21323"/>
                  </a:lnTo>
                  <a:lnTo>
                    <a:pt x="141579" y="47218"/>
                  </a:lnTo>
                  <a:lnTo>
                    <a:pt x="94386" y="80721"/>
                  </a:lnTo>
                  <a:lnTo>
                    <a:pt x="63931" y="111188"/>
                  </a:lnTo>
                  <a:lnTo>
                    <a:pt x="47193" y="134035"/>
                  </a:lnTo>
                  <a:lnTo>
                    <a:pt x="39585" y="144703"/>
                  </a:lnTo>
                  <a:lnTo>
                    <a:pt x="31965" y="156883"/>
                  </a:lnTo>
                  <a:lnTo>
                    <a:pt x="25882" y="170599"/>
                  </a:lnTo>
                  <a:lnTo>
                    <a:pt x="19786" y="182778"/>
                  </a:lnTo>
                  <a:lnTo>
                    <a:pt x="15227" y="194970"/>
                  </a:lnTo>
                  <a:lnTo>
                    <a:pt x="6083" y="222376"/>
                  </a:lnTo>
                  <a:lnTo>
                    <a:pt x="4572" y="236093"/>
                  </a:lnTo>
                  <a:lnTo>
                    <a:pt x="1524" y="249796"/>
                  </a:lnTo>
                  <a:lnTo>
                    <a:pt x="0" y="265036"/>
                  </a:lnTo>
                  <a:lnTo>
                    <a:pt x="0" y="293966"/>
                  </a:lnTo>
                  <a:lnTo>
                    <a:pt x="10655" y="348805"/>
                  </a:lnTo>
                  <a:lnTo>
                    <a:pt x="31965" y="400596"/>
                  </a:lnTo>
                  <a:lnTo>
                    <a:pt x="74599" y="456958"/>
                  </a:lnTo>
                  <a:lnTo>
                    <a:pt x="118745" y="495033"/>
                  </a:lnTo>
                  <a:lnTo>
                    <a:pt x="168973" y="525500"/>
                  </a:lnTo>
                  <a:lnTo>
                    <a:pt x="197904" y="536155"/>
                  </a:lnTo>
                  <a:lnTo>
                    <a:pt x="211607" y="542251"/>
                  </a:lnTo>
                  <a:lnTo>
                    <a:pt x="226822" y="545299"/>
                  </a:lnTo>
                  <a:lnTo>
                    <a:pt x="242049" y="549871"/>
                  </a:lnTo>
                  <a:lnTo>
                    <a:pt x="257276" y="552907"/>
                  </a:lnTo>
                  <a:lnTo>
                    <a:pt x="274015" y="554431"/>
                  </a:lnTo>
                  <a:lnTo>
                    <a:pt x="289242" y="557479"/>
                  </a:lnTo>
                  <a:lnTo>
                    <a:pt x="354698" y="557479"/>
                  </a:lnTo>
                  <a:lnTo>
                    <a:pt x="371449" y="554431"/>
                  </a:lnTo>
                  <a:lnTo>
                    <a:pt x="386676" y="552907"/>
                  </a:lnTo>
                  <a:lnTo>
                    <a:pt x="401891" y="549871"/>
                  </a:lnTo>
                  <a:lnTo>
                    <a:pt x="437411" y="539203"/>
                  </a:lnTo>
                  <a:lnTo>
                    <a:pt x="305993" y="539203"/>
                  </a:lnTo>
                  <a:lnTo>
                    <a:pt x="275539" y="536155"/>
                  </a:lnTo>
                  <a:lnTo>
                    <a:pt x="260324" y="533107"/>
                  </a:lnTo>
                  <a:lnTo>
                    <a:pt x="246621" y="531583"/>
                  </a:lnTo>
                  <a:lnTo>
                    <a:pt x="231394" y="527024"/>
                  </a:lnTo>
                  <a:lnTo>
                    <a:pt x="217690" y="523976"/>
                  </a:lnTo>
                  <a:lnTo>
                    <a:pt x="203987" y="517880"/>
                  </a:lnTo>
                  <a:lnTo>
                    <a:pt x="190296" y="513308"/>
                  </a:lnTo>
                  <a:lnTo>
                    <a:pt x="127876" y="479806"/>
                  </a:lnTo>
                  <a:lnTo>
                    <a:pt x="79159" y="434111"/>
                  </a:lnTo>
                  <a:lnTo>
                    <a:pt x="54800" y="402120"/>
                  </a:lnTo>
                  <a:lnTo>
                    <a:pt x="38061" y="367080"/>
                  </a:lnTo>
                  <a:lnTo>
                    <a:pt x="31965" y="356425"/>
                  </a:lnTo>
                  <a:lnTo>
                    <a:pt x="28917" y="342709"/>
                  </a:lnTo>
                  <a:lnTo>
                    <a:pt x="22834" y="318338"/>
                  </a:lnTo>
                  <a:lnTo>
                    <a:pt x="21310" y="304634"/>
                  </a:lnTo>
                  <a:lnTo>
                    <a:pt x="19786" y="292455"/>
                  </a:lnTo>
                  <a:lnTo>
                    <a:pt x="19786" y="265036"/>
                  </a:lnTo>
                  <a:lnTo>
                    <a:pt x="21310" y="252844"/>
                  </a:lnTo>
                  <a:lnTo>
                    <a:pt x="22834" y="239141"/>
                  </a:lnTo>
                  <a:lnTo>
                    <a:pt x="25882" y="226949"/>
                  </a:lnTo>
                  <a:lnTo>
                    <a:pt x="28917" y="213245"/>
                  </a:lnTo>
                  <a:lnTo>
                    <a:pt x="38061" y="188874"/>
                  </a:lnTo>
                  <a:lnTo>
                    <a:pt x="42621" y="178206"/>
                  </a:lnTo>
                  <a:lnTo>
                    <a:pt x="48717" y="166027"/>
                  </a:lnTo>
                  <a:lnTo>
                    <a:pt x="56324" y="155359"/>
                  </a:lnTo>
                  <a:lnTo>
                    <a:pt x="62420" y="144703"/>
                  </a:lnTo>
                  <a:lnTo>
                    <a:pt x="108089" y="94437"/>
                  </a:lnTo>
                  <a:lnTo>
                    <a:pt x="152234" y="62445"/>
                  </a:lnTo>
                  <a:lnTo>
                    <a:pt x="178117" y="50266"/>
                  </a:lnTo>
                  <a:lnTo>
                    <a:pt x="190296" y="44170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39" y="21323"/>
                  </a:lnTo>
                  <a:lnTo>
                    <a:pt x="305993" y="18275"/>
                  </a:lnTo>
                  <a:lnTo>
                    <a:pt x="437402" y="18275"/>
                  </a:lnTo>
                  <a:lnTo>
                    <a:pt x="401891" y="7620"/>
                  </a:lnTo>
                  <a:lnTo>
                    <a:pt x="386676" y="4572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7402" y="18275"/>
                  </a:moveTo>
                  <a:lnTo>
                    <a:pt x="337959" y="18275"/>
                  </a:lnTo>
                  <a:lnTo>
                    <a:pt x="368401" y="21323"/>
                  </a:lnTo>
                  <a:lnTo>
                    <a:pt x="398856" y="27419"/>
                  </a:lnTo>
                  <a:lnTo>
                    <a:pt x="453656" y="44170"/>
                  </a:lnTo>
                  <a:lnTo>
                    <a:pt x="491718" y="63969"/>
                  </a:lnTo>
                  <a:lnTo>
                    <a:pt x="537387" y="95961"/>
                  </a:lnTo>
                  <a:lnTo>
                    <a:pt x="566305" y="123380"/>
                  </a:lnTo>
                  <a:lnTo>
                    <a:pt x="589140" y="155359"/>
                  </a:lnTo>
                  <a:lnTo>
                    <a:pt x="607415" y="190398"/>
                  </a:lnTo>
                  <a:lnTo>
                    <a:pt x="619594" y="226949"/>
                  </a:lnTo>
                  <a:lnTo>
                    <a:pt x="621106" y="239141"/>
                  </a:lnTo>
                  <a:lnTo>
                    <a:pt x="624154" y="252844"/>
                  </a:lnTo>
                  <a:lnTo>
                    <a:pt x="624154" y="266560"/>
                  </a:lnTo>
                  <a:lnTo>
                    <a:pt x="625678" y="278739"/>
                  </a:lnTo>
                  <a:lnTo>
                    <a:pt x="624154" y="292455"/>
                  </a:lnTo>
                  <a:lnTo>
                    <a:pt x="624154" y="306158"/>
                  </a:lnTo>
                  <a:lnTo>
                    <a:pt x="621106" y="318338"/>
                  </a:lnTo>
                  <a:lnTo>
                    <a:pt x="619594" y="330530"/>
                  </a:lnTo>
                  <a:lnTo>
                    <a:pt x="615022" y="344233"/>
                  </a:lnTo>
                  <a:lnTo>
                    <a:pt x="611974" y="356425"/>
                  </a:lnTo>
                  <a:lnTo>
                    <a:pt x="607415" y="368604"/>
                  </a:lnTo>
                  <a:lnTo>
                    <a:pt x="601319" y="379272"/>
                  </a:lnTo>
                  <a:lnTo>
                    <a:pt x="595236" y="391452"/>
                  </a:lnTo>
                  <a:lnTo>
                    <a:pt x="589140" y="402120"/>
                  </a:lnTo>
                  <a:lnTo>
                    <a:pt x="555650" y="444766"/>
                  </a:lnTo>
                  <a:lnTo>
                    <a:pt x="514553" y="479806"/>
                  </a:lnTo>
                  <a:lnTo>
                    <a:pt x="467359" y="507212"/>
                  </a:lnTo>
                  <a:lnTo>
                    <a:pt x="426250" y="523976"/>
                  </a:lnTo>
                  <a:lnTo>
                    <a:pt x="412546" y="527024"/>
                  </a:lnTo>
                  <a:lnTo>
                    <a:pt x="397332" y="531583"/>
                  </a:lnTo>
                  <a:lnTo>
                    <a:pt x="383628" y="534631"/>
                  </a:lnTo>
                  <a:lnTo>
                    <a:pt x="337959" y="539203"/>
                  </a:lnTo>
                  <a:lnTo>
                    <a:pt x="437411" y="539203"/>
                  </a:lnTo>
                  <a:lnTo>
                    <a:pt x="474967" y="523976"/>
                  </a:lnTo>
                  <a:lnTo>
                    <a:pt x="526732" y="495033"/>
                  </a:lnTo>
                  <a:lnTo>
                    <a:pt x="570877" y="456958"/>
                  </a:lnTo>
                  <a:lnTo>
                    <a:pt x="596760" y="423443"/>
                  </a:lnTo>
                  <a:lnTo>
                    <a:pt x="605891" y="412775"/>
                  </a:lnTo>
                  <a:lnTo>
                    <a:pt x="618070" y="388404"/>
                  </a:lnTo>
                  <a:lnTo>
                    <a:pt x="624154" y="374700"/>
                  </a:lnTo>
                  <a:lnTo>
                    <a:pt x="630250" y="362521"/>
                  </a:lnTo>
                  <a:lnTo>
                    <a:pt x="633285" y="348805"/>
                  </a:lnTo>
                  <a:lnTo>
                    <a:pt x="637857" y="335102"/>
                  </a:lnTo>
                  <a:lnTo>
                    <a:pt x="640905" y="321386"/>
                  </a:lnTo>
                  <a:lnTo>
                    <a:pt x="642429" y="307682"/>
                  </a:lnTo>
                  <a:lnTo>
                    <a:pt x="643940" y="292455"/>
                  </a:lnTo>
                  <a:lnTo>
                    <a:pt x="643940" y="263512"/>
                  </a:lnTo>
                  <a:lnTo>
                    <a:pt x="637857" y="222376"/>
                  </a:lnTo>
                  <a:lnTo>
                    <a:pt x="624154" y="182778"/>
                  </a:lnTo>
                  <a:lnTo>
                    <a:pt x="596760" y="132511"/>
                  </a:lnTo>
                  <a:lnTo>
                    <a:pt x="549567" y="80721"/>
                  </a:lnTo>
                  <a:lnTo>
                    <a:pt x="500849" y="47218"/>
                  </a:lnTo>
                  <a:lnTo>
                    <a:pt x="447560" y="21323"/>
                  </a:lnTo>
                  <a:lnTo>
                    <a:pt x="437402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4" name="object 34"/>
          <p:cNvSpPr txBox="1"/>
          <p:nvPr/>
        </p:nvSpPr>
        <p:spPr>
          <a:xfrm>
            <a:off x="8383409" y="4164782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35" name="object 35"/>
          <p:cNvGrpSpPr/>
          <p:nvPr/>
        </p:nvGrpSpPr>
        <p:grpSpPr>
          <a:xfrm>
            <a:off x="8931541" y="4016628"/>
            <a:ext cx="644525" cy="559435"/>
            <a:chOff x="8931541" y="4016628"/>
            <a:chExt cx="644525" cy="559435"/>
          </a:xfrm>
        </p:grpSpPr>
        <p:sp>
          <p:nvSpPr>
            <p:cNvPr id="36" name="object 36"/>
            <p:cNvSpPr/>
            <p:nvPr/>
          </p:nvSpPr>
          <p:spPr>
            <a:xfrm>
              <a:off x="8940672" y="4025772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7"/>
                  </a:lnTo>
                  <a:lnTo>
                    <a:pt x="168806" y="30019"/>
                  </a:lnTo>
                  <a:lnTo>
                    <a:pt x="127912" y="51906"/>
                  </a:lnTo>
                  <a:lnTo>
                    <a:pt x="91530" y="78819"/>
                  </a:lnTo>
                  <a:lnTo>
                    <a:pt x="60308" y="110210"/>
                  </a:lnTo>
                  <a:lnTo>
                    <a:pt x="34896" y="145532"/>
                  </a:lnTo>
                  <a:lnTo>
                    <a:pt x="15941" y="184235"/>
                  </a:lnTo>
                  <a:lnTo>
                    <a:pt x="4093" y="225772"/>
                  </a:lnTo>
                  <a:lnTo>
                    <a:pt x="0" y="269595"/>
                  </a:lnTo>
                  <a:lnTo>
                    <a:pt x="4093" y="313418"/>
                  </a:lnTo>
                  <a:lnTo>
                    <a:pt x="15941" y="354956"/>
                  </a:lnTo>
                  <a:lnTo>
                    <a:pt x="34896" y="393661"/>
                  </a:lnTo>
                  <a:lnTo>
                    <a:pt x="60308" y="428984"/>
                  </a:lnTo>
                  <a:lnTo>
                    <a:pt x="91530" y="460378"/>
                  </a:lnTo>
                  <a:lnTo>
                    <a:pt x="127912" y="487293"/>
                  </a:lnTo>
                  <a:lnTo>
                    <a:pt x="168806" y="509181"/>
                  </a:lnTo>
                  <a:lnTo>
                    <a:pt x="213564" y="525495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2616" y="535685"/>
                  </a:lnTo>
                  <a:lnTo>
                    <a:pt x="410589" y="525495"/>
                  </a:lnTo>
                  <a:lnTo>
                    <a:pt x="455347" y="509181"/>
                  </a:lnTo>
                  <a:lnTo>
                    <a:pt x="496241" y="487293"/>
                  </a:lnTo>
                  <a:lnTo>
                    <a:pt x="532623" y="460378"/>
                  </a:lnTo>
                  <a:lnTo>
                    <a:pt x="563845" y="428984"/>
                  </a:lnTo>
                  <a:lnTo>
                    <a:pt x="589257" y="393661"/>
                  </a:lnTo>
                  <a:lnTo>
                    <a:pt x="608212" y="354956"/>
                  </a:lnTo>
                  <a:lnTo>
                    <a:pt x="620060" y="313418"/>
                  </a:lnTo>
                  <a:lnTo>
                    <a:pt x="624154" y="269595"/>
                  </a:lnTo>
                  <a:lnTo>
                    <a:pt x="620060" y="225772"/>
                  </a:lnTo>
                  <a:lnTo>
                    <a:pt x="608212" y="184235"/>
                  </a:lnTo>
                  <a:lnTo>
                    <a:pt x="589257" y="145532"/>
                  </a:lnTo>
                  <a:lnTo>
                    <a:pt x="563845" y="110210"/>
                  </a:lnTo>
                  <a:lnTo>
                    <a:pt x="532623" y="78819"/>
                  </a:lnTo>
                  <a:lnTo>
                    <a:pt x="496241" y="51906"/>
                  </a:lnTo>
                  <a:lnTo>
                    <a:pt x="455347" y="30019"/>
                  </a:lnTo>
                  <a:lnTo>
                    <a:pt x="410589" y="13707"/>
                  </a:lnTo>
                  <a:lnTo>
                    <a:pt x="362616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931541" y="4016628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557479"/>
                  </a:moveTo>
                  <a:lnTo>
                    <a:pt x="304457" y="557479"/>
                  </a:lnTo>
                  <a:lnTo>
                    <a:pt x="321208" y="559003"/>
                  </a:lnTo>
                  <a:lnTo>
                    <a:pt x="337959" y="557479"/>
                  </a:lnTo>
                  <a:close/>
                </a:path>
                <a:path w="644525" h="559435">
                  <a:moveTo>
                    <a:pt x="337959" y="0"/>
                  </a:moveTo>
                  <a:lnTo>
                    <a:pt x="304457" y="0"/>
                  </a:lnTo>
                  <a:lnTo>
                    <a:pt x="257276" y="4572"/>
                  </a:lnTo>
                  <a:lnTo>
                    <a:pt x="240525" y="7620"/>
                  </a:lnTo>
                  <a:lnTo>
                    <a:pt x="225298" y="12179"/>
                  </a:lnTo>
                  <a:lnTo>
                    <a:pt x="211594" y="16751"/>
                  </a:lnTo>
                  <a:lnTo>
                    <a:pt x="196380" y="21323"/>
                  </a:lnTo>
                  <a:lnTo>
                    <a:pt x="182676" y="27419"/>
                  </a:lnTo>
                  <a:lnTo>
                    <a:pt x="167449" y="33502"/>
                  </a:lnTo>
                  <a:lnTo>
                    <a:pt x="141566" y="47218"/>
                  </a:lnTo>
                  <a:lnTo>
                    <a:pt x="94386" y="80721"/>
                  </a:lnTo>
                  <a:lnTo>
                    <a:pt x="54800" y="121856"/>
                  </a:lnTo>
                  <a:lnTo>
                    <a:pt x="31965" y="156883"/>
                  </a:lnTo>
                  <a:lnTo>
                    <a:pt x="24358" y="170599"/>
                  </a:lnTo>
                  <a:lnTo>
                    <a:pt x="9131" y="208673"/>
                  </a:lnTo>
                  <a:lnTo>
                    <a:pt x="1524" y="249796"/>
                  </a:lnTo>
                  <a:lnTo>
                    <a:pt x="0" y="265036"/>
                  </a:lnTo>
                  <a:lnTo>
                    <a:pt x="0" y="293966"/>
                  </a:lnTo>
                  <a:lnTo>
                    <a:pt x="3035" y="321386"/>
                  </a:lnTo>
                  <a:lnTo>
                    <a:pt x="9131" y="348805"/>
                  </a:lnTo>
                  <a:lnTo>
                    <a:pt x="13690" y="362521"/>
                  </a:lnTo>
                  <a:lnTo>
                    <a:pt x="19786" y="376224"/>
                  </a:lnTo>
                  <a:lnTo>
                    <a:pt x="24358" y="388404"/>
                  </a:lnTo>
                  <a:lnTo>
                    <a:pt x="31965" y="400596"/>
                  </a:lnTo>
                  <a:lnTo>
                    <a:pt x="38049" y="412775"/>
                  </a:lnTo>
                  <a:lnTo>
                    <a:pt x="47193" y="424967"/>
                  </a:lnTo>
                  <a:lnTo>
                    <a:pt x="73063" y="456958"/>
                  </a:lnTo>
                  <a:lnTo>
                    <a:pt x="117221" y="495033"/>
                  </a:lnTo>
                  <a:lnTo>
                    <a:pt x="168973" y="525500"/>
                  </a:lnTo>
                  <a:lnTo>
                    <a:pt x="196380" y="536155"/>
                  </a:lnTo>
                  <a:lnTo>
                    <a:pt x="211594" y="542251"/>
                  </a:lnTo>
                  <a:lnTo>
                    <a:pt x="226822" y="545299"/>
                  </a:lnTo>
                  <a:lnTo>
                    <a:pt x="242049" y="549871"/>
                  </a:lnTo>
                  <a:lnTo>
                    <a:pt x="257276" y="552907"/>
                  </a:lnTo>
                  <a:lnTo>
                    <a:pt x="272491" y="554431"/>
                  </a:lnTo>
                  <a:lnTo>
                    <a:pt x="289242" y="557479"/>
                  </a:lnTo>
                  <a:lnTo>
                    <a:pt x="354698" y="557479"/>
                  </a:lnTo>
                  <a:lnTo>
                    <a:pt x="369925" y="554431"/>
                  </a:lnTo>
                  <a:lnTo>
                    <a:pt x="386664" y="552907"/>
                  </a:lnTo>
                  <a:lnTo>
                    <a:pt x="401891" y="549871"/>
                  </a:lnTo>
                  <a:lnTo>
                    <a:pt x="432333" y="540727"/>
                  </a:lnTo>
                  <a:lnTo>
                    <a:pt x="436901" y="539203"/>
                  </a:lnTo>
                  <a:lnTo>
                    <a:pt x="305981" y="539203"/>
                  </a:lnTo>
                  <a:lnTo>
                    <a:pt x="275539" y="536155"/>
                  </a:lnTo>
                  <a:lnTo>
                    <a:pt x="260311" y="533107"/>
                  </a:lnTo>
                  <a:lnTo>
                    <a:pt x="245097" y="531583"/>
                  </a:lnTo>
                  <a:lnTo>
                    <a:pt x="231394" y="527024"/>
                  </a:lnTo>
                  <a:lnTo>
                    <a:pt x="216166" y="523976"/>
                  </a:lnTo>
                  <a:lnTo>
                    <a:pt x="202463" y="517880"/>
                  </a:lnTo>
                  <a:lnTo>
                    <a:pt x="188760" y="513308"/>
                  </a:lnTo>
                  <a:lnTo>
                    <a:pt x="150710" y="493509"/>
                  </a:lnTo>
                  <a:lnTo>
                    <a:pt x="106552" y="461518"/>
                  </a:lnTo>
                  <a:lnTo>
                    <a:pt x="77635" y="434111"/>
                  </a:lnTo>
                  <a:lnTo>
                    <a:pt x="54800" y="402120"/>
                  </a:lnTo>
                  <a:lnTo>
                    <a:pt x="36537" y="367080"/>
                  </a:lnTo>
                  <a:lnTo>
                    <a:pt x="21310" y="318338"/>
                  </a:lnTo>
                  <a:lnTo>
                    <a:pt x="19786" y="304634"/>
                  </a:lnTo>
                  <a:lnTo>
                    <a:pt x="18262" y="292455"/>
                  </a:lnTo>
                  <a:lnTo>
                    <a:pt x="18262" y="265036"/>
                  </a:lnTo>
                  <a:lnTo>
                    <a:pt x="19786" y="252844"/>
                  </a:lnTo>
                  <a:lnTo>
                    <a:pt x="21310" y="239141"/>
                  </a:lnTo>
                  <a:lnTo>
                    <a:pt x="24358" y="226949"/>
                  </a:lnTo>
                  <a:lnTo>
                    <a:pt x="27393" y="213245"/>
                  </a:lnTo>
                  <a:lnTo>
                    <a:pt x="36537" y="188874"/>
                  </a:lnTo>
                  <a:lnTo>
                    <a:pt x="42621" y="178206"/>
                  </a:lnTo>
                  <a:lnTo>
                    <a:pt x="48704" y="166027"/>
                  </a:lnTo>
                  <a:lnTo>
                    <a:pt x="54800" y="155359"/>
                  </a:lnTo>
                  <a:lnTo>
                    <a:pt x="70027" y="134035"/>
                  </a:lnTo>
                  <a:lnTo>
                    <a:pt x="79159" y="123380"/>
                  </a:lnTo>
                  <a:lnTo>
                    <a:pt x="86766" y="114236"/>
                  </a:lnTo>
                  <a:lnTo>
                    <a:pt x="127876" y="77685"/>
                  </a:lnTo>
                  <a:lnTo>
                    <a:pt x="176580" y="50266"/>
                  </a:lnTo>
                  <a:lnTo>
                    <a:pt x="231394" y="30467"/>
                  </a:lnTo>
                  <a:lnTo>
                    <a:pt x="275539" y="21323"/>
                  </a:lnTo>
                  <a:lnTo>
                    <a:pt x="305981" y="18275"/>
                  </a:lnTo>
                  <a:lnTo>
                    <a:pt x="435893" y="18275"/>
                  </a:lnTo>
                  <a:lnTo>
                    <a:pt x="430822" y="16751"/>
                  </a:lnTo>
                  <a:lnTo>
                    <a:pt x="417118" y="12179"/>
                  </a:lnTo>
                  <a:lnTo>
                    <a:pt x="401891" y="7620"/>
                  </a:lnTo>
                  <a:lnTo>
                    <a:pt x="385140" y="4572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35893" y="18275"/>
                  </a:moveTo>
                  <a:lnTo>
                    <a:pt x="337959" y="18275"/>
                  </a:lnTo>
                  <a:lnTo>
                    <a:pt x="368401" y="21323"/>
                  </a:lnTo>
                  <a:lnTo>
                    <a:pt x="383628" y="24371"/>
                  </a:lnTo>
                  <a:lnTo>
                    <a:pt x="397319" y="27419"/>
                  </a:lnTo>
                  <a:lnTo>
                    <a:pt x="412546" y="30467"/>
                  </a:lnTo>
                  <a:lnTo>
                    <a:pt x="453656" y="44170"/>
                  </a:lnTo>
                  <a:lnTo>
                    <a:pt x="491705" y="63969"/>
                  </a:lnTo>
                  <a:lnTo>
                    <a:pt x="535851" y="95961"/>
                  </a:lnTo>
                  <a:lnTo>
                    <a:pt x="564781" y="123380"/>
                  </a:lnTo>
                  <a:lnTo>
                    <a:pt x="572389" y="134035"/>
                  </a:lnTo>
                  <a:lnTo>
                    <a:pt x="581533" y="144703"/>
                  </a:lnTo>
                  <a:lnTo>
                    <a:pt x="587616" y="155359"/>
                  </a:lnTo>
                  <a:lnTo>
                    <a:pt x="595223" y="166027"/>
                  </a:lnTo>
                  <a:lnTo>
                    <a:pt x="601319" y="178206"/>
                  </a:lnTo>
                  <a:lnTo>
                    <a:pt x="615022" y="214769"/>
                  </a:lnTo>
                  <a:lnTo>
                    <a:pt x="621106" y="239141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22630" y="306158"/>
                  </a:lnTo>
                  <a:lnTo>
                    <a:pt x="621106" y="318338"/>
                  </a:lnTo>
                  <a:lnTo>
                    <a:pt x="618058" y="330530"/>
                  </a:lnTo>
                  <a:lnTo>
                    <a:pt x="615022" y="344233"/>
                  </a:lnTo>
                  <a:lnTo>
                    <a:pt x="595223" y="391452"/>
                  </a:lnTo>
                  <a:lnTo>
                    <a:pt x="564781" y="434111"/>
                  </a:lnTo>
                  <a:lnTo>
                    <a:pt x="535851" y="463042"/>
                  </a:lnTo>
                  <a:lnTo>
                    <a:pt x="490181" y="495033"/>
                  </a:lnTo>
                  <a:lnTo>
                    <a:pt x="453656" y="513308"/>
                  </a:lnTo>
                  <a:lnTo>
                    <a:pt x="411022" y="527024"/>
                  </a:lnTo>
                  <a:lnTo>
                    <a:pt x="397319" y="531583"/>
                  </a:lnTo>
                  <a:lnTo>
                    <a:pt x="382104" y="534631"/>
                  </a:lnTo>
                  <a:lnTo>
                    <a:pt x="336435" y="539203"/>
                  </a:lnTo>
                  <a:lnTo>
                    <a:pt x="436901" y="539203"/>
                  </a:lnTo>
                  <a:lnTo>
                    <a:pt x="474967" y="523976"/>
                  </a:lnTo>
                  <a:lnTo>
                    <a:pt x="526719" y="495033"/>
                  </a:lnTo>
                  <a:lnTo>
                    <a:pt x="569353" y="456958"/>
                  </a:lnTo>
                  <a:lnTo>
                    <a:pt x="596747" y="423443"/>
                  </a:lnTo>
                  <a:lnTo>
                    <a:pt x="618058" y="388404"/>
                  </a:lnTo>
                  <a:lnTo>
                    <a:pt x="633285" y="348805"/>
                  </a:lnTo>
                  <a:lnTo>
                    <a:pt x="642416" y="307682"/>
                  </a:lnTo>
                  <a:lnTo>
                    <a:pt x="642416" y="292455"/>
                  </a:lnTo>
                  <a:lnTo>
                    <a:pt x="643940" y="278739"/>
                  </a:lnTo>
                  <a:lnTo>
                    <a:pt x="642416" y="263512"/>
                  </a:lnTo>
                  <a:lnTo>
                    <a:pt x="642416" y="249796"/>
                  </a:lnTo>
                  <a:lnTo>
                    <a:pt x="633285" y="208673"/>
                  </a:lnTo>
                  <a:lnTo>
                    <a:pt x="618058" y="169075"/>
                  </a:lnTo>
                  <a:lnTo>
                    <a:pt x="596747" y="132511"/>
                  </a:lnTo>
                  <a:lnTo>
                    <a:pt x="569353" y="100533"/>
                  </a:lnTo>
                  <a:lnTo>
                    <a:pt x="525195" y="62445"/>
                  </a:lnTo>
                  <a:lnTo>
                    <a:pt x="473443" y="33502"/>
                  </a:lnTo>
                  <a:lnTo>
                    <a:pt x="446036" y="21323"/>
                  </a:lnTo>
                  <a:lnTo>
                    <a:pt x="435893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8" name="object 38"/>
          <p:cNvSpPr txBox="1"/>
          <p:nvPr/>
        </p:nvSpPr>
        <p:spPr>
          <a:xfrm>
            <a:off x="9140761" y="4164782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410197" y="3197689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pic>
        <p:nvPicPr>
          <p:cNvPr id="40" name="object 4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69354" y="5040210"/>
            <a:ext cx="1402067" cy="1514030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928078" y="6143938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7685443" y="6143938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6183719" y="5028019"/>
            <a:ext cx="644525" cy="559435"/>
            <a:chOff x="6183719" y="5028019"/>
            <a:chExt cx="644525" cy="559435"/>
          </a:xfrm>
        </p:grpSpPr>
        <p:sp>
          <p:nvSpPr>
            <p:cNvPr id="44" name="object 44"/>
            <p:cNvSpPr/>
            <p:nvPr/>
          </p:nvSpPr>
          <p:spPr>
            <a:xfrm>
              <a:off x="6194374" y="5037163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89" y="0"/>
                  </a:moveTo>
                  <a:lnTo>
                    <a:pt x="261176" y="3561"/>
                  </a:lnTo>
                  <a:lnTo>
                    <a:pt x="212986" y="13867"/>
                  </a:lnTo>
                  <a:lnTo>
                    <a:pt x="168139" y="30351"/>
                  </a:lnTo>
                  <a:lnTo>
                    <a:pt x="127257" y="52446"/>
                  </a:lnTo>
                  <a:lnTo>
                    <a:pt x="90960" y="79586"/>
                  </a:lnTo>
                  <a:lnTo>
                    <a:pt x="59870" y="111203"/>
                  </a:lnTo>
                  <a:lnTo>
                    <a:pt x="34608" y="146732"/>
                  </a:lnTo>
                  <a:lnTo>
                    <a:pt x="15795" y="185606"/>
                  </a:lnTo>
                  <a:lnTo>
                    <a:pt x="4052" y="227257"/>
                  </a:lnTo>
                  <a:lnTo>
                    <a:pt x="0" y="271119"/>
                  </a:lnTo>
                  <a:lnTo>
                    <a:pt x="4052" y="314572"/>
                  </a:lnTo>
                  <a:lnTo>
                    <a:pt x="15795" y="355895"/>
                  </a:lnTo>
                  <a:lnTo>
                    <a:pt x="34608" y="394513"/>
                  </a:lnTo>
                  <a:lnTo>
                    <a:pt x="59870" y="429850"/>
                  </a:lnTo>
                  <a:lnTo>
                    <a:pt x="90960" y="461330"/>
                  </a:lnTo>
                  <a:lnTo>
                    <a:pt x="127257" y="488378"/>
                  </a:lnTo>
                  <a:lnTo>
                    <a:pt x="168139" y="510417"/>
                  </a:lnTo>
                  <a:lnTo>
                    <a:pt x="212986" y="526872"/>
                  </a:lnTo>
                  <a:lnTo>
                    <a:pt x="261176" y="537168"/>
                  </a:lnTo>
                  <a:lnTo>
                    <a:pt x="312089" y="540727"/>
                  </a:lnTo>
                  <a:lnTo>
                    <a:pt x="362629" y="537168"/>
                  </a:lnTo>
                  <a:lnTo>
                    <a:pt x="410602" y="526872"/>
                  </a:lnTo>
                  <a:lnTo>
                    <a:pt x="455359" y="510417"/>
                  </a:lnTo>
                  <a:lnTo>
                    <a:pt x="496254" y="488378"/>
                  </a:lnTo>
                  <a:lnTo>
                    <a:pt x="532636" y="461330"/>
                  </a:lnTo>
                  <a:lnTo>
                    <a:pt x="563857" y="429850"/>
                  </a:lnTo>
                  <a:lnTo>
                    <a:pt x="589270" y="394513"/>
                  </a:lnTo>
                  <a:lnTo>
                    <a:pt x="608224" y="355895"/>
                  </a:lnTo>
                  <a:lnTo>
                    <a:pt x="620073" y="314572"/>
                  </a:lnTo>
                  <a:lnTo>
                    <a:pt x="624166" y="271119"/>
                  </a:lnTo>
                  <a:lnTo>
                    <a:pt x="620073" y="227257"/>
                  </a:lnTo>
                  <a:lnTo>
                    <a:pt x="608224" y="185606"/>
                  </a:lnTo>
                  <a:lnTo>
                    <a:pt x="589270" y="146732"/>
                  </a:lnTo>
                  <a:lnTo>
                    <a:pt x="563857" y="111203"/>
                  </a:lnTo>
                  <a:lnTo>
                    <a:pt x="532636" y="79586"/>
                  </a:lnTo>
                  <a:lnTo>
                    <a:pt x="496254" y="52446"/>
                  </a:lnTo>
                  <a:lnTo>
                    <a:pt x="455359" y="30351"/>
                  </a:lnTo>
                  <a:lnTo>
                    <a:pt x="410602" y="13867"/>
                  </a:lnTo>
                  <a:lnTo>
                    <a:pt x="362629" y="3561"/>
                  </a:lnTo>
                  <a:lnTo>
                    <a:pt x="312089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6183719" y="5028019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0"/>
                  </a:moveTo>
                  <a:lnTo>
                    <a:pt x="305993" y="0"/>
                  </a:lnTo>
                  <a:lnTo>
                    <a:pt x="274027" y="3047"/>
                  </a:lnTo>
                  <a:lnTo>
                    <a:pt x="226834" y="12191"/>
                  </a:lnTo>
                  <a:lnTo>
                    <a:pt x="182689" y="27419"/>
                  </a:lnTo>
                  <a:lnTo>
                    <a:pt x="143103" y="47218"/>
                  </a:lnTo>
                  <a:lnTo>
                    <a:pt x="94386" y="82257"/>
                  </a:lnTo>
                  <a:lnTo>
                    <a:pt x="47193" y="134035"/>
                  </a:lnTo>
                  <a:lnTo>
                    <a:pt x="19799" y="182778"/>
                  </a:lnTo>
                  <a:lnTo>
                    <a:pt x="1524" y="251320"/>
                  </a:lnTo>
                  <a:lnTo>
                    <a:pt x="1524" y="265036"/>
                  </a:lnTo>
                  <a:lnTo>
                    <a:pt x="0" y="280263"/>
                  </a:lnTo>
                  <a:lnTo>
                    <a:pt x="1524" y="293979"/>
                  </a:lnTo>
                  <a:lnTo>
                    <a:pt x="1524" y="309206"/>
                  </a:lnTo>
                  <a:lnTo>
                    <a:pt x="10655" y="350329"/>
                  </a:lnTo>
                  <a:lnTo>
                    <a:pt x="15227" y="362521"/>
                  </a:lnTo>
                  <a:lnTo>
                    <a:pt x="19799" y="376224"/>
                  </a:lnTo>
                  <a:lnTo>
                    <a:pt x="25882" y="388416"/>
                  </a:lnTo>
                  <a:lnTo>
                    <a:pt x="31978" y="402120"/>
                  </a:lnTo>
                  <a:lnTo>
                    <a:pt x="39585" y="412788"/>
                  </a:lnTo>
                  <a:lnTo>
                    <a:pt x="47193" y="424967"/>
                  </a:lnTo>
                  <a:lnTo>
                    <a:pt x="74599" y="458482"/>
                  </a:lnTo>
                  <a:lnTo>
                    <a:pt x="118745" y="496557"/>
                  </a:lnTo>
                  <a:lnTo>
                    <a:pt x="168986" y="525500"/>
                  </a:lnTo>
                  <a:lnTo>
                    <a:pt x="184200" y="531596"/>
                  </a:lnTo>
                  <a:lnTo>
                    <a:pt x="197904" y="537679"/>
                  </a:lnTo>
                  <a:lnTo>
                    <a:pt x="257276" y="552919"/>
                  </a:lnTo>
                  <a:lnTo>
                    <a:pt x="305993" y="559003"/>
                  </a:lnTo>
                  <a:lnTo>
                    <a:pt x="339483" y="559003"/>
                  </a:lnTo>
                  <a:lnTo>
                    <a:pt x="371449" y="555967"/>
                  </a:lnTo>
                  <a:lnTo>
                    <a:pt x="386676" y="552919"/>
                  </a:lnTo>
                  <a:lnTo>
                    <a:pt x="403428" y="549871"/>
                  </a:lnTo>
                  <a:lnTo>
                    <a:pt x="418642" y="546823"/>
                  </a:lnTo>
                  <a:lnTo>
                    <a:pt x="432346" y="542251"/>
                  </a:lnTo>
                  <a:lnTo>
                    <a:pt x="442497" y="539203"/>
                  </a:lnTo>
                  <a:lnTo>
                    <a:pt x="290766" y="539203"/>
                  </a:lnTo>
                  <a:lnTo>
                    <a:pt x="275551" y="536155"/>
                  </a:lnTo>
                  <a:lnTo>
                    <a:pt x="260324" y="534631"/>
                  </a:lnTo>
                  <a:lnTo>
                    <a:pt x="246621" y="531596"/>
                  </a:lnTo>
                  <a:lnTo>
                    <a:pt x="231394" y="528548"/>
                  </a:lnTo>
                  <a:lnTo>
                    <a:pt x="204000" y="519404"/>
                  </a:lnTo>
                  <a:lnTo>
                    <a:pt x="190296" y="513308"/>
                  </a:lnTo>
                  <a:lnTo>
                    <a:pt x="176593" y="508749"/>
                  </a:lnTo>
                  <a:lnTo>
                    <a:pt x="152234" y="495033"/>
                  </a:lnTo>
                  <a:lnTo>
                    <a:pt x="129400" y="479805"/>
                  </a:lnTo>
                  <a:lnTo>
                    <a:pt x="108089" y="463041"/>
                  </a:lnTo>
                  <a:lnTo>
                    <a:pt x="88303" y="444766"/>
                  </a:lnTo>
                  <a:lnTo>
                    <a:pt x="79171" y="434111"/>
                  </a:lnTo>
                  <a:lnTo>
                    <a:pt x="70027" y="424967"/>
                  </a:lnTo>
                  <a:lnTo>
                    <a:pt x="62420" y="414312"/>
                  </a:lnTo>
                  <a:lnTo>
                    <a:pt x="56324" y="403644"/>
                  </a:lnTo>
                  <a:lnTo>
                    <a:pt x="48717" y="391452"/>
                  </a:lnTo>
                  <a:lnTo>
                    <a:pt x="28930" y="344233"/>
                  </a:lnTo>
                  <a:lnTo>
                    <a:pt x="21323" y="306158"/>
                  </a:lnTo>
                  <a:lnTo>
                    <a:pt x="19799" y="292455"/>
                  </a:lnTo>
                  <a:lnTo>
                    <a:pt x="19799" y="266560"/>
                  </a:lnTo>
                  <a:lnTo>
                    <a:pt x="28930" y="214769"/>
                  </a:lnTo>
                  <a:lnTo>
                    <a:pt x="42633" y="178219"/>
                  </a:lnTo>
                  <a:lnTo>
                    <a:pt x="56324" y="155371"/>
                  </a:lnTo>
                  <a:lnTo>
                    <a:pt x="62420" y="144703"/>
                  </a:lnTo>
                  <a:lnTo>
                    <a:pt x="71551" y="134035"/>
                  </a:lnTo>
                  <a:lnTo>
                    <a:pt x="79171" y="124904"/>
                  </a:lnTo>
                  <a:lnTo>
                    <a:pt x="88303" y="114236"/>
                  </a:lnTo>
                  <a:lnTo>
                    <a:pt x="129400" y="79209"/>
                  </a:lnTo>
                  <a:lnTo>
                    <a:pt x="178117" y="50266"/>
                  </a:lnTo>
                  <a:lnTo>
                    <a:pt x="190296" y="45694"/>
                  </a:lnTo>
                  <a:lnTo>
                    <a:pt x="204000" y="39598"/>
                  </a:lnTo>
                  <a:lnTo>
                    <a:pt x="246621" y="27419"/>
                  </a:lnTo>
                  <a:lnTo>
                    <a:pt x="277063" y="22847"/>
                  </a:lnTo>
                  <a:lnTo>
                    <a:pt x="290766" y="19799"/>
                  </a:lnTo>
                  <a:lnTo>
                    <a:pt x="442490" y="19799"/>
                  </a:lnTo>
                  <a:lnTo>
                    <a:pt x="417118" y="12191"/>
                  </a:lnTo>
                  <a:lnTo>
                    <a:pt x="371449" y="3047"/>
                  </a:lnTo>
                  <a:lnTo>
                    <a:pt x="339483" y="0"/>
                  </a:lnTo>
                  <a:close/>
                </a:path>
                <a:path w="644525" h="559435">
                  <a:moveTo>
                    <a:pt x="442490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8856" y="27419"/>
                  </a:lnTo>
                  <a:lnTo>
                    <a:pt x="412559" y="30467"/>
                  </a:lnTo>
                  <a:lnTo>
                    <a:pt x="427786" y="35039"/>
                  </a:lnTo>
                  <a:lnTo>
                    <a:pt x="441477" y="39598"/>
                  </a:lnTo>
                  <a:lnTo>
                    <a:pt x="455180" y="45694"/>
                  </a:lnTo>
                  <a:lnTo>
                    <a:pt x="467360" y="50266"/>
                  </a:lnTo>
                  <a:lnTo>
                    <a:pt x="516077" y="79209"/>
                  </a:lnTo>
                  <a:lnTo>
                    <a:pt x="557174" y="114236"/>
                  </a:lnTo>
                  <a:lnTo>
                    <a:pt x="581533" y="144703"/>
                  </a:lnTo>
                  <a:lnTo>
                    <a:pt x="601332" y="178219"/>
                  </a:lnTo>
                  <a:lnTo>
                    <a:pt x="616546" y="214769"/>
                  </a:lnTo>
                  <a:lnTo>
                    <a:pt x="624166" y="252844"/>
                  </a:lnTo>
                  <a:lnTo>
                    <a:pt x="625678" y="266560"/>
                  </a:lnTo>
                  <a:lnTo>
                    <a:pt x="625678" y="292455"/>
                  </a:lnTo>
                  <a:lnTo>
                    <a:pt x="624166" y="306158"/>
                  </a:lnTo>
                  <a:lnTo>
                    <a:pt x="621118" y="319874"/>
                  </a:lnTo>
                  <a:lnTo>
                    <a:pt x="619594" y="332054"/>
                  </a:lnTo>
                  <a:lnTo>
                    <a:pt x="616546" y="344233"/>
                  </a:lnTo>
                  <a:lnTo>
                    <a:pt x="607415" y="368604"/>
                  </a:lnTo>
                  <a:lnTo>
                    <a:pt x="601332" y="380796"/>
                  </a:lnTo>
                  <a:lnTo>
                    <a:pt x="595236" y="391452"/>
                  </a:lnTo>
                  <a:lnTo>
                    <a:pt x="589153" y="403644"/>
                  </a:lnTo>
                  <a:lnTo>
                    <a:pt x="573925" y="424967"/>
                  </a:lnTo>
                  <a:lnTo>
                    <a:pt x="564794" y="435635"/>
                  </a:lnTo>
                  <a:lnTo>
                    <a:pt x="557174" y="444766"/>
                  </a:lnTo>
                  <a:lnTo>
                    <a:pt x="516077" y="479805"/>
                  </a:lnTo>
                  <a:lnTo>
                    <a:pt x="467360" y="508749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59" y="528548"/>
                  </a:lnTo>
                  <a:lnTo>
                    <a:pt x="398856" y="531596"/>
                  </a:lnTo>
                  <a:lnTo>
                    <a:pt x="383628" y="534631"/>
                  </a:lnTo>
                  <a:lnTo>
                    <a:pt x="368414" y="536155"/>
                  </a:lnTo>
                  <a:lnTo>
                    <a:pt x="353187" y="539203"/>
                  </a:lnTo>
                  <a:lnTo>
                    <a:pt x="442497" y="539203"/>
                  </a:lnTo>
                  <a:lnTo>
                    <a:pt x="447573" y="537679"/>
                  </a:lnTo>
                  <a:lnTo>
                    <a:pt x="461276" y="531596"/>
                  </a:lnTo>
                  <a:lnTo>
                    <a:pt x="476491" y="525500"/>
                  </a:lnTo>
                  <a:lnTo>
                    <a:pt x="526732" y="495033"/>
                  </a:lnTo>
                  <a:lnTo>
                    <a:pt x="570877" y="456958"/>
                  </a:lnTo>
                  <a:lnTo>
                    <a:pt x="598284" y="424967"/>
                  </a:lnTo>
                  <a:lnTo>
                    <a:pt x="611987" y="400596"/>
                  </a:lnTo>
                  <a:lnTo>
                    <a:pt x="619594" y="388416"/>
                  </a:lnTo>
                  <a:lnTo>
                    <a:pt x="624166" y="376224"/>
                  </a:lnTo>
                  <a:lnTo>
                    <a:pt x="630250" y="362521"/>
                  </a:lnTo>
                  <a:lnTo>
                    <a:pt x="634822" y="348805"/>
                  </a:lnTo>
                  <a:lnTo>
                    <a:pt x="640905" y="321386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34822" y="208673"/>
                  </a:lnTo>
                  <a:lnTo>
                    <a:pt x="605891" y="146227"/>
                  </a:lnTo>
                  <a:lnTo>
                    <a:pt x="596760" y="134035"/>
                  </a:lnTo>
                  <a:lnTo>
                    <a:pt x="589153" y="121856"/>
                  </a:lnTo>
                  <a:lnTo>
                    <a:pt x="549567" y="80733"/>
                  </a:lnTo>
                  <a:lnTo>
                    <a:pt x="500849" y="47218"/>
                  </a:lnTo>
                  <a:lnTo>
                    <a:pt x="447573" y="21323"/>
                  </a:lnTo>
                  <a:lnTo>
                    <a:pt x="442490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6" name="object 46"/>
          <p:cNvSpPr txBox="1"/>
          <p:nvPr/>
        </p:nvSpPr>
        <p:spPr>
          <a:xfrm>
            <a:off x="6442684" y="5176857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7824799" y="5028019"/>
            <a:ext cx="644525" cy="559435"/>
            <a:chOff x="7824799" y="5028019"/>
            <a:chExt cx="644525" cy="559435"/>
          </a:xfrm>
        </p:grpSpPr>
        <p:sp>
          <p:nvSpPr>
            <p:cNvPr id="48" name="object 48"/>
            <p:cNvSpPr/>
            <p:nvPr/>
          </p:nvSpPr>
          <p:spPr>
            <a:xfrm>
              <a:off x="7833931" y="5037163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20">
                  <a:moveTo>
                    <a:pt x="312077" y="0"/>
                  </a:moveTo>
                  <a:lnTo>
                    <a:pt x="261537" y="3561"/>
                  </a:lnTo>
                  <a:lnTo>
                    <a:pt x="213564" y="13867"/>
                  </a:lnTo>
                  <a:lnTo>
                    <a:pt x="168806" y="30351"/>
                  </a:lnTo>
                  <a:lnTo>
                    <a:pt x="127912" y="52446"/>
                  </a:lnTo>
                  <a:lnTo>
                    <a:pt x="91530" y="79586"/>
                  </a:lnTo>
                  <a:lnTo>
                    <a:pt x="60308" y="111203"/>
                  </a:lnTo>
                  <a:lnTo>
                    <a:pt x="34896" y="146732"/>
                  </a:lnTo>
                  <a:lnTo>
                    <a:pt x="15941" y="185606"/>
                  </a:lnTo>
                  <a:lnTo>
                    <a:pt x="4093" y="227257"/>
                  </a:lnTo>
                  <a:lnTo>
                    <a:pt x="0" y="271119"/>
                  </a:lnTo>
                  <a:lnTo>
                    <a:pt x="4093" y="314572"/>
                  </a:lnTo>
                  <a:lnTo>
                    <a:pt x="15941" y="355895"/>
                  </a:lnTo>
                  <a:lnTo>
                    <a:pt x="34896" y="394513"/>
                  </a:lnTo>
                  <a:lnTo>
                    <a:pt x="60308" y="429850"/>
                  </a:lnTo>
                  <a:lnTo>
                    <a:pt x="91530" y="461330"/>
                  </a:lnTo>
                  <a:lnTo>
                    <a:pt x="127912" y="488378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3029" y="537168"/>
                  </a:lnTo>
                  <a:lnTo>
                    <a:pt x="411333" y="526872"/>
                  </a:lnTo>
                  <a:lnTo>
                    <a:pt x="456348" y="510417"/>
                  </a:lnTo>
                  <a:lnTo>
                    <a:pt x="497436" y="488378"/>
                  </a:lnTo>
                  <a:lnTo>
                    <a:pt x="533957" y="461330"/>
                  </a:lnTo>
                  <a:lnTo>
                    <a:pt x="565271" y="429850"/>
                  </a:lnTo>
                  <a:lnTo>
                    <a:pt x="590740" y="394513"/>
                  </a:lnTo>
                  <a:lnTo>
                    <a:pt x="609724" y="355895"/>
                  </a:lnTo>
                  <a:lnTo>
                    <a:pt x="621583" y="314572"/>
                  </a:lnTo>
                  <a:lnTo>
                    <a:pt x="625678" y="271119"/>
                  </a:lnTo>
                  <a:lnTo>
                    <a:pt x="621583" y="227257"/>
                  </a:lnTo>
                  <a:lnTo>
                    <a:pt x="609724" y="185606"/>
                  </a:lnTo>
                  <a:lnTo>
                    <a:pt x="590740" y="146732"/>
                  </a:lnTo>
                  <a:lnTo>
                    <a:pt x="565271" y="111203"/>
                  </a:lnTo>
                  <a:lnTo>
                    <a:pt x="533957" y="79586"/>
                  </a:lnTo>
                  <a:lnTo>
                    <a:pt x="497436" y="52446"/>
                  </a:lnTo>
                  <a:lnTo>
                    <a:pt x="456348" y="30351"/>
                  </a:lnTo>
                  <a:lnTo>
                    <a:pt x="411333" y="13867"/>
                  </a:lnTo>
                  <a:lnTo>
                    <a:pt x="363029" y="3561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9" name="object 49"/>
            <p:cNvSpPr/>
            <p:nvPr/>
          </p:nvSpPr>
          <p:spPr>
            <a:xfrm>
              <a:off x="7824799" y="5028019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503" y="3047"/>
                  </a:lnTo>
                  <a:lnTo>
                    <a:pt x="226822" y="12191"/>
                  </a:lnTo>
                  <a:lnTo>
                    <a:pt x="168973" y="33515"/>
                  </a:lnTo>
                  <a:lnTo>
                    <a:pt x="117221" y="63969"/>
                  </a:lnTo>
                  <a:lnTo>
                    <a:pt x="73075" y="102057"/>
                  </a:lnTo>
                  <a:lnTo>
                    <a:pt x="47193" y="134035"/>
                  </a:lnTo>
                  <a:lnTo>
                    <a:pt x="38061" y="146227"/>
                  </a:lnTo>
                  <a:lnTo>
                    <a:pt x="19786" y="182778"/>
                  </a:lnTo>
                  <a:lnTo>
                    <a:pt x="3048" y="237616"/>
                  </a:lnTo>
                  <a:lnTo>
                    <a:pt x="0" y="265036"/>
                  </a:lnTo>
                  <a:lnTo>
                    <a:pt x="0" y="293979"/>
                  </a:lnTo>
                  <a:lnTo>
                    <a:pt x="1524" y="309206"/>
                  </a:lnTo>
                  <a:lnTo>
                    <a:pt x="3048" y="322910"/>
                  </a:lnTo>
                  <a:lnTo>
                    <a:pt x="6083" y="336626"/>
                  </a:lnTo>
                  <a:lnTo>
                    <a:pt x="10655" y="350329"/>
                  </a:lnTo>
                  <a:lnTo>
                    <a:pt x="13703" y="362521"/>
                  </a:lnTo>
                  <a:lnTo>
                    <a:pt x="19786" y="376224"/>
                  </a:lnTo>
                  <a:lnTo>
                    <a:pt x="25882" y="388416"/>
                  </a:lnTo>
                  <a:lnTo>
                    <a:pt x="31965" y="402120"/>
                  </a:lnTo>
                  <a:lnTo>
                    <a:pt x="39585" y="412788"/>
                  </a:lnTo>
                  <a:lnTo>
                    <a:pt x="54800" y="437159"/>
                  </a:lnTo>
                  <a:lnTo>
                    <a:pt x="63931" y="447814"/>
                  </a:lnTo>
                  <a:lnTo>
                    <a:pt x="94386" y="478281"/>
                  </a:lnTo>
                  <a:lnTo>
                    <a:pt x="143103" y="511784"/>
                  </a:lnTo>
                  <a:lnTo>
                    <a:pt x="196380" y="537679"/>
                  </a:lnTo>
                  <a:lnTo>
                    <a:pt x="272503" y="555967"/>
                  </a:lnTo>
                  <a:lnTo>
                    <a:pt x="305993" y="559003"/>
                  </a:lnTo>
                  <a:lnTo>
                    <a:pt x="337959" y="559003"/>
                  </a:lnTo>
                  <a:lnTo>
                    <a:pt x="371449" y="555967"/>
                  </a:lnTo>
                  <a:lnTo>
                    <a:pt x="417118" y="546823"/>
                  </a:lnTo>
                  <a:lnTo>
                    <a:pt x="432346" y="542251"/>
                  </a:lnTo>
                  <a:lnTo>
                    <a:pt x="441481" y="539203"/>
                  </a:lnTo>
                  <a:lnTo>
                    <a:pt x="290766" y="539203"/>
                  </a:lnTo>
                  <a:lnTo>
                    <a:pt x="275539" y="536155"/>
                  </a:lnTo>
                  <a:lnTo>
                    <a:pt x="260324" y="534631"/>
                  </a:lnTo>
                  <a:lnTo>
                    <a:pt x="245097" y="531596"/>
                  </a:lnTo>
                  <a:lnTo>
                    <a:pt x="231394" y="528548"/>
                  </a:lnTo>
                  <a:lnTo>
                    <a:pt x="217690" y="523976"/>
                  </a:lnTo>
                  <a:lnTo>
                    <a:pt x="202476" y="519404"/>
                  </a:lnTo>
                  <a:lnTo>
                    <a:pt x="190296" y="513308"/>
                  </a:lnTo>
                  <a:lnTo>
                    <a:pt x="176593" y="508749"/>
                  </a:lnTo>
                  <a:lnTo>
                    <a:pt x="150710" y="495033"/>
                  </a:lnTo>
                  <a:lnTo>
                    <a:pt x="127876" y="479805"/>
                  </a:lnTo>
                  <a:lnTo>
                    <a:pt x="106565" y="463041"/>
                  </a:lnTo>
                  <a:lnTo>
                    <a:pt x="86766" y="444766"/>
                  </a:lnTo>
                  <a:lnTo>
                    <a:pt x="79159" y="434111"/>
                  </a:lnTo>
                  <a:lnTo>
                    <a:pt x="70027" y="424967"/>
                  </a:lnTo>
                  <a:lnTo>
                    <a:pt x="54800" y="403644"/>
                  </a:lnTo>
                  <a:lnTo>
                    <a:pt x="48717" y="391452"/>
                  </a:lnTo>
                  <a:lnTo>
                    <a:pt x="42621" y="380796"/>
                  </a:lnTo>
                  <a:lnTo>
                    <a:pt x="36537" y="368604"/>
                  </a:lnTo>
                  <a:lnTo>
                    <a:pt x="27406" y="344233"/>
                  </a:lnTo>
                  <a:lnTo>
                    <a:pt x="24358" y="332054"/>
                  </a:lnTo>
                  <a:lnTo>
                    <a:pt x="22834" y="318350"/>
                  </a:lnTo>
                  <a:lnTo>
                    <a:pt x="19786" y="306158"/>
                  </a:lnTo>
                  <a:lnTo>
                    <a:pt x="19786" y="292455"/>
                  </a:lnTo>
                  <a:lnTo>
                    <a:pt x="18262" y="278739"/>
                  </a:lnTo>
                  <a:lnTo>
                    <a:pt x="19786" y="266560"/>
                  </a:lnTo>
                  <a:lnTo>
                    <a:pt x="19786" y="252844"/>
                  </a:lnTo>
                  <a:lnTo>
                    <a:pt x="22834" y="239140"/>
                  </a:lnTo>
                  <a:lnTo>
                    <a:pt x="24358" y="226948"/>
                  </a:lnTo>
                  <a:lnTo>
                    <a:pt x="28930" y="214769"/>
                  </a:lnTo>
                  <a:lnTo>
                    <a:pt x="31965" y="202590"/>
                  </a:lnTo>
                  <a:lnTo>
                    <a:pt x="36537" y="190398"/>
                  </a:lnTo>
                  <a:lnTo>
                    <a:pt x="42621" y="178219"/>
                  </a:lnTo>
                  <a:lnTo>
                    <a:pt x="48717" y="167551"/>
                  </a:lnTo>
                  <a:lnTo>
                    <a:pt x="54800" y="155371"/>
                  </a:lnTo>
                  <a:lnTo>
                    <a:pt x="70027" y="134035"/>
                  </a:lnTo>
                  <a:lnTo>
                    <a:pt x="79159" y="124904"/>
                  </a:lnTo>
                  <a:lnTo>
                    <a:pt x="88290" y="114236"/>
                  </a:lnTo>
                  <a:lnTo>
                    <a:pt x="129400" y="79209"/>
                  </a:lnTo>
                  <a:lnTo>
                    <a:pt x="176593" y="50266"/>
                  </a:lnTo>
                  <a:lnTo>
                    <a:pt x="190296" y="45694"/>
                  </a:lnTo>
                  <a:lnTo>
                    <a:pt x="203987" y="39598"/>
                  </a:lnTo>
                  <a:lnTo>
                    <a:pt x="231394" y="30467"/>
                  </a:lnTo>
                  <a:lnTo>
                    <a:pt x="246621" y="27419"/>
                  </a:lnTo>
                  <a:lnTo>
                    <a:pt x="260324" y="24371"/>
                  </a:lnTo>
                  <a:lnTo>
                    <a:pt x="275539" y="22847"/>
                  </a:lnTo>
                  <a:lnTo>
                    <a:pt x="290766" y="19799"/>
                  </a:lnTo>
                  <a:lnTo>
                    <a:pt x="441481" y="19799"/>
                  </a:lnTo>
                  <a:lnTo>
                    <a:pt x="432346" y="16751"/>
                  </a:lnTo>
                  <a:lnTo>
                    <a:pt x="417118" y="12191"/>
                  </a:lnTo>
                  <a:lnTo>
                    <a:pt x="386676" y="6095"/>
                  </a:lnTo>
                  <a:lnTo>
                    <a:pt x="369925" y="3047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81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7332" y="27419"/>
                  </a:lnTo>
                  <a:lnTo>
                    <a:pt x="412546" y="30467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7360" y="50266"/>
                  </a:lnTo>
                  <a:lnTo>
                    <a:pt x="514553" y="79209"/>
                  </a:lnTo>
                  <a:lnTo>
                    <a:pt x="555650" y="114236"/>
                  </a:lnTo>
                  <a:lnTo>
                    <a:pt x="564781" y="124904"/>
                  </a:lnTo>
                  <a:lnTo>
                    <a:pt x="573925" y="134035"/>
                  </a:lnTo>
                  <a:lnTo>
                    <a:pt x="601319" y="178219"/>
                  </a:lnTo>
                  <a:lnTo>
                    <a:pt x="615022" y="214769"/>
                  </a:lnTo>
                  <a:lnTo>
                    <a:pt x="622630" y="252844"/>
                  </a:lnTo>
                  <a:lnTo>
                    <a:pt x="624154" y="266560"/>
                  </a:lnTo>
                  <a:lnTo>
                    <a:pt x="624154" y="292455"/>
                  </a:lnTo>
                  <a:lnTo>
                    <a:pt x="615022" y="344233"/>
                  </a:lnTo>
                  <a:lnTo>
                    <a:pt x="601319" y="380796"/>
                  </a:lnTo>
                  <a:lnTo>
                    <a:pt x="587616" y="403644"/>
                  </a:lnTo>
                  <a:lnTo>
                    <a:pt x="581533" y="414312"/>
                  </a:lnTo>
                  <a:lnTo>
                    <a:pt x="555650" y="444766"/>
                  </a:lnTo>
                  <a:lnTo>
                    <a:pt x="514553" y="479805"/>
                  </a:lnTo>
                  <a:lnTo>
                    <a:pt x="465836" y="508749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46" y="528548"/>
                  </a:lnTo>
                  <a:lnTo>
                    <a:pt x="397332" y="531596"/>
                  </a:lnTo>
                  <a:lnTo>
                    <a:pt x="383628" y="534631"/>
                  </a:lnTo>
                  <a:lnTo>
                    <a:pt x="368401" y="536155"/>
                  </a:lnTo>
                  <a:lnTo>
                    <a:pt x="353187" y="539203"/>
                  </a:lnTo>
                  <a:lnTo>
                    <a:pt x="441481" y="539203"/>
                  </a:lnTo>
                  <a:lnTo>
                    <a:pt x="500849" y="511784"/>
                  </a:lnTo>
                  <a:lnTo>
                    <a:pt x="549567" y="476757"/>
                  </a:lnTo>
                  <a:lnTo>
                    <a:pt x="580009" y="446290"/>
                  </a:lnTo>
                  <a:lnTo>
                    <a:pt x="611974" y="400596"/>
                  </a:lnTo>
                  <a:lnTo>
                    <a:pt x="637857" y="335102"/>
                  </a:lnTo>
                  <a:lnTo>
                    <a:pt x="639381" y="321386"/>
                  </a:lnTo>
                  <a:lnTo>
                    <a:pt x="642429" y="307682"/>
                  </a:lnTo>
                  <a:lnTo>
                    <a:pt x="643953" y="293979"/>
                  </a:lnTo>
                  <a:lnTo>
                    <a:pt x="643953" y="265036"/>
                  </a:lnTo>
                  <a:lnTo>
                    <a:pt x="642429" y="249796"/>
                  </a:lnTo>
                  <a:lnTo>
                    <a:pt x="633285" y="208673"/>
                  </a:lnTo>
                  <a:lnTo>
                    <a:pt x="628726" y="196494"/>
                  </a:lnTo>
                  <a:lnTo>
                    <a:pt x="624154" y="182778"/>
                  </a:lnTo>
                  <a:lnTo>
                    <a:pt x="596760" y="134035"/>
                  </a:lnTo>
                  <a:lnTo>
                    <a:pt x="569353" y="100533"/>
                  </a:lnTo>
                  <a:lnTo>
                    <a:pt x="525208" y="63969"/>
                  </a:lnTo>
                  <a:lnTo>
                    <a:pt x="474967" y="33515"/>
                  </a:lnTo>
                  <a:lnTo>
                    <a:pt x="446049" y="21323"/>
                  </a:lnTo>
                  <a:lnTo>
                    <a:pt x="441481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0" name="object 50"/>
          <p:cNvSpPr txBox="1"/>
          <p:nvPr/>
        </p:nvSpPr>
        <p:spPr>
          <a:xfrm>
            <a:off x="8034325" y="517685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8581402" y="5028019"/>
            <a:ext cx="644525" cy="559435"/>
            <a:chOff x="8581402" y="5028019"/>
            <a:chExt cx="644525" cy="559435"/>
          </a:xfrm>
        </p:grpSpPr>
        <p:sp>
          <p:nvSpPr>
            <p:cNvPr id="52" name="object 52"/>
            <p:cNvSpPr/>
            <p:nvPr/>
          </p:nvSpPr>
          <p:spPr>
            <a:xfrm>
              <a:off x="8592057" y="5037163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167" y="3561"/>
                  </a:lnTo>
                  <a:lnTo>
                    <a:pt x="212979" y="13867"/>
                  </a:lnTo>
                  <a:lnTo>
                    <a:pt x="168134" y="30351"/>
                  </a:lnTo>
                  <a:lnTo>
                    <a:pt x="127254" y="52446"/>
                  </a:lnTo>
                  <a:lnTo>
                    <a:pt x="90958" y="79586"/>
                  </a:lnTo>
                  <a:lnTo>
                    <a:pt x="59870" y="111203"/>
                  </a:lnTo>
                  <a:lnTo>
                    <a:pt x="34608" y="146732"/>
                  </a:lnTo>
                  <a:lnTo>
                    <a:pt x="15795" y="185606"/>
                  </a:lnTo>
                  <a:lnTo>
                    <a:pt x="4052" y="227257"/>
                  </a:lnTo>
                  <a:lnTo>
                    <a:pt x="0" y="271119"/>
                  </a:lnTo>
                  <a:lnTo>
                    <a:pt x="4052" y="314572"/>
                  </a:lnTo>
                  <a:lnTo>
                    <a:pt x="15795" y="355895"/>
                  </a:lnTo>
                  <a:lnTo>
                    <a:pt x="34608" y="394513"/>
                  </a:lnTo>
                  <a:lnTo>
                    <a:pt x="59870" y="429850"/>
                  </a:lnTo>
                  <a:lnTo>
                    <a:pt x="90958" y="461330"/>
                  </a:lnTo>
                  <a:lnTo>
                    <a:pt x="127254" y="488378"/>
                  </a:lnTo>
                  <a:lnTo>
                    <a:pt x="168134" y="510417"/>
                  </a:lnTo>
                  <a:lnTo>
                    <a:pt x="212979" y="526872"/>
                  </a:lnTo>
                  <a:lnTo>
                    <a:pt x="261167" y="537168"/>
                  </a:lnTo>
                  <a:lnTo>
                    <a:pt x="312077" y="540727"/>
                  </a:lnTo>
                  <a:lnTo>
                    <a:pt x="362616" y="537168"/>
                  </a:lnTo>
                  <a:lnTo>
                    <a:pt x="410589" y="526872"/>
                  </a:lnTo>
                  <a:lnTo>
                    <a:pt x="455347" y="510417"/>
                  </a:lnTo>
                  <a:lnTo>
                    <a:pt x="496241" y="488378"/>
                  </a:lnTo>
                  <a:lnTo>
                    <a:pt x="532623" y="461330"/>
                  </a:lnTo>
                  <a:lnTo>
                    <a:pt x="563845" y="429850"/>
                  </a:lnTo>
                  <a:lnTo>
                    <a:pt x="589257" y="394513"/>
                  </a:lnTo>
                  <a:lnTo>
                    <a:pt x="608212" y="355895"/>
                  </a:lnTo>
                  <a:lnTo>
                    <a:pt x="620060" y="314572"/>
                  </a:lnTo>
                  <a:lnTo>
                    <a:pt x="624154" y="271119"/>
                  </a:lnTo>
                  <a:lnTo>
                    <a:pt x="620060" y="227257"/>
                  </a:lnTo>
                  <a:lnTo>
                    <a:pt x="608212" y="185606"/>
                  </a:lnTo>
                  <a:lnTo>
                    <a:pt x="589257" y="146732"/>
                  </a:lnTo>
                  <a:lnTo>
                    <a:pt x="563845" y="111203"/>
                  </a:lnTo>
                  <a:lnTo>
                    <a:pt x="532623" y="79586"/>
                  </a:lnTo>
                  <a:lnTo>
                    <a:pt x="496241" y="52446"/>
                  </a:lnTo>
                  <a:lnTo>
                    <a:pt x="455347" y="30351"/>
                  </a:lnTo>
                  <a:lnTo>
                    <a:pt x="410589" y="13867"/>
                  </a:lnTo>
                  <a:lnTo>
                    <a:pt x="362616" y="3561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8581402" y="5028019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9483" y="0"/>
                  </a:moveTo>
                  <a:lnTo>
                    <a:pt x="305981" y="0"/>
                  </a:lnTo>
                  <a:lnTo>
                    <a:pt x="274015" y="3047"/>
                  </a:lnTo>
                  <a:lnTo>
                    <a:pt x="226822" y="12191"/>
                  </a:lnTo>
                  <a:lnTo>
                    <a:pt x="182676" y="27419"/>
                  </a:lnTo>
                  <a:lnTo>
                    <a:pt x="143103" y="47218"/>
                  </a:lnTo>
                  <a:lnTo>
                    <a:pt x="94386" y="82257"/>
                  </a:lnTo>
                  <a:lnTo>
                    <a:pt x="47193" y="134035"/>
                  </a:lnTo>
                  <a:lnTo>
                    <a:pt x="19786" y="182778"/>
                  </a:lnTo>
                  <a:lnTo>
                    <a:pt x="1524" y="251320"/>
                  </a:lnTo>
                  <a:lnTo>
                    <a:pt x="1524" y="265036"/>
                  </a:lnTo>
                  <a:lnTo>
                    <a:pt x="0" y="280263"/>
                  </a:lnTo>
                  <a:lnTo>
                    <a:pt x="1524" y="293979"/>
                  </a:lnTo>
                  <a:lnTo>
                    <a:pt x="1524" y="309206"/>
                  </a:lnTo>
                  <a:lnTo>
                    <a:pt x="10655" y="350329"/>
                  </a:lnTo>
                  <a:lnTo>
                    <a:pt x="15214" y="362521"/>
                  </a:lnTo>
                  <a:lnTo>
                    <a:pt x="19786" y="376224"/>
                  </a:lnTo>
                  <a:lnTo>
                    <a:pt x="25882" y="388416"/>
                  </a:lnTo>
                  <a:lnTo>
                    <a:pt x="31965" y="402120"/>
                  </a:lnTo>
                  <a:lnTo>
                    <a:pt x="39573" y="412788"/>
                  </a:lnTo>
                  <a:lnTo>
                    <a:pt x="47193" y="424967"/>
                  </a:lnTo>
                  <a:lnTo>
                    <a:pt x="74587" y="458482"/>
                  </a:lnTo>
                  <a:lnTo>
                    <a:pt x="118745" y="496557"/>
                  </a:lnTo>
                  <a:lnTo>
                    <a:pt x="170497" y="525500"/>
                  </a:lnTo>
                  <a:lnTo>
                    <a:pt x="213118" y="542251"/>
                  </a:lnTo>
                  <a:lnTo>
                    <a:pt x="226822" y="546823"/>
                  </a:lnTo>
                  <a:lnTo>
                    <a:pt x="257276" y="552919"/>
                  </a:lnTo>
                  <a:lnTo>
                    <a:pt x="274015" y="555967"/>
                  </a:lnTo>
                  <a:lnTo>
                    <a:pt x="305981" y="559003"/>
                  </a:lnTo>
                  <a:lnTo>
                    <a:pt x="339483" y="559003"/>
                  </a:lnTo>
                  <a:lnTo>
                    <a:pt x="371449" y="555967"/>
                  </a:lnTo>
                  <a:lnTo>
                    <a:pt x="386676" y="552919"/>
                  </a:lnTo>
                  <a:lnTo>
                    <a:pt x="403415" y="549871"/>
                  </a:lnTo>
                  <a:lnTo>
                    <a:pt x="418642" y="546823"/>
                  </a:lnTo>
                  <a:lnTo>
                    <a:pt x="432346" y="542251"/>
                  </a:lnTo>
                  <a:lnTo>
                    <a:pt x="442489" y="539203"/>
                  </a:lnTo>
                  <a:lnTo>
                    <a:pt x="290766" y="539203"/>
                  </a:lnTo>
                  <a:lnTo>
                    <a:pt x="275539" y="536155"/>
                  </a:lnTo>
                  <a:lnTo>
                    <a:pt x="260311" y="534631"/>
                  </a:lnTo>
                  <a:lnTo>
                    <a:pt x="246621" y="531596"/>
                  </a:lnTo>
                  <a:lnTo>
                    <a:pt x="231394" y="528548"/>
                  </a:lnTo>
                  <a:lnTo>
                    <a:pt x="203987" y="519404"/>
                  </a:lnTo>
                  <a:lnTo>
                    <a:pt x="190284" y="513308"/>
                  </a:lnTo>
                  <a:lnTo>
                    <a:pt x="178104" y="508749"/>
                  </a:lnTo>
                  <a:lnTo>
                    <a:pt x="152234" y="495033"/>
                  </a:lnTo>
                  <a:lnTo>
                    <a:pt x="129400" y="479805"/>
                  </a:lnTo>
                  <a:lnTo>
                    <a:pt x="108076" y="463041"/>
                  </a:lnTo>
                  <a:lnTo>
                    <a:pt x="88290" y="444766"/>
                  </a:lnTo>
                  <a:lnTo>
                    <a:pt x="79159" y="434111"/>
                  </a:lnTo>
                  <a:lnTo>
                    <a:pt x="70027" y="424967"/>
                  </a:lnTo>
                  <a:lnTo>
                    <a:pt x="62407" y="414312"/>
                  </a:lnTo>
                  <a:lnTo>
                    <a:pt x="56324" y="403644"/>
                  </a:lnTo>
                  <a:lnTo>
                    <a:pt x="48717" y="391452"/>
                  </a:lnTo>
                  <a:lnTo>
                    <a:pt x="28917" y="344233"/>
                  </a:lnTo>
                  <a:lnTo>
                    <a:pt x="21310" y="306158"/>
                  </a:lnTo>
                  <a:lnTo>
                    <a:pt x="19786" y="292455"/>
                  </a:lnTo>
                  <a:lnTo>
                    <a:pt x="19786" y="266560"/>
                  </a:lnTo>
                  <a:lnTo>
                    <a:pt x="28917" y="214769"/>
                  </a:lnTo>
                  <a:lnTo>
                    <a:pt x="42621" y="178219"/>
                  </a:lnTo>
                  <a:lnTo>
                    <a:pt x="71551" y="134035"/>
                  </a:lnTo>
                  <a:lnTo>
                    <a:pt x="108076" y="95961"/>
                  </a:lnTo>
                  <a:lnTo>
                    <a:pt x="152234" y="63969"/>
                  </a:lnTo>
                  <a:lnTo>
                    <a:pt x="190284" y="45694"/>
                  </a:lnTo>
                  <a:lnTo>
                    <a:pt x="203987" y="39598"/>
                  </a:lnTo>
                  <a:lnTo>
                    <a:pt x="246621" y="27419"/>
                  </a:lnTo>
                  <a:lnTo>
                    <a:pt x="277063" y="22847"/>
                  </a:lnTo>
                  <a:lnTo>
                    <a:pt x="292290" y="19799"/>
                  </a:lnTo>
                  <a:lnTo>
                    <a:pt x="442479" y="19799"/>
                  </a:lnTo>
                  <a:lnTo>
                    <a:pt x="417118" y="12191"/>
                  </a:lnTo>
                  <a:lnTo>
                    <a:pt x="371449" y="3047"/>
                  </a:lnTo>
                  <a:lnTo>
                    <a:pt x="339483" y="0"/>
                  </a:lnTo>
                  <a:close/>
                </a:path>
                <a:path w="644525" h="559435">
                  <a:moveTo>
                    <a:pt x="442479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8843" y="27419"/>
                  </a:lnTo>
                  <a:lnTo>
                    <a:pt x="412546" y="30467"/>
                  </a:lnTo>
                  <a:lnTo>
                    <a:pt x="427774" y="35039"/>
                  </a:lnTo>
                  <a:lnTo>
                    <a:pt x="441477" y="39598"/>
                  </a:lnTo>
                  <a:lnTo>
                    <a:pt x="455180" y="45694"/>
                  </a:lnTo>
                  <a:lnTo>
                    <a:pt x="467359" y="50266"/>
                  </a:lnTo>
                  <a:lnTo>
                    <a:pt x="516064" y="79209"/>
                  </a:lnTo>
                  <a:lnTo>
                    <a:pt x="557174" y="114236"/>
                  </a:lnTo>
                  <a:lnTo>
                    <a:pt x="581532" y="144703"/>
                  </a:lnTo>
                  <a:lnTo>
                    <a:pt x="601319" y="178219"/>
                  </a:lnTo>
                  <a:lnTo>
                    <a:pt x="616546" y="214769"/>
                  </a:lnTo>
                  <a:lnTo>
                    <a:pt x="624154" y="252844"/>
                  </a:lnTo>
                  <a:lnTo>
                    <a:pt x="625678" y="266560"/>
                  </a:lnTo>
                  <a:lnTo>
                    <a:pt x="625678" y="292455"/>
                  </a:lnTo>
                  <a:lnTo>
                    <a:pt x="616546" y="344233"/>
                  </a:lnTo>
                  <a:lnTo>
                    <a:pt x="601319" y="380796"/>
                  </a:lnTo>
                  <a:lnTo>
                    <a:pt x="595236" y="391452"/>
                  </a:lnTo>
                  <a:lnTo>
                    <a:pt x="589140" y="403644"/>
                  </a:lnTo>
                  <a:lnTo>
                    <a:pt x="573912" y="424967"/>
                  </a:lnTo>
                  <a:lnTo>
                    <a:pt x="564781" y="435635"/>
                  </a:lnTo>
                  <a:lnTo>
                    <a:pt x="557174" y="444766"/>
                  </a:lnTo>
                  <a:lnTo>
                    <a:pt x="516064" y="479805"/>
                  </a:lnTo>
                  <a:lnTo>
                    <a:pt x="467359" y="508749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46" y="528548"/>
                  </a:lnTo>
                  <a:lnTo>
                    <a:pt x="398843" y="531596"/>
                  </a:lnTo>
                  <a:lnTo>
                    <a:pt x="383628" y="534631"/>
                  </a:lnTo>
                  <a:lnTo>
                    <a:pt x="368401" y="536155"/>
                  </a:lnTo>
                  <a:lnTo>
                    <a:pt x="353174" y="539203"/>
                  </a:lnTo>
                  <a:lnTo>
                    <a:pt x="442489" y="539203"/>
                  </a:lnTo>
                  <a:lnTo>
                    <a:pt x="447560" y="537679"/>
                  </a:lnTo>
                  <a:lnTo>
                    <a:pt x="461263" y="531596"/>
                  </a:lnTo>
                  <a:lnTo>
                    <a:pt x="476491" y="525500"/>
                  </a:lnTo>
                  <a:lnTo>
                    <a:pt x="526719" y="495033"/>
                  </a:lnTo>
                  <a:lnTo>
                    <a:pt x="570877" y="456958"/>
                  </a:lnTo>
                  <a:lnTo>
                    <a:pt x="598271" y="424967"/>
                  </a:lnTo>
                  <a:lnTo>
                    <a:pt x="611974" y="400596"/>
                  </a:lnTo>
                  <a:lnTo>
                    <a:pt x="619582" y="388416"/>
                  </a:lnTo>
                  <a:lnTo>
                    <a:pt x="624154" y="376224"/>
                  </a:lnTo>
                  <a:lnTo>
                    <a:pt x="630250" y="362521"/>
                  </a:lnTo>
                  <a:lnTo>
                    <a:pt x="634809" y="348805"/>
                  </a:lnTo>
                  <a:lnTo>
                    <a:pt x="640905" y="321386"/>
                  </a:lnTo>
                  <a:lnTo>
                    <a:pt x="643940" y="293979"/>
                  </a:lnTo>
                  <a:lnTo>
                    <a:pt x="643940" y="265036"/>
                  </a:lnTo>
                  <a:lnTo>
                    <a:pt x="634809" y="208673"/>
                  </a:lnTo>
                  <a:lnTo>
                    <a:pt x="605891" y="146227"/>
                  </a:lnTo>
                  <a:lnTo>
                    <a:pt x="596747" y="134035"/>
                  </a:lnTo>
                  <a:lnTo>
                    <a:pt x="589140" y="121856"/>
                  </a:lnTo>
                  <a:lnTo>
                    <a:pt x="549554" y="80733"/>
                  </a:lnTo>
                  <a:lnTo>
                    <a:pt x="500849" y="47218"/>
                  </a:lnTo>
                  <a:lnTo>
                    <a:pt x="447560" y="21323"/>
                  </a:lnTo>
                  <a:lnTo>
                    <a:pt x="442479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4" name="object 54"/>
          <p:cNvSpPr txBox="1"/>
          <p:nvPr/>
        </p:nvSpPr>
        <p:spPr>
          <a:xfrm>
            <a:off x="8791688" y="5176857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7178230" y="5188618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236141" y="5830735"/>
            <a:ext cx="2349500" cy="332105"/>
            <a:chOff x="1236141" y="5830735"/>
            <a:chExt cx="2349500" cy="332105"/>
          </a:xfrm>
        </p:grpSpPr>
        <p:sp>
          <p:nvSpPr>
            <p:cNvPr id="57" name="object 57"/>
            <p:cNvSpPr/>
            <p:nvPr/>
          </p:nvSpPr>
          <p:spPr>
            <a:xfrm>
              <a:off x="1248308" y="5842927"/>
              <a:ext cx="2323465" cy="307975"/>
            </a:xfrm>
            <a:custGeom>
              <a:avLst/>
              <a:gdLst/>
              <a:ahLst/>
              <a:cxnLst/>
              <a:rect l="l" t="t" r="r" b="b"/>
              <a:pathLst>
                <a:path w="2323465" h="307975">
                  <a:moveTo>
                    <a:pt x="2323084" y="0"/>
                  </a:moveTo>
                  <a:lnTo>
                    <a:pt x="0" y="0"/>
                  </a:lnTo>
                  <a:lnTo>
                    <a:pt x="0" y="307682"/>
                  </a:lnTo>
                  <a:lnTo>
                    <a:pt x="2323084" y="307682"/>
                  </a:lnTo>
                  <a:lnTo>
                    <a:pt x="232308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236141" y="5830735"/>
              <a:ext cx="2349500" cy="332105"/>
            </a:xfrm>
            <a:custGeom>
              <a:avLst/>
              <a:gdLst/>
              <a:ahLst/>
              <a:cxnLst/>
              <a:rect l="l" t="t" r="r" b="b"/>
              <a:pathLst>
                <a:path w="2349500" h="332104">
                  <a:moveTo>
                    <a:pt x="2348953" y="0"/>
                  </a:moveTo>
                  <a:lnTo>
                    <a:pt x="0" y="0"/>
                  </a:lnTo>
                  <a:lnTo>
                    <a:pt x="0" y="332054"/>
                  </a:lnTo>
                  <a:lnTo>
                    <a:pt x="2348953" y="332054"/>
                  </a:lnTo>
                  <a:lnTo>
                    <a:pt x="2348953" y="319874"/>
                  </a:lnTo>
                  <a:lnTo>
                    <a:pt x="24345" y="319874"/>
                  </a:lnTo>
                  <a:lnTo>
                    <a:pt x="12166" y="306158"/>
                  </a:lnTo>
                  <a:lnTo>
                    <a:pt x="24345" y="306158"/>
                  </a:lnTo>
                  <a:lnTo>
                    <a:pt x="24345" y="24371"/>
                  </a:lnTo>
                  <a:lnTo>
                    <a:pt x="12166" y="24371"/>
                  </a:lnTo>
                  <a:lnTo>
                    <a:pt x="24345" y="12192"/>
                  </a:lnTo>
                  <a:lnTo>
                    <a:pt x="2348953" y="12192"/>
                  </a:lnTo>
                  <a:lnTo>
                    <a:pt x="2348953" y="0"/>
                  </a:lnTo>
                  <a:close/>
                </a:path>
                <a:path w="2349500" h="332104">
                  <a:moveTo>
                    <a:pt x="24345" y="306158"/>
                  </a:moveTo>
                  <a:lnTo>
                    <a:pt x="12166" y="306158"/>
                  </a:lnTo>
                  <a:lnTo>
                    <a:pt x="24345" y="319874"/>
                  </a:lnTo>
                  <a:lnTo>
                    <a:pt x="24345" y="306158"/>
                  </a:lnTo>
                  <a:close/>
                </a:path>
                <a:path w="2349500" h="332104">
                  <a:moveTo>
                    <a:pt x="2323071" y="306158"/>
                  </a:moveTo>
                  <a:lnTo>
                    <a:pt x="24345" y="306158"/>
                  </a:lnTo>
                  <a:lnTo>
                    <a:pt x="24345" y="319874"/>
                  </a:lnTo>
                  <a:lnTo>
                    <a:pt x="2323071" y="319874"/>
                  </a:lnTo>
                  <a:lnTo>
                    <a:pt x="2323071" y="306158"/>
                  </a:lnTo>
                  <a:close/>
                </a:path>
                <a:path w="2349500" h="332104">
                  <a:moveTo>
                    <a:pt x="2323071" y="12192"/>
                  </a:moveTo>
                  <a:lnTo>
                    <a:pt x="2323071" y="319874"/>
                  </a:lnTo>
                  <a:lnTo>
                    <a:pt x="2335250" y="306158"/>
                  </a:lnTo>
                  <a:lnTo>
                    <a:pt x="2348953" y="306158"/>
                  </a:lnTo>
                  <a:lnTo>
                    <a:pt x="2348953" y="24371"/>
                  </a:lnTo>
                  <a:lnTo>
                    <a:pt x="2335250" y="24371"/>
                  </a:lnTo>
                  <a:lnTo>
                    <a:pt x="2323071" y="12192"/>
                  </a:lnTo>
                  <a:close/>
                </a:path>
                <a:path w="2349500" h="332104">
                  <a:moveTo>
                    <a:pt x="2348953" y="306158"/>
                  </a:moveTo>
                  <a:lnTo>
                    <a:pt x="2335250" y="306158"/>
                  </a:lnTo>
                  <a:lnTo>
                    <a:pt x="2323071" y="319874"/>
                  </a:lnTo>
                  <a:lnTo>
                    <a:pt x="2348953" y="319874"/>
                  </a:lnTo>
                  <a:lnTo>
                    <a:pt x="2348953" y="306158"/>
                  </a:lnTo>
                  <a:close/>
                </a:path>
                <a:path w="2349500" h="332104">
                  <a:moveTo>
                    <a:pt x="24345" y="12192"/>
                  </a:moveTo>
                  <a:lnTo>
                    <a:pt x="12166" y="24371"/>
                  </a:lnTo>
                  <a:lnTo>
                    <a:pt x="24345" y="24371"/>
                  </a:lnTo>
                  <a:lnTo>
                    <a:pt x="24345" y="12192"/>
                  </a:lnTo>
                  <a:close/>
                </a:path>
                <a:path w="2349500" h="332104">
                  <a:moveTo>
                    <a:pt x="2323071" y="12192"/>
                  </a:moveTo>
                  <a:lnTo>
                    <a:pt x="24345" y="12192"/>
                  </a:lnTo>
                  <a:lnTo>
                    <a:pt x="24345" y="24371"/>
                  </a:lnTo>
                  <a:lnTo>
                    <a:pt x="2323071" y="24371"/>
                  </a:lnTo>
                  <a:lnTo>
                    <a:pt x="2323071" y="12192"/>
                  </a:lnTo>
                  <a:close/>
                </a:path>
                <a:path w="2349500" h="332104">
                  <a:moveTo>
                    <a:pt x="2348953" y="12192"/>
                  </a:moveTo>
                  <a:lnTo>
                    <a:pt x="2323071" y="12192"/>
                  </a:lnTo>
                  <a:lnTo>
                    <a:pt x="2335250" y="24371"/>
                  </a:lnTo>
                  <a:lnTo>
                    <a:pt x="2348953" y="24371"/>
                  </a:lnTo>
                  <a:lnTo>
                    <a:pt x="2348953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59" name="object 59"/>
          <p:cNvSpPr txBox="1"/>
          <p:nvPr/>
        </p:nvSpPr>
        <p:spPr>
          <a:xfrm>
            <a:off x="1191620" y="1800673"/>
            <a:ext cx="4731385" cy="431863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180975" indent="-171450">
              <a:lnSpc>
                <a:spcPct val="100000"/>
              </a:lnSpc>
              <a:spcBef>
                <a:spcPts val="795"/>
              </a:spcBef>
              <a:buSzPct val="93750"/>
              <a:buAutoNum type="arabicPeriod"/>
              <a:tabLst>
                <a:tab pos="180975" algn="l"/>
              </a:tabLst>
            </a:pPr>
            <a:r>
              <a:rPr dirty="0" sz="1600">
                <a:latin typeface="Arial"/>
                <a:cs typeface="Arial"/>
              </a:rPr>
              <a:t>Step</a:t>
            </a:r>
            <a:r>
              <a:rPr dirty="0" sz="1600" spc="-2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over</a:t>
            </a:r>
            <a:r>
              <a:rPr dirty="0" sz="1600" spc="-25">
                <a:latin typeface="Arial"/>
                <a:cs typeface="Arial"/>
              </a:rPr>
              <a:t> </a:t>
            </a:r>
            <a:r>
              <a:rPr dirty="0" sz="1600" spc="-25">
                <a:latin typeface="Gulim"/>
                <a:cs typeface="Gulim"/>
              </a:rPr>
              <a:t>진행</a:t>
            </a:r>
            <a:endParaRPr sz="1600">
              <a:latin typeface="Gulim"/>
              <a:cs typeface="Gulim"/>
            </a:endParaRPr>
          </a:p>
          <a:p>
            <a:pPr marL="12700" marR="151130" indent="226695">
              <a:lnSpc>
                <a:spcPct val="100000"/>
              </a:lnSpc>
              <a:spcBef>
                <a:spcPts val="695"/>
              </a:spcBef>
              <a:buSzPct val="93750"/>
              <a:buAutoNum type="arabicPeriod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145</a:t>
            </a:r>
            <a:r>
              <a:rPr dirty="0" sz="1600" spc="-10">
                <a:latin typeface="Gulim"/>
                <a:cs typeface="Gulim"/>
              </a:rPr>
              <a:t>번줄과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146</a:t>
            </a:r>
            <a:r>
              <a:rPr dirty="0" sz="1600" spc="-10">
                <a:latin typeface="Gulim"/>
                <a:cs typeface="Gulim"/>
              </a:rPr>
              <a:t>번줄에서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e1</a:t>
            </a:r>
            <a:r>
              <a:rPr dirty="0" sz="1600">
                <a:latin typeface="Gulim"/>
                <a:cs typeface="Gulim"/>
              </a:rPr>
              <a:t>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4</a:t>
            </a:r>
            <a:r>
              <a:rPr dirty="0" sz="1600">
                <a:latin typeface="Gulim"/>
                <a:cs typeface="Gulim"/>
              </a:rPr>
              <a:t>번노드</a:t>
            </a:r>
            <a:r>
              <a:rPr dirty="0" sz="1600">
                <a:latin typeface="Arial"/>
                <a:cs typeface="Arial"/>
              </a:rPr>
              <a:t>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e2</a:t>
            </a:r>
            <a:r>
              <a:rPr dirty="0" sz="1600">
                <a:latin typeface="Gulim"/>
                <a:cs typeface="Gulim"/>
              </a:rPr>
              <a:t>가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5">
                <a:latin typeface="Arial"/>
                <a:cs typeface="Arial"/>
              </a:rPr>
              <a:t>6</a:t>
            </a:r>
            <a:r>
              <a:rPr dirty="0" sz="1600" spc="-25">
                <a:latin typeface="Gulim"/>
                <a:cs typeface="Gulim"/>
              </a:rPr>
              <a:t>번 </a:t>
            </a:r>
            <a:r>
              <a:rPr dirty="0" sz="1600" spc="-10">
                <a:latin typeface="Gulim"/>
                <a:cs typeface="Gulim"/>
              </a:rPr>
              <a:t>노드입니다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12700" marR="26034" indent="226695">
              <a:lnSpc>
                <a:spcPct val="100000"/>
              </a:lnSpc>
              <a:spcBef>
                <a:spcPts val="705"/>
              </a:spcBef>
              <a:buSzPct val="93750"/>
              <a:buAutoNum type="arabicPeriod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148</a:t>
            </a:r>
            <a:r>
              <a:rPr dirty="0" sz="1600" spc="-10">
                <a:latin typeface="Gulim"/>
                <a:cs typeface="Gulim"/>
              </a:rPr>
              <a:t>번줄에서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x</a:t>
            </a:r>
            <a:r>
              <a:rPr dirty="0" sz="1600">
                <a:latin typeface="Gulim"/>
                <a:cs typeface="Gulim"/>
              </a:rPr>
              <a:t>는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left</a:t>
            </a:r>
            <a:r>
              <a:rPr dirty="0" sz="1600" spc="-10">
                <a:latin typeface="Gulim"/>
                <a:cs typeface="Gulim"/>
              </a:rPr>
              <a:t>자식이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4</a:t>
            </a:r>
            <a:r>
              <a:rPr dirty="0" sz="1600">
                <a:latin typeface="Gulim"/>
                <a:cs typeface="Gulim"/>
              </a:rPr>
              <a:t>이고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right</a:t>
            </a:r>
            <a:r>
              <a:rPr dirty="0" sz="1600" spc="-10">
                <a:latin typeface="Gulim"/>
                <a:cs typeface="Gulim"/>
              </a:rPr>
              <a:t>자식이</a:t>
            </a:r>
            <a:r>
              <a:rPr dirty="0" sz="1600" spc="-90">
                <a:latin typeface="Gulim"/>
                <a:cs typeface="Gulim"/>
              </a:rPr>
              <a:t> </a:t>
            </a:r>
            <a:r>
              <a:rPr dirty="0" sz="1600" spc="-25">
                <a:latin typeface="Arial"/>
                <a:cs typeface="Arial"/>
              </a:rPr>
              <a:t>6</a:t>
            </a:r>
            <a:r>
              <a:rPr dirty="0" sz="1600" spc="-25">
                <a:latin typeface="Gulim"/>
                <a:cs typeface="Gulim"/>
              </a:rPr>
              <a:t>입 니다</a:t>
            </a:r>
            <a:r>
              <a:rPr dirty="0" sz="1600" spc="-25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239395" indent="-226695">
              <a:lnSpc>
                <a:spcPct val="100000"/>
              </a:lnSpc>
              <a:spcBef>
                <a:spcPts val="695"/>
              </a:spcBef>
              <a:buSzPct val="93750"/>
              <a:buAutoNum type="arabicPeriod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149</a:t>
            </a:r>
            <a:r>
              <a:rPr dirty="0" sz="1600" spc="-10">
                <a:latin typeface="Gulim"/>
                <a:cs typeface="Gulim"/>
              </a:rPr>
              <a:t>번줄에서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e.key</a:t>
            </a:r>
            <a:r>
              <a:rPr dirty="0" sz="1600" spc="-10">
                <a:latin typeface="Gulim"/>
                <a:cs typeface="Gulim"/>
              </a:rPr>
              <a:t>값이</a:t>
            </a:r>
            <a:r>
              <a:rPr dirty="0" sz="1600" spc="-8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e1</a:t>
            </a:r>
            <a:r>
              <a:rPr dirty="0" sz="1600">
                <a:latin typeface="Gulim"/>
                <a:cs typeface="Gulim"/>
              </a:rPr>
              <a:t>과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e2</a:t>
            </a:r>
            <a:r>
              <a:rPr dirty="0" sz="1600">
                <a:latin typeface="Gulim"/>
                <a:cs typeface="Gulim"/>
              </a:rPr>
              <a:t>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합이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0">
                <a:latin typeface="Gulim"/>
                <a:cs typeface="Gulim"/>
              </a:rPr>
              <a:t>됩니다</a:t>
            </a:r>
            <a:r>
              <a:rPr dirty="0" sz="1600" spc="-2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239395" indent="-226695">
              <a:lnSpc>
                <a:spcPct val="100000"/>
              </a:lnSpc>
              <a:spcBef>
                <a:spcPts val="690"/>
              </a:spcBef>
              <a:buSzPct val="93750"/>
              <a:buAutoNum type="arabicPeriod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150</a:t>
            </a:r>
            <a:r>
              <a:rPr dirty="0" sz="1600" spc="-10">
                <a:latin typeface="Gulim"/>
                <a:cs typeface="Gulim"/>
              </a:rPr>
              <a:t>번줄에서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10</a:t>
            </a:r>
            <a:r>
              <a:rPr dirty="0" sz="1600" spc="-10">
                <a:latin typeface="Gulim"/>
                <a:cs typeface="Gulim"/>
              </a:rPr>
              <a:t>번노드가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트리가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됩니다</a:t>
            </a:r>
            <a:endParaRPr sz="1600">
              <a:latin typeface="Gulim"/>
              <a:cs typeface="Gulim"/>
            </a:endParaRPr>
          </a:p>
          <a:p>
            <a:pPr marL="239395" indent="-226695">
              <a:lnSpc>
                <a:spcPct val="100000"/>
              </a:lnSpc>
              <a:spcBef>
                <a:spcPts val="710"/>
              </a:spcBef>
              <a:buSzPct val="93750"/>
              <a:buAutoNum type="arabicPeriod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151</a:t>
            </a:r>
            <a:r>
              <a:rPr dirty="0" sz="1600" spc="-10">
                <a:latin typeface="Gulim"/>
                <a:cs typeface="Gulim"/>
              </a:rPr>
              <a:t>번줄에서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printf</a:t>
            </a:r>
            <a:r>
              <a:rPr dirty="0" sz="1600" spc="-10">
                <a:latin typeface="Gulim"/>
                <a:cs typeface="Gulim"/>
              </a:rPr>
              <a:t>합니다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marL="239395" indent="-226695">
              <a:lnSpc>
                <a:spcPct val="100000"/>
              </a:lnSpc>
              <a:spcBef>
                <a:spcPts val="695"/>
              </a:spcBef>
              <a:buSzPct val="93750"/>
              <a:buAutoNum type="arabicPeriod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152</a:t>
            </a:r>
            <a:r>
              <a:rPr dirty="0" sz="1600" spc="-10">
                <a:latin typeface="Gulim"/>
                <a:cs typeface="Gulim"/>
              </a:rPr>
              <a:t>번줄을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수행하면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heap</a:t>
            </a:r>
            <a:r>
              <a:rPr dirty="0" sz="1600" spc="-10">
                <a:latin typeface="Gulim"/>
                <a:cs typeface="Gulim"/>
              </a:rPr>
              <a:t>변수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자료구조가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8,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10,</a:t>
            </a:r>
            <a:endParaRPr sz="1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dirty="0" sz="1600">
                <a:latin typeface="Arial"/>
                <a:cs typeface="Arial"/>
              </a:rPr>
              <a:t>12,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13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노드로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구성됩니다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5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size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=4</a:t>
            </a:r>
            <a:endParaRPr sz="1600">
              <a:latin typeface="Arial"/>
              <a:cs typeface="Arial"/>
            </a:endParaRPr>
          </a:p>
          <a:p>
            <a:pPr marL="239395" indent="-226695">
              <a:lnSpc>
                <a:spcPct val="100000"/>
              </a:lnSpc>
              <a:spcBef>
                <a:spcPts val="690"/>
              </a:spcBef>
              <a:buSzPct val="93750"/>
              <a:buAutoNum type="arabicPeriod" startAt="8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145</a:t>
            </a:r>
            <a:r>
              <a:rPr dirty="0" sz="1600" spc="-10">
                <a:latin typeface="Gulim"/>
                <a:cs typeface="Gulim"/>
              </a:rPr>
              <a:t>번줄에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중단점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설정</a:t>
            </a:r>
            <a:endParaRPr sz="16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710"/>
              </a:spcBef>
            </a:pPr>
            <a:r>
              <a:rPr dirty="0" sz="1600">
                <a:latin typeface="Gulim"/>
                <a:cs typeface="Gulim"/>
              </a:rPr>
              <a:t>중단점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만날때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마다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개의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heap</a:t>
            </a:r>
            <a:r>
              <a:rPr dirty="0" sz="1600" spc="-10">
                <a:latin typeface="Gulim"/>
                <a:cs typeface="Gulim"/>
              </a:rPr>
              <a:t>에서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delete</a:t>
            </a:r>
            <a:r>
              <a:rPr dirty="0" sz="1600" spc="-10">
                <a:latin typeface="Gulim"/>
                <a:cs typeface="Gulim"/>
              </a:rPr>
              <a:t>하 </a:t>
            </a:r>
            <a:r>
              <a:rPr dirty="0" sz="1600">
                <a:latin typeface="Gulim"/>
                <a:cs typeface="Gulim"/>
              </a:rPr>
              <a:t>여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이진트리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heap</a:t>
            </a:r>
            <a:r>
              <a:rPr dirty="0" sz="1600" spc="-10">
                <a:latin typeface="Gulim"/>
                <a:cs typeface="Gulim"/>
              </a:rPr>
              <a:t>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insert</a:t>
            </a:r>
            <a:r>
              <a:rPr dirty="0" sz="1600" spc="-10">
                <a:latin typeface="Gulim"/>
                <a:cs typeface="Gulim"/>
              </a:rPr>
              <a:t>합니다</a:t>
            </a:r>
            <a:endParaRPr sz="1600">
              <a:latin typeface="Gulim"/>
              <a:cs typeface="Gulim"/>
            </a:endParaRPr>
          </a:p>
          <a:p>
            <a:pPr marL="147320">
              <a:lnSpc>
                <a:spcPct val="100000"/>
              </a:lnSpc>
              <a:spcBef>
                <a:spcPts val="875"/>
              </a:spcBef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4+6-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&gt;10</a:t>
            </a:r>
            <a:endParaRPr sz="1400">
              <a:latin typeface="Gulim"/>
              <a:cs typeface="Gulim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61" name="object 61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huffman.c</a:t>
            </a:r>
            <a:r>
              <a:rPr dirty="0" sz="3200" spc="-15">
                <a:latin typeface="Tw Cen MT"/>
                <a:cs typeface="Tw Cen MT"/>
              </a:rPr>
              <a:t> </a:t>
            </a:r>
            <a:r>
              <a:rPr dirty="0" sz="3200" spc="-1620"/>
              <a:t>너무</a:t>
            </a:r>
            <a:r>
              <a:rPr dirty="0" sz="3200" spc="-170"/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70"/>
              <a:t> </a:t>
            </a:r>
            <a:r>
              <a:rPr dirty="0" sz="3200" spc="-1190"/>
              <a:t>한줄씩</a:t>
            </a:r>
            <a:r>
              <a:rPr dirty="0" sz="3200" spc="-170"/>
              <a:t> </a:t>
            </a:r>
            <a:r>
              <a:rPr dirty="0" sz="3200" spc="-1380"/>
              <a:t>설명해주세요</a:t>
            </a:r>
            <a:endParaRPr sz="3200">
              <a:latin typeface="Tw Cen MT"/>
              <a:cs typeface="Tw Cen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669354" y="2025827"/>
            <a:ext cx="1402067" cy="1514043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6928078" y="3130227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685443" y="3130227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6183719" y="2015172"/>
            <a:ext cx="644525" cy="557530"/>
            <a:chOff x="6183719" y="2015172"/>
            <a:chExt cx="644525" cy="557530"/>
          </a:xfrm>
        </p:grpSpPr>
        <p:sp>
          <p:nvSpPr>
            <p:cNvPr id="8" name="object 8"/>
            <p:cNvSpPr/>
            <p:nvPr/>
          </p:nvSpPr>
          <p:spPr>
            <a:xfrm>
              <a:off x="6194374" y="2024303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89" y="0"/>
                  </a:moveTo>
                  <a:lnTo>
                    <a:pt x="261176" y="3518"/>
                  </a:lnTo>
                  <a:lnTo>
                    <a:pt x="212986" y="13708"/>
                  </a:lnTo>
                  <a:lnTo>
                    <a:pt x="168139" y="30022"/>
                  </a:lnTo>
                  <a:lnTo>
                    <a:pt x="127257" y="51910"/>
                  </a:lnTo>
                  <a:lnTo>
                    <a:pt x="90960" y="78825"/>
                  </a:lnTo>
                  <a:lnTo>
                    <a:pt x="59870" y="110219"/>
                  </a:lnTo>
                  <a:lnTo>
                    <a:pt x="34608" y="145542"/>
                  </a:lnTo>
                  <a:lnTo>
                    <a:pt x="15795" y="184247"/>
                  </a:lnTo>
                  <a:lnTo>
                    <a:pt x="4052" y="225785"/>
                  </a:lnTo>
                  <a:lnTo>
                    <a:pt x="0" y="269608"/>
                  </a:lnTo>
                  <a:lnTo>
                    <a:pt x="4052" y="313430"/>
                  </a:lnTo>
                  <a:lnTo>
                    <a:pt x="15795" y="354968"/>
                  </a:lnTo>
                  <a:lnTo>
                    <a:pt x="34608" y="393671"/>
                  </a:lnTo>
                  <a:lnTo>
                    <a:pt x="59870" y="428993"/>
                  </a:lnTo>
                  <a:lnTo>
                    <a:pt x="90960" y="460384"/>
                  </a:lnTo>
                  <a:lnTo>
                    <a:pt x="127257" y="487297"/>
                  </a:lnTo>
                  <a:lnTo>
                    <a:pt x="168139" y="509184"/>
                  </a:lnTo>
                  <a:lnTo>
                    <a:pt x="212986" y="525496"/>
                  </a:lnTo>
                  <a:lnTo>
                    <a:pt x="261176" y="535685"/>
                  </a:lnTo>
                  <a:lnTo>
                    <a:pt x="312089" y="539203"/>
                  </a:lnTo>
                  <a:lnTo>
                    <a:pt x="362629" y="535685"/>
                  </a:lnTo>
                  <a:lnTo>
                    <a:pt x="410602" y="525496"/>
                  </a:lnTo>
                  <a:lnTo>
                    <a:pt x="455359" y="509184"/>
                  </a:lnTo>
                  <a:lnTo>
                    <a:pt x="496254" y="487297"/>
                  </a:lnTo>
                  <a:lnTo>
                    <a:pt x="532636" y="460384"/>
                  </a:lnTo>
                  <a:lnTo>
                    <a:pt x="563857" y="428993"/>
                  </a:lnTo>
                  <a:lnTo>
                    <a:pt x="589270" y="393671"/>
                  </a:lnTo>
                  <a:lnTo>
                    <a:pt x="608224" y="354968"/>
                  </a:lnTo>
                  <a:lnTo>
                    <a:pt x="620073" y="313430"/>
                  </a:lnTo>
                  <a:lnTo>
                    <a:pt x="624166" y="269608"/>
                  </a:lnTo>
                  <a:lnTo>
                    <a:pt x="620073" y="225785"/>
                  </a:lnTo>
                  <a:lnTo>
                    <a:pt x="608224" y="184247"/>
                  </a:lnTo>
                  <a:lnTo>
                    <a:pt x="589270" y="145542"/>
                  </a:lnTo>
                  <a:lnTo>
                    <a:pt x="563857" y="110219"/>
                  </a:lnTo>
                  <a:lnTo>
                    <a:pt x="532636" y="78825"/>
                  </a:lnTo>
                  <a:lnTo>
                    <a:pt x="496254" y="51910"/>
                  </a:lnTo>
                  <a:lnTo>
                    <a:pt x="455359" y="30022"/>
                  </a:lnTo>
                  <a:lnTo>
                    <a:pt x="410602" y="13708"/>
                  </a:lnTo>
                  <a:lnTo>
                    <a:pt x="362629" y="3518"/>
                  </a:lnTo>
                  <a:lnTo>
                    <a:pt x="312089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83719" y="2015172"/>
              <a:ext cx="644525" cy="557530"/>
            </a:xfrm>
            <a:custGeom>
              <a:avLst/>
              <a:gdLst/>
              <a:ahLst/>
              <a:cxnLst/>
              <a:rect l="l" t="t" r="r" b="b"/>
              <a:pathLst>
                <a:path w="644525" h="557530">
                  <a:moveTo>
                    <a:pt x="354711" y="0"/>
                  </a:moveTo>
                  <a:lnTo>
                    <a:pt x="289242" y="0"/>
                  </a:lnTo>
                  <a:lnTo>
                    <a:pt x="274027" y="3048"/>
                  </a:lnTo>
                  <a:lnTo>
                    <a:pt x="257276" y="4559"/>
                  </a:lnTo>
                  <a:lnTo>
                    <a:pt x="211607" y="16751"/>
                  </a:lnTo>
                  <a:lnTo>
                    <a:pt x="168986" y="33502"/>
                  </a:lnTo>
                  <a:lnTo>
                    <a:pt x="117221" y="62445"/>
                  </a:lnTo>
                  <a:lnTo>
                    <a:pt x="74599" y="100520"/>
                  </a:lnTo>
                  <a:lnTo>
                    <a:pt x="47193" y="134035"/>
                  </a:lnTo>
                  <a:lnTo>
                    <a:pt x="25882" y="169075"/>
                  </a:lnTo>
                  <a:lnTo>
                    <a:pt x="10655" y="208673"/>
                  </a:lnTo>
                  <a:lnTo>
                    <a:pt x="1524" y="249796"/>
                  </a:lnTo>
                  <a:lnTo>
                    <a:pt x="1524" y="265023"/>
                  </a:lnTo>
                  <a:lnTo>
                    <a:pt x="0" y="278739"/>
                  </a:lnTo>
                  <a:lnTo>
                    <a:pt x="1524" y="293966"/>
                  </a:lnTo>
                  <a:lnTo>
                    <a:pt x="1524" y="307682"/>
                  </a:lnTo>
                  <a:lnTo>
                    <a:pt x="10655" y="348805"/>
                  </a:lnTo>
                  <a:lnTo>
                    <a:pt x="25882" y="388404"/>
                  </a:lnTo>
                  <a:lnTo>
                    <a:pt x="47193" y="424967"/>
                  </a:lnTo>
                  <a:lnTo>
                    <a:pt x="74599" y="456945"/>
                  </a:lnTo>
                  <a:lnTo>
                    <a:pt x="118745" y="495033"/>
                  </a:lnTo>
                  <a:lnTo>
                    <a:pt x="168986" y="523963"/>
                  </a:lnTo>
                  <a:lnTo>
                    <a:pt x="184200" y="530059"/>
                  </a:lnTo>
                  <a:lnTo>
                    <a:pt x="197904" y="536155"/>
                  </a:lnTo>
                  <a:lnTo>
                    <a:pt x="211607" y="540727"/>
                  </a:lnTo>
                  <a:lnTo>
                    <a:pt x="242049" y="549859"/>
                  </a:lnTo>
                  <a:lnTo>
                    <a:pt x="257276" y="552907"/>
                  </a:lnTo>
                  <a:lnTo>
                    <a:pt x="305993" y="557479"/>
                  </a:lnTo>
                  <a:lnTo>
                    <a:pt x="339483" y="557479"/>
                  </a:lnTo>
                  <a:lnTo>
                    <a:pt x="386676" y="552907"/>
                  </a:lnTo>
                  <a:lnTo>
                    <a:pt x="403428" y="549859"/>
                  </a:lnTo>
                  <a:lnTo>
                    <a:pt x="418642" y="545299"/>
                  </a:lnTo>
                  <a:lnTo>
                    <a:pt x="432346" y="540727"/>
                  </a:lnTo>
                  <a:lnTo>
                    <a:pt x="437421" y="539203"/>
                  </a:lnTo>
                  <a:lnTo>
                    <a:pt x="305993" y="539203"/>
                  </a:lnTo>
                  <a:lnTo>
                    <a:pt x="275551" y="536155"/>
                  </a:lnTo>
                  <a:lnTo>
                    <a:pt x="260324" y="533107"/>
                  </a:lnTo>
                  <a:lnTo>
                    <a:pt x="246621" y="530059"/>
                  </a:lnTo>
                  <a:lnTo>
                    <a:pt x="231394" y="527011"/>
                  </a:lnTo>
                  <a:lnTo>
                    <a:pt x="190296" y="513308"/>
                  </a:lnTo>
                  <a:lnTo>
                    <a:pt x="152234" y="493509"/>
                  </a:lnTo>
                  <a:lnTo>
                    <a:pt x="108089" y="461517"/>
                  </a:lnTo>
                  <a:lnTo>
                    <a:pt x="79171" y="434098"/>
                  </a:lnTo>
                  <a:lnTo>
                    <a:pt x="56324" y="402120"/>
                  </a:lnTo>
                  <a:lnTo>
                    <a:pt x="48717" y="391452"/>
                  </a:lnTo>
                  <a:lnTo>
                    <a:pt x="42633" y="379272"/>
                  </a:lnTo>
                  <a:lnTo>
                    <a:pt x="28930" y="342709"/>
                  </a:lnTo>
                  <a:lnTo>
                    <a:pt x="22834" y="318338"/>
                  </a:lnTo>
                  <a:lnTo>
                    <a:pt x="21323" y="304634"/>
                  </a:lnTo>
                  <a:lnTo>
                    <a:pt x="19799" y="292442"/>
                  </a:lnTo>
                  <a:lnTo>
                    <a:pt x="19799" y="265023"/>
                  </a:lnTo>
                  <a:lnTo>
                    <a:pt x="21323" y="251320"/>
                  </a:lnTo>
                  <a:lnTo>
                    <a:pt x="22834" y="239140"/>
                  </a:lnTo>
                  <a:lnTo>
                    <a:pt x="25882" y="226949"/>
                  </a:lnTo>
                  <a:lnTo>
                    <a:pt x="28930" y="213245"/>
                  </a:lnTo>
                  <a:lnTo>
                    <a:pt x="38061" y="188874"/>
                  </a:lnTo>
                  <a:lnTo>
                    <a:pt x="42633" y="178206"/>
                  </a:lnTo>
                  <a:lnTo>
                    <a:pt x="48717" y="166027"/>
                  </a:lnTo>
                  <a:lnTo>
                    <a:pt x="56324" y="155359"/>
                  </a:lnTo>
                  <a:lnTo>
                    <a:pt x="62420" y="144703"/>
                  </a:lnTo>
                  <a:lnTo>
                    <a:pt x="71551" y="134035"/>
                  </a:lnTo>
                  <a:lnTo>
                    <a:pt x="79171" y="123367"/>
                  </a:lnTo>
                  <a:lnTo>
                    <a:pt x="88303" y="112712"/>
                  </a:lnTo>
                  <a:lnTo>
                    <a:pt x="108089" y="94437"/>
                  </a:lnTo>
                  <a:lnTo>
                    <a:pt x="129400" y="77673"/>
                  </a:lnTo>
                  <a:lnTo>
                    <a:pt x="152234" y="62445"/>
                  </a:lnTo>
                  <a:lnTo>
                    <a:pt x="178117" y="50266"/>
                  </a:lnTo>
                  <a:lnTo>
                    <a:pt x="190296" y="44170"/>
                  </a:lnTo>
                  <a:lnTo>
                    <a:pt x="204000" y="39598"/>
                  </a:lnTo>
                  <a:lnTo>
                    <a:pt x="217703" y="33502"/>
                  </a:lnTo>
                  <a:lnTo>
                    <a:pt x="232918" y="30454"/>
                  </a:lnTo>
                  <a:lnTo>
                    <a:pt x="246621" y="25895"/>
                  </a:lnTo>
                  <a:lnTo>
                    <a:pt x="261848" y="22847"/>
                  </a:lnTo>
                  <a:lnTo>
                    <a:pt x="277063" y="21323"/>
                  </a:lnTo>
                  <a:lnTo>
                    <a:pt x="290766" y="19799"/>
                  </a:lnTo>
                  <a:lnTo>
                    <a:pt x="307517" y="18275"/>
                  </a:lnTo>
                  <a:lnTo>
                    <a:pt x="437424" y="18275"/>
                  </a:lnTo>
                  <a:lnTo>
                    <a:pt x="401904" y="7607"/>
                  </a:lnTo>
                  <a:lnTo>
                    <a:pt x="386676" y="4559"/>
                  </a:lnTo>
                  <a:lnTo>
                    <a:pt x="371449" y="3048"/>
                  </a:lnTo>
                  <a:lnTo>
                    <a:pt x="354711" y="0"/>
                  </a:lnTo>
                  <a:close/>
                </a:path>
                <a:path w="644525" h="557530">
                  <a:moveTo>
                    <a:pt x="437424" y="18275"/>
                  </a:moveTo>
                  <a:lnTo>
                    <a:pt x="337959" y="18275"/>
                  </a:lnTo>
                  <a:lnTo>
                    <a:pt x="368414" y="21323"/>
                  </a:lnTo>
                  <a:lnTo>
                    <a:pt x="383628" y="24371"/>
                  </a:lnTo>
                  <a:lnTo>
                    <a:pt x="398856" y="25895"/>
                  </a:lnTo>
                  <a:lnTo>
                    <a:pt x="412559" y="30454"/>
                  </a:lnTo>
                  <a:lnTo>
                    <a:pt x="427786" y="35026"/>
                  </a:lnTo>
                  <a:lnTo>
                    <a:pt x="467360" y="50266"/>
                  </a:lnTo>
                  <a:lnTo>
                    <a:pt x="516077" y="79197"/>
                  </a:lnTo>
                  <a:lnTo>
                    <a:pt x="557174" y="114236"/>
                  </a:lnTo>
                  <a:lnTo>
                    <a:pt x="589153" y="155359"/>
                  </a:lnTo>
                  <a:lnTo>
                    <a:pt x="607415" y="190398"/>
                  </a:lnTo>
                  <a:lnTo>
                    <a:pt x="622642" y="239140"/>
                  </a:lnTo>
                  <a:lnTo>
                    <a:pt x="624166" y="252844"/>
                  </a:lnTo>
                  <a:lnTo>
                    <a:pt x="625678" y="265023"/>
                  </a:lnTo>
                  <a:lnTo>
                    <a:pt x="625678" y="292442"/>
                  </a:lnTo>
                  <a:lnTo>
                    <a:pt x="624166" y="306158"/>
                  </a:lnTo>
                  <a:lnTo>
                    <a:pt x="621118" y="318338"/>
                  </a:lnTo>
                  <a:lnTo>
                    <a:pt x="619594" y="330530"/>
                  </a:lnTo>
                  <a:lnTo>
                    <a:pt x="616546" y="344233"/>
                  </a:lnTo>
                  <a:lnTo>
                    <a:pt x="607415" y="368604"/>
                  </a:lnTo>
                  <a:lnTo>
                    <a:pt x="601332" y="379272"/>
                  </a:lnTo>
                  <a:lnTo>
                    <a:pt x="595236" y="391452"/>
                  </a:lnTo>
                  <a:lnTo>
                    <a:pt x="589153" y="402120"/>
                  </a:lnTo>
                  <a:lnTo>
                    <a:pt x="573925" y="423443"/>
                  </a:lnTo>
                  <a:lnTo>
                    <a:pt x="564794" y="434098"/>
                  </a:lnTo>
                  <a:lnTo>
                    <a:pt x="557174" y="443242"/>
                  </a:lnTo>
                  <a:lnTo>
                    <a:pt x="516077" y="479793"/>
                  </a:lnTo>
                  <a:lnTo>
                    <a:pt x="467360" y="507212"/>
                  </a:lnTo>
                  <a:lnTo>
                    <a:pt x="398856" y="531583"/>
                  </a:lnTo>
                  <a:lnTo>
                    <a:pt x="383628" y="533107"/>
                  </a:lnTo>
                  <a:lnTo>
                    <a:pt x="368414" y="536155"/>
                  </a:lnTo>
                  <a:lnTo>
                    <a:pt x="337959" y="539203"/>
                  </a:lnTo>
                  <a:lnTo>
                    <a:pt x="437421" y="539203"/>
                  </a:lnTo>
                  <a:lnTo>
                    <a:pt x="447573" y="536155"/>
                  </a:lnTo>
                  <a:lnTo>
                    <a:pt x="461276" y="530059"/>
                  </a:lnTo>
                  <a:lnTo>
                    <a:pt x="476491" y="523963"/>
                  </a:lnTo>
                  <a:lnTo>
                    <a:pt x="526732" y="495033"/>
                  </a:lnTo>
                  <a:lnTo>
                    <a:pt x="570877" y="456945"/>
                  </a:lnTo>
                  <a:lnTo>
                    <a:pt x="598284" y="423443"/>
                  </a:lnTo>
                  <a:lnTo>
                    <a:pt x="611987" y="400596"/>
                  </a:lnTo>
                  <a:lnTo>
                    <a:pt x="619594" y="388404"/>
                  </a:lnTo>
                  <a:lnTo>
                    <a:pt x="624166" y="374700"/>
                  </a:lnTo>
                  <a:lnTo>
                    <a:pt x="630250" y="362508"/>
                  </a:lnTo>
                  <a:lnTo>
                    <a:pt x="634822" y="348805"/>
                  </a:lnTo>
                  <a:lnTo>
                    <a:pt x="640905" y="321386"/>
                  </a:lnTo>
                  <a:lnTo>
                    <a:pt x="642429" y="307682"/>
                  </a:lnTo>
                  <a:lnTo>
                    <a:pt x="643953" y="292442"/>
                  </a:lnTo>
                  <a:lnTo>
                    <a:pt x="643953" y="263499"/>
                  </a:lnTo>
                  <a:lnTo>
                    <a:pt x="634822" y="208673"/>
                  </a:lnTo>
                  <a:lnTo>
                    <a:pt x="605891" y="144703"/>
                  </a:lnTo>
                  <a:lnTo>
                    <a:pt x="596760" y="132511"/>
                  </a:lnTo>
                  <a:lnTo>
                    <a:pt x="589153" y="121856"/>
                  </a:lnTo>
                  <a:lnTo>
                    <a:pt x="549567" y="80721"/>
                  </a:lnTo>
                  <a:lnTo>
                    <a:pt x="500849" y="45694"/>
                  </a:lnTo>
                  <a:lnTo>
                    <a:pt x="461276" y="25895"/>
                  </a:lnTo>
                  <a:lnTo>
                    <a:pt x="447573" y="21323"/>
                  </a:lnTo>
                  <a:lnTo>
                    <a:pt x="437424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/>
          <p:cNvSpPr txBox="1"/>
          <p:nvPr/>
        </p:nvSpPr>
        <p:spPr>
          <a:xfrm>
            <a:off x="6442684" y="2163135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7824799" y="2015172"/>
            <a:ext cx="644525" cy="557530"/>
            <a:chOff x="7824799" y="2015172"/>
            <a:chExt cx="644525" cy="557530"/>
          </a:xfrm>
        </p:grpSpPr>
        <p:sp>
          <p:nvSpPr>
            <p:cNvPr id="12" name="object 12"/>
            <p:cNvSpPr/>
            <p:nvPr/>
          </p:nvSpPr>
          <p:spPr>
            <a:xfrm>
              <a:off x="7833931" y="2024303"/>
              <a:ext cx="626110" cy="539750"/>
            </a:xfrm>
            <a:custGeom>
              <a:avLst/>
              <a:gdLst/>
              <a:ahLst/>
              <a:cxnLst/>
              <a:rect l="l" t="t" r="r" b="b"/>
              <a:pathLst>
                <a:path w="626109" h="539750">
                  <a:moveTo>
                    <a:pt x="312077" y="0"/>
                  </a:moveTo>
                  <a:lnTo>
                    <a:pt x="261537" y="3518"/>
                  </a:lnTo>
                  <a:lnTo>
                    <a:pt x="213564" y="13708"/>
                  </a:lnTo>
                  <a:lnTo>
                    <a:pt x="168806" y="30022"/>
                  </a:lnTo>
                  <a:lnTo>
                    <a:pt x="127912" y="51910"/>
                  </a:lnTo>
                  <a:lnTo>
                    <a:pt x="91530" y="78825"/>
                  </a:lnTo>
                  <a:lnTo>
                    <a:pt x="60308" y="110219"/>
                  </a:lnTo>
                  <a:lnTo>
                    <a:pt x="34896" y="145542"/>
                  </a:lnTo>
                  <a:lnTo>
                    <a:pt x="15941" y="184247"/>
                  </a:lnTo>
                  <a:lnTo>
                    <a:pt x="4093" y="225785"/>
                  </a:lnTo>
                  <a:lnTo>
                    <a:pt x="0" y="269608"/>
                  </a:lnTo>
                  <a:lnTo>
                    <a:pt x="4093" y="313430"/>
                  </a:lnTo>
                  <a:lnTo>
                    <a:pt x="15941" y="354968"/>
                  </a:lnTo>
                  <a:lnTo>
                    <a:pt x="34896" y="393671"/>
                  </a:lnTo>
                  <a:lnTo>
                    <a:pt x="60308" y="428993"/>
                  </a:lnTo>
                  <a:lnTo>
                    <a:pt x="91530" y="460384"/>
                  </a:lnTo>
                  <a:lnTo>
                    <a:pt x="127912" y="487297"/>
                  </a:lnTo>
                  <a:lnTo>
                    <a:pt x="168806" y="509184"/>
                  </a:lnTo>
                  <a:lnTo>
                    <a:pt x="213564" y="525496"/>
                  </a:lnTo>
                  <a:lnTo>
                    <a:pt x="261537" y="535685"/>
                  </a:lnTo>
                  <a:lnTo>
                    <a:pt x="312077" y="539203"/>
                  </a:lnTo>
                  <a:lnTo>
                    <a:pt x="363029" y="535685"/>
                  </a:lnTo>
                  <a:lnTo>
                    <a:pt x="411333" y="525496"/>
                  </a:lnTo>
                  <a:lnTo>
                    <a:pt x="456348" y="509184"/>
                  </a:lnTo>
                  <a:lnTo>
                    <a:pt x="497436" y="487297"/>
                  </a:lnTo>
                  <a:lnTo>
                    <a:pt x="533957" y="460384"/>
                  </a:lnTo>
                  <a:lnTo>
                    <a:pt x="565271" y="428993"/>
                  </a:lnTo>
                  <a:lnTo>
                    <a:pt x="590740" y="393671"/>
                  </a:lnTo>
                  <a:lnTo>
                    <a:pt x="609724" y="354968"/>
                  </a:lnTo>
                  <a:lnTo>
                    <a:pt x="621583" y="313430"/>
                  </a:lnTo>
                  <a:lnTo>
                    <a:pt x="625678" y="269608"/>
                  </a:lnTo>
                  <a:lnTo>
                    <a:pt x="621583" y="225785"/>
                  </a:lnTo>
                  <a:lnTo>
                    <a:pt x="609724" y="184247"/>
                  </a:lnTo>
                  <a:lnTo>
                    <a:pt x="590740" y="145542"/>
                  </a:lnTo>
                  <a:lnTo>
                    <a:pt x="565271" y="110219"/>
                  </a:lnTo>
                  <a:lnTo>
                    <a:pt x="533957" y="78825"/>
                  </a:lnTo>
                  <a:lnTo>
                    <a:pt x="497436" y="51910"/>
                  </a:lnTo>
                  <a:lnTo>
                    <a:pt x="456348" y="30022"/>
                  </a:lnTo>
                  <a:lnTo>
                    <a:pt x="411333" y="13708"/>
                  </a:lnTo>
                  <a:lnTo>
                    <a:pt x="363029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7824799" y="2015172"/>
              <a:ext cx="644525" cy="557530"/>
            </a:xfrm>
            <a:custGeom>
              <a:avLst/>
              <a:gdLst/>
              <a:ahLst/>
              <a:cxnLst/>
              <a:rect l="l" t="t" r="r" b="b"/>
              <a:pathLst>
                <a:path w="644525" h="557530">
                  <a:moveTo>
                    <a:pt x="354698" y="0"/>
                  </a:moveTo>
                  <a:lnTo>
                    <a:pt x="289242" y="0"/>
                  </a:lnTo>
                  <a:lnTo>
                    <a:pt x="272503" y="3048"/>
                  </a:lnTo>
                  <a:lnTo>
                    <a:pt x="257276" y="4559"/>
                  </a:lnTo>
                  <a:lnTo>
                    <a:pt x="196380" y="21323"/>
                  </a:lnTo>
                  <a:lnTo>
                    <a:pt x="141579" y="47218"/>
                  </a:lnTo>
                  <a:lnTo>
                    <a:pt x="94386" y="80721"/>
                  </a:lnTo>
                  <a:lnTo>
                    <a:pt x="54800" y="121856"/>
                  </a:lnTo>
                  <a:lnTo>
                    <a:pt x="47193" y="134035"/>
                  </a:lnTo>
                  <a:lnTo>
                    <a:pt x="38061" y="144703"/>
                  </a:lnTo>
                  <a:lnTo>
                    <a:pt x="25882" y="169075"/>
                  </a:lnTo>
                  <a:lnTo>
                    <a:pt x="19786" y="182778"/>
                  </a:lnTo>
                  <a:lnTo>
                    <a:pt x="13703" y="194957"/>
                  </a:lnTo>
                  <a:lnTo>
                    <a:pt x="9131" y="208673"/>
                  </a:lnTo>
                  <a:lnTo>
                    <a:pt x="3048" y="236092"/>
                  </a:lnTo>
                  <a:lnTo>
                    <a:pt x="1524" y="249796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3048" y="321386"/>
                  </a:lnTo>
                  <a:lnTo>
                    <a:pt x="6083" y="335089"/>
                  </a:lnTo>
                  <a:lnTo>
                    <a:pt x="10655" y="348805"/>
                  </a:lnTo>
                  <a:lnTo>
                    <a:pt x="13703" y="362508"/>
                  </a:lnTo>
                  <a:lnTo>
                    <a:pt x="19786" y="374700"/>
                  </a:lnTo>
                  <a:lnTo>
                    <a:pt x="25882" y="388404"/>
                  </a:lnTo>
                  <a:lnTo>
                    <a:pt x="31965" y="400596"/>
                  </a:lnTo>
                  <a:lnTo>
                    <a:pt x="54800" y="435622"/>
                  </a:lnTo>
                  <a:lnTo>
                    <a:pt x="94386" y="476745"/>
                  </a:lnTo>
                  <a:lnTo>
                    <a:pt x="143103" y="510260"/>
                  </a:lnTo>
                  <a:lnTo>
                    <a:pt x="196380" y="536155"/>
                  </a:lnTo>
                  <a:lnTo>
                    <a:pt x="242049" y="549859"/>
                  </a:lnTo>
                  <a:lnTo>
                    <a:pt x="305993" y="557479"/>
                  </a:lnTo>
                  <a:lnTo>
                    <a:pt x="337959" y="557479"/>
                  </a:lnTo>
                  <a:lnTo>
                    <a:pt x="386676" y="552907"/>
                  </a:lnTo>
                  <a:lnTo>
                    <a:pt x="401891" y="549859"/>
                  </a:lnTo>
                  <a:lnTo>
                    <a:pt x="432346" y="540727"/>
                  </a:lnTo>
                  <a:lnTo>
                    <a:pt x="436913" y="539203"/>
                  </a:lnTo>
                  <a:lnTo>
                    <a:pt x="305993" y="539203"/>
                  </a:lnTo>
                  <a:lnTo>
                    <a:pt x="275539" y="536155"/>
                  </a:lnTo>
                  <a:lnTo>
                    <a:pt x="245097" y="530059"/>
                  </a:lnTo>
                  <a:lnTo>
                    <a:pt x="231394" y="527011"/>
                  </a:lnTo>
                  <a:lnTo>
                    <a:pt x="217690" y="522452"/>
                  </a:lnTo>
                  <a:lnTo>
                    <a:pt x="202476" y="517880"/>
                  </a:lnTo>
                  <a:lnTo>
                    <a:pt x="150710" y="493509"/>
                  </a:lnTo>
                  <a:lnTo>
                    <a:pt x="106565" y="461517"/>
                  </a:lnTo>
                  <a:lnTo>
                    <a:pt x="79159" y="434098"/>
                  </a:lnTo>
                  <a:lnTo>
                    <a:pt x="70027" y="423443"/>
                  </a:lnTo>
                  <a:lnTo>
                    <a:pt x="48717" y="391452"/>
                  </a:lnTo>
                  <a:lnTo>
                    <a:pt x="27406" y="342709"/>
                  </a:lnTo>
                  <a:lnTo>
                    <a:pt x="22834" y="318338"/>
                  </a:lnTo>
                  <a:lnTo>
                    <a:pt x="19786" y="304634"/>
                  </a:lnTo>
                  <a:lnTo>
                    <a:pt x="19786" y="292442"/>
                  </a:lnTo>
                  <a:lnTo>
                    <a:pt x="18262" y="278739"/>
                  </a:lnTo>
                  <a:lnTo>
                    <a:pt x="19786" y="265023"/>
                  </a:lnTo>
                  <a:lnTo>
                    <a:pt x="19786" y="251320"/>
                  </a:lnTo>
                  <a:lnTo>
                    <a:pt x="22834" y="239140"/>
                  </a:lnTo>
                  <a:lnTo>
                    <a:pt x="24358" y="226949"/>
                  </a:lnTo>
                  <a:lnTo>
                    <a:pt x="28930" y="213245"/>
                  </a:lnTo>
                  <a:lnTo>
                    <a:pt x="31965" y="201053"/>
                  </a:lnTo>
                  <a:lnTo>
                    <a:pt x="36537" y="188874"/>
                  </a:lnTo>
                  <a:lnTo>
                    <a:pt x="42621" y="178206"/>
                  </a:lnTo>
                  <a:lnTo>
                    <a:pt x="48717" y="166027"/>
                  </a:lnTo>
                  <a:lnTo>
                    <a:pt x="54800" y="155359"/>
                  </a:lnTo>
                  <a:lnTo>
                    <a:pt x="88290" y="112712"/>
                  </a:lnTo>
                  <a:lnTo>
                    <a:pt x="129400" y="77673"/>
                  </a:lnTo>
                  <a:lnTo>
                    <a:pt x="176593" y="50266"/>
                  </a:lnTo>
                  <a:lnTo>
                    <a:pt x="203987" y="39598"/>
                  </a:lnTo>
                  <a:lnTo>
                    <a:pt x="217690" y="33502"/>
                  </a:lnTo>
                  <a:lnTo>
                    <a:pt x="231394" y="30454"/>
                  </a:lnTo>
                  <a:lnTo>
                    <a:pt x="246621" y="25895"/>
                  </a:lnTo>
                  <a:lnTo>
                    <a:pt x="260324" y="22847"/>
                  </a:lnTo>
                  <a:lnTo>
                    <a:pt x="305993" y="18275"/>
                  </a:lnTo>
                  <a:lnTo>
                    <a:pt x="436913" y="18275"/>
                  </a:lnTo>
                  <a:lnTo>
                    <a:pt x="432346" y="16751"/>
                  </a:lnTo>
                  <a:lnTo>
                    <a:pt x="401891" y="7607"/>
                  </a:lnTo>
                  <a:lnTo>
                    <a:pt x="386676" y="4559"/>
                  </a:lnTo>
                  <a:lnTo>
                    <a:pt x="369925" y="3048"/>
                  </a:lnTo>
                  <a:lnTo>
                    <a:pt x="354698" y="0"/>
                  </a:lnTo>
                  <a:close/>
                </a:path>
                <a:path w="644525" h="557530">
                  <a:moveTo>
                    <a:pt x="436913" y="18275"/>
                  </a:moveTo>
                  <a:lnTo>
                    <a:pt x="337959" y="18275"/>
                  </a:lnTo>
                  <a:lnTo>
                    <a:pt x="368401" y="21323"/>
                  </a:lnTo>
                  <a:lnTo>
                    <a:pt x="383628" y="24371"/>
                  </a:lnTo>
                  <a:lnTo>
                    <a:pt x="453656" y="44170"/>
                  </a:lnTo>
                  <a:lnTo>
                    <a:pt x="491718" y="63969"/>
                  </a:lnTo>
                  <a:lnTo>
                    <a:pt x="537387" y="95961"/>
                  </a:lnTo>
                  <a:lnTo>
                    <a:pt x="564781" y="123367"/>
                  </a:lnTo>
                  <a:lnTo>
                    <a:pt x="589140" y="155359"/>
                  </a:lnTo>
                  <a:lnTo>
                    <a:pt x="615022" y="214769"/>
                  </a:lnTo>
                  <a:lnTo>
                    <a:pt x="622630" y="252844"/>
                  </a:lnTo>
                  <a:lnTo>
                    <a:pt x="624154" y="265023"/>
                  </a:lnTo>
                  <a:lnTo>
                    <a:pt x="624154" y="292442"/>
                  </a:lnTo>
                  <a:lnTo>
                    <a:pt x="622630" y="306158"/>
                  </a:lnTo>
                  <a:lnTo>
                    <a:pt x="621106" y="318338"/>
                  </a:lnTo>
                  <a:lnTo>
                    <a:pt x="618070" y="330530"/>
                  </a:lnTo>
                  <a:lnTo>
                    <a:pt x="615022" y="344233"/>
                  </a:lnTo>
                  <a:lnTo>
                    <a:pt x="605891" y="368604"/>
                  </a:lnTo>
                  <a:lnTo>
                    <a:pt x="601319" y="379272"/>
                  </a:lnTo>
                  <a:lnTo>
                    <a:pt x="595236" y="391452"/>
                  </a:lnTo>
                  <a:lnTo>
                    <a:pt x="587616" y="402120"/>
                  </a:lnTo>
                  <a:lnTo>
                    <a:pt x="581533" y="412775"/>
                  </a:lnTo>
                  <a:lnTo>
                    <a:pt x="535863" y="463041"/>
                  </a:lnTo>
                  <a:lnTo>
                    <a:pt x="491718" y="495033"/>
                  </a:lnTo>
                  <a:lnTo>
                    <a:pt x="465836" y="507212"/>
                  </a:lnTo>
                  <a:lnTo>
                    <a:pt x="453656" y="513308"/>
                  </a:lnTo>
                  <a:lnTo>
                    <a:pt x="412546" y="527011"/>
                  </a:lnTo>
                  <a:lnTo>
                    <a:pt x="397332" y="531583"/>
                  </a:lnTo>
                  <a:lnTo>
                    <a:pt x="383628" y="533107"/>
                  </a:lnTo>
                  <a:lnTo>
                    <a:pt x="368401" y="536155"/>
                  </a:lnTo>
                  <a:lnTo>
                    <a:pt x="336435" y="539203"/>
                  </a:lnTo>
                  <a:lnTo>
                    <a:pt x="436913" y="539203"/>
                  </a:lnTo>
                  <a:lnTo>
                    <a:pt x="474967" y="523963"/>
                  </a:lnTo>
                  <a:lnTo>
                    <a:pt x="526732" y="495033"/>
                  </a:lnTo>
                  <a:lnTo>
                    <a:pt x="580009" y="446290"/>
                  </a:lnTo>
                  <a:lnTo>
                    <a:pt x="596760" y="423443"/>
                  </a:lnTo>
                  <a:lnTo>
                    <a:pt x="604367" y="412775"/>
                  </a:lnTo>
                  <a:lnTo>
                    <a:pt x="624154" y="374700"/>
                  </a:lnTo>
                  <a:lnTo>
                    <a:pt x="637857" y="335089"/>
                  </a:lnTo>
                  <a:lnTo>
                    <a:pt x="639381" y="321386"/>
                  </a:lnTo>
                  <a:lnTo>
                    <a:pt x="642429" y="307682"/>
                  </a:lnTo>
                  <a:lnTo>
                    <a:pt x="643953" y="292442"/>
                  </a:lnTo>
                  <a:lnTo>
                    <a:pt x="643953" y="263499"/>
                  </a:lnTo>
                  <a:lnTo>
                    <a:pt x="633285" y="208673"/>
                  </a:lnTo>
                  <a:lnTo>
                    <a:pt x="611974" y="156883"/>
                  </a:lnTo>
                  <a:lnTo>
                    <a:pt x="569353" y="100520"/>
                  </a:lnTo>
                  <a:lnTo>
                    <a:pt x="525208" y="62445"/>
                  </a:lnTo>
                  <a:lnTo>
                    <a:pt x="474967" y="31978"/>
                  </a:lnTo>
                  <a:lnTo>
                    <a:pt x="446049" y="21323"/>
                  </a:lnTo>
                  <a:lnTo>
                    <a:pt x="436913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/>
          <p:cNvSpPr txBox="1"/>
          <p:nvPr/>
        </p:nvSpPr>
        <p:spPr>
          <a:xfrm>
            <a:off x="8034325" y="2163135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8581402" y="2015172"/>
            <a:ext cx="644525" cy="557530"/>
            <a:chOff x="8581402" y="2015172"/>
            <a:chExt cx="644525" cy="557530"/>
          </a:xfrm>
        </p:grpSpPr>
        <p:sp>
          <p:nvSpPr>
            <p:cNvPr id="16" name="object 16"/>
            <p:cNvSpPr/>
            <p:nvPr/>
          </p:nvSpPr>
          <p:spPr>
            <a:xfrm>
              <a:off x="8592057" y="2024303"/>
              <a:ext cx="624205" cy="539750"/>
            </a:xfrm>
            <a:custGeom>
              <a:avLst/>
              <a:gdLst/>
              <a:ahLst/>
              <a:cxnLst/>
              <a:rect l="l" t="t" r="r" b="b"/>
              <a:pathLst>
                <a:path w="624204" h="539750">
                  <a:moveTo>
                    <a:pt x="312077" y="0"/>
                  </a:moveTo>
                  <a:lnTo>
                    <a:pt x="261167" y="3518"/>
                  </a:lnTo>
                  <a:lnTo>
                    <a:pt x="212979" y="13708"/>
                  </a:lnTo>
                  <a:lnTo>
                    <a:pt x="168134" y="30022"/>
                  </a:lnTo>
                  <a:lnTo>
                    <a:pt x="127254" y="51910"/>
                  </a:lnTo>
                  <a:lnTo>
                    <a:pt x="90958" y="78825"/>
                  </a:lnTo>
                  <a:lnTo>
                    <a:pt x="59870" y="110219"/>
                  </a:lnTo>
                  <a:lnTo>
                    <a:pt x="34608" y="145542"/>
                  </a:lnTo>
                  <a:lnTo>
                    <a:pt x="15795" y="184247"/>
                  </a:lnTo>
                  <a:lnTo>
                    <a:pt x="4052" y="225785"/>
                  </a:lnTo>
                  <a:lnTo>
                    <a:pt x="0" y="269608"/>
                  </a:lnTo>
                  <a:lnTo>
                    <a:pt x="4052" y="313430"/>
                  </a:lnTo>
                  <a:lnTo>
                    <a:pt x="15795" y="354968"/>
                  </a:lnTo>
                  <a:lnTo>
                    <a:pt x="34608" y="393671"/>
                  </a:lnTo>
                  <a:lnTo>
                    <a:pt x="59870" y="428993"/>
                  </a:lnTo>
                  <a:lnTo>
                    <a:pt x="90958" y="460384"/>
                  </a:lnTo>
                  <a:lnTo>
                    <a:pt x="127254" y="487297"/>
                  </a:lnTo>
                  <a:lnTo>
                    <a:pt x="168134" y="509184"/>
                  </a:lnTo>
                  <a:lnTo>
                    <a:pt x="212979" y="525496"/>
                  </a:lnTo>
                  <a:lnTo>
                    <a:pt x="261167" y="535685"/>
                  </a:lnTo>
                  <a:lnTo>
                    <a:pt x="312077" y="539203"/>
                  </a:lnTo>
                  <a:lnTo>
                    <a:pt x="362616" y="535685"/>
                  </a:lnTo>
                  <a:lnTo>
                    <a:pt x="410589" y="525496"/>
                  </a:lnTo>
                  <a:lnTo>
                    <a:pt x="455347" y="509184"/>
                  </a:lnTo>
                  <a:lnTo>
                    <a:pt x="496241" y="487297"/>
                  </a:lnTo>
                  <a:lnTo>
                    <a:pt x="532623" y="460384"/>
                  </a:lnTo>
                  <a:lnTo>
                    <a:pt x="563845" y="428993"/>
                  </a:lnTo>
                  <a:lnTo>
                    <a:pt x="589257" y="393671"/>
                  </a:lnTo>
                  <a:lnTo>
                    <a:pt x="608212" y="354968"/>
                  </a:lnTo>
                  <a:lnTo>
                    <a:pt x="620060" y="313430"/>
                  </a:lnTo>
                  <a:lnTo>
                    <a:pt x="624154" y="269608"/>
                  </a:lnTo>
                  <a:lnTo>
                    <a:pt x="620060" y="225785"/>
                  </a:lnTo>
                  <a:lnTo>
                    <a:pt x="608212" y="184247"/>
                  </a:lnTo>
                  <a:lnTo>
                    <a:pt x="589257" y="145542"/>
                  </a:lnTo>
                  <a:lnTo>
                    <a:pt x="563845" y="110219"/>
                  </a:lnTo>
                  <a:lnTo>
                    <a:pt x="532623" y="78825"/>
                  </a:lnTo>
                  <a:lnTo>
                    <a:pt x="496241" y="51910"/>
                  </a:lnTo>
                  <a:lnTo>
                    <a:pt x="455347" y="30022"/>
                  </a:lnTo>
                  <a:lnTo>
                    <a:pt x="410589" y="13708"/>
                  </a:lnTo>
                  <a:lnTo>
                    <a:pt x="362616" y="3518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/>
            <p:cNvSpPr/>
            <p:nvPr/>
          </p:nvSpPr>
          <p:spPr>
            <a:xfrm>
              <a:off x="8581402" y="2015172"/>
              <a:ext cx="644525" cy="557530"/>
            </a:xfrm>
            <a:custGeom>
              <a:avLst/>
              <a:gdLst/>
              <a:ahLst/>
              <a:cxnLst/>
              <a:rect l="l" t="t" r="r" b="b"/>
              <a:pathLst>
                <a:path w="644525" h="557530">
                  <a:moveTo>
                    <a:pt x="354698" y="0"/>
                  </a:moveTo>
                  <a:lnTo>
                    <a:pt x="289242" y="0"/>
                  </a:lnTo>
                  <a:lnTo>
                    <a:pt x="274015" y="3048"/>
                  </a:lnTo>
                  <a:lnTo>
                    <a:pt x="257276" y="4559"/>
                  </a:lnTo>
                  <a:lnTo>
                    <a:pt x="211607" y="16751"/>
                  </a:lnTo>
                  <a:lnTo>
                    <a:pt x="168973" y="33502"/>
                  </a:lnTo>
                  <a:lnTo>
                    <a:pt x="117221" y="62445"/>
                  </a:lnTo>
                  <a:lnTo>
                    <a:pt x="74587" y="100520"/>
                  </a:lnTo>
                  <a:lnTo>
                    <a:pt x="47193" y="134035"/>
                  </a:lnTo>
                  <a:lnTo>
                    <a:pt x="25882" y="169075"/>
                  </a:lnTo>
                  <a:lnTo>
                    <a:pt x="10655" y="208673"/>
                  </a:lnTo>
                  <a:lnTo>
                    <a:pt x="1524" y="249796"/>
                  </a:lnTo>
                  <a:lnTo>
                    <a:pt x="1524" y="265023"/>
                  </a:lnTo>
                  <a:lnTo>
                    <a:pt x="0" y="278739"/>
                  </a:lnTo>
                  <a:lnTo>
                    <a:pt x="1524" y="293966"/>
                  </a:lnTo>
                  <a:lnTo>
                    <a:pt x="1524" y="307682"/>
                  </a:lnTo>
                  <a:lnTo>
                    <a:pt x="10655" y="348805"/>
                  </a:lnTo>
                  <a:lnTo>
                    <a:pt x="25882" y="388404"/>
                  </a:lnTo>
                  <a:lnTo>
                    <a:pt x="47193" y="424967"/>
                  </a:lnTo>
                  <a:lnTo>
                    <a:pt x="74587" y="456945"/>
                  </a:lnTo>
                  <a:lnTo>
                    <a:pt x="118745" y="495033"/>
                  </a:lnTo>
                  <a:lnTo>
                    <a:pt x="170497" y="523963"/>
                  </a:lnTo>
                  <a:lnTo>
                    <a:pt x="213118" y="540727"/>
                  </a:lnTo>
                  <a:lnTo>
                    <a:pt x="226822" y="545299"/>
                  </a:lnTo>
                  <a:lnTo>
                    <a:pt x="242049" y="549859"/>
                  </a:lnTo>
                  <a:lnTo>
                    <a:pt x="257276" y="552907"/>
                  </a:lnTo>
                  <a:lnTo>
                    <a:pt x="305981" y="557479"/>
                  </a:lnTo>
                  <a:lnTo>
                    <a:pt x="339483" y="557479"/>
                  </a:lnTo>
                  <a:lnTo>
                    <a:pt x="386676" y="552907"/>
                  </a:lnTo>
                  <a:lnTo>
                    <a:pt x="403415" y="549859"/>
                  </a:lnTo>
                  <a:lnTo>
                    <a:pt x="418642" y="545299"/>
                  </a:lnTo>
                  <a:lnTo>
                    <a:pt x="432346" y="540727"/>
                  </a:lnTo>
                  <a:lnTo>
                    <a:pt x="437417" y="539203"/>
                  </a:lnTo>
                  <a:lnTo>
                    <a:pt x="305981" y="539203"/>
                  </a:lnTo>
                  <a:lnTo>
                    <a:pt x="275539" y="536155"/>
                  </a:lnTo>
                  <a:lnTo>
                    <a:pt x="260311" y="533107"/>
                  </a:lnTo>
                  <a:lnTo>
                    <a:pt x="246621" y="530059"/>
                  </a:lnTo>
                  <a:lnTo>
                    <a:pt x="231394" y="527011"/>
                  </a:lnTo>
                  <a:lnTo>
                    <a:pt x="190284" y="513308"/>
                  </a:lnTo>
                  <a:lnTo>
                    <a:pt x="152234" y="493509"/>
                  </a:lnTo>
                  <a:lnTo>
                    <a:pt x="108076" y="461517"/>
                  </a:lnTo>
                  <a:lnTo>
                    <a:pt x="79159" y="434098"/>
                  </a:lnTo>
                  <a:lnTo>
                    <a:pt x="56324" y="402120"/>
                  </a:lnTo>
                  <a:lnTo>
                    <a:pt x="48717" y="391452"/>
                  </a:lnTo>
                  <a:lnTo>
                    <a:pt x="42621" y="379272"/>
                  </a:lnTo>
                  <a:lnTo>
                    <a:pt x="28917" y="342709"/>
                  </a:lnTo>
                  <a:lnTo>
                    <a:pt x="22834" y="318338"/>
                  </a:lnTo>
                  <a:lnTo>
                    <a:pt x="21310" y="304634"/>
                  </a:lnTo>
                  <a:lnTo>
                    <a:pt x="19786" y="292442"/>
                  </a:lnTo>
                  <a:lnTo>
                    <a:pt x="19786" y="265023"/>
                  </a:lnTo>
                  <a:lnTo>
                    <a:pt x="21310" y="251320"/>
                  </a:lnTo>
                  <a:lnTo>
                    <a:pt x="22834" y="239140"/>
                  </a:lnTo>
                  <a:lnTo>
                    <a:pt x="25882" y="226949"/>
                  </a:lnTo>
                  <a:lnTo>
                    <a:pt x="28917" y="213245"/>
                  </a:lnTo>
                  <a:lnTo>
                    <a:pt x="48717" y="166027"/>
                  </a:lnTo>
                  <a:lnTo>
                    <a:pt x="79159" y="123367"/>
                  </a:lnTo>
                  <a:lnTo>
                    <a:pt x="108076" y="94437"/>
                  </a:lnTo>
                  <a:lnTo>
                    <a:pt x="152234" y="62445"/>
                  </a:lnTo>
                  <a:lnTo>
                    <a:pt x="178104" y="50266"/>
                  </a:lnTo>
                  <a:lnTo>
                    <a:pt x="190284" y="44170"/>
                  </a:lnTo>
                  <a:lnTo>
                    <a:pt x="203987" y="39598"/>
                  </a:lnTo>
                  <a:lnTo>
                    <a:pt x="217690" y="33502"/>
                  </a:lnTo>
                  <a:lnTo>
                    <a:pt x="232918" y="30454"/>
                  </a:lnTo>
                  <a:lnTo>
                    <a:pt x="246621" y="25895"/>
                  </a:lnTo>
                  <a:lnTo>
                    <a:pt x="261835" y="22847"/>
                  </a:lnTo>
                  <a:lnTo>
                    <a:pt x="307505" y="18275"/>
                  </a:lnTo>
                  <a:lnTo>
                    <a:pt x="437411" y="18275"/>
                  </a:lnTo>
                  <a:lnTo>
                    <a:pt x="401891" y="7607"/>
                  </a:lnTo>
                  <a:lnTo>
                    <a:pt x="386676" y="4559"/>
                  </a:lnTo>
                  <a:lnTo>
                    <a:pt x="371449" y="3048"/>
                  </a:lnTo>
                  <a:lnTo>
                    <a:pt x="354698" y="0"/>
                  </a:lnTo>
                  <a:close/>
                </a:path>
                <a:path w="644525" h="557530">
                  <a:moveTo>
                    <a:pt x="437411" y="18275"/>
                  </a:moveTo>
                  <a:lnTo>
                    <a:pt x="337959" y="18275"/>
                  </a:lnTo>
                  <a:lnTo>
                    <a:pt x="368401" y="21323"/>
                  </a:lnTo>
                  <a:lnTo>
                    <a:pt x="383628" y="24371"/>
                  </a:lnTo>
                  <a:lnTo>
                    <a:pt x="398843" y="25895"/>
                  </a:lnTo>
                  <a:lnTo>
                    <a:pt x="412546" y="30454"/>
                  </a:lnTo>
                  <a:lnTo>
                    <a:pt x="427774" y="35026"/>
                  </a:lnTo>
                  <a:lnTo>
                    <a:pt x="467359" y="50266"/>
                  </a:lnTo>
                  <a:lnTo>
                    <a:pt x="516064" y="79197"/>
                  </a:lnTo>
                  <a:lnTo>
                    <a:pt x="557174" y="114236"/>
                  </a:lnTo>
                  <a:lnTo>
                    <a:pt x="589140" y="155359"/>
                  </a:lnTo>
                  <a:lnTo>
                    <a:pt x="607415" y="190398"/>
                  </a:lnTo>
                  <a:lnTo>
                    <a:pt x="622630" y="239140"/>
                  </a:lnTo>
                  <a:lnTo>
                    <a:pt x="624154" y="252844"/>
                  </a:lnTo>
                  <a:lnTo>
                    <a:pt x="625678" y="265023"/>
                  </a:lnTo>
                  <a:lnTo>
                    <a:pt x="625678" y="292442"/>
                  </a:lnTo>
                  <a:lnTo>
                    <a:pt x="624154" y="306158"/>
                  </a:lnTo>
                  <a:lnTo>
                    <a:pt x="622630" y="318338"/>
                  </a:lnTo>
                  <a:lnTo>
                    <a:pt x="619582" y="330530"/>
                  </a:lnTo>
                  <a:lnTo>
                    <a:pt x="616546" y="344233"/>
                  </a:lnTo>
                  <a:lnTo>
                    <a:pt x="607415" y="368604"/>
                  </a:lnTo>
                  <a:lnTo>
                    <a:pt x="601319" y="379272"/>
                  </a:lnTo>
                  <a:lnTo>
                    <a:pt x="595236" y="391452"/>
                  </a:lnTo>
                  <a:lnTo>
                    <a:pt x="589140" y="402120"/>
                  </a:lnTo>
                  <a:lnTo>
                    <a:pt x="573912" y="423443"/>
                  </a:lnTo>
                  <a:lnTo>
                    <a:pt x="564781" y="434098"/>
                  </a:lnTo>
                  <a:lnTo>
                    <a:pt x="557174" y="443242"/>
                  </a:lnTo>
                  <a:lnTo>
                    <a:pt x="516064" y="479793"/>
                  </a:lnTo>
                  <a:lnTo>
                    <a:pt x="467359" y="507212"/>
                  </a:lnTo>
                  <a:lnTo>
                    <a:pt x="398843" y="531583"/>
                  </a:lnTo>
                  <a:lnTo>
                    <a:pt x="383628" y="533107"/>
                  </a:lnTo>
                  <a:lnTo>
                    <a:pt x="368401" y="536155"/>
                  </a:lnTo>
                  <a:lnTo>
                    <a:pt x="337959" y="539203"/>
                  </a:lnTo>
                  <a:lnTo>
                    <a:pt x="437417" y="539203"/>
                  </a:lnTo>
                  <a:lnTo>
                    <a:pt x="447560" y="536155"/>
                  </a:lnTo>
                  <a:lnTo>
                    <a:pt x="461263" y="530059"/>
                  </a:lnTo>
                  <a:lnTo>
                    <a:pt x="476491" y="523963"/>
                  </a:lnTo>
                  <a:lnTo>
                    <a:pt x="526719" y="495033"/>
                  </a:lnTo>
                  <a:lnTo>
                    <a:pt x="570877" y="456945"/>
                  </a:lnTo>
                  <a:lnTo>
                    <a:pt x="598271" y="423443"/>
                  </a:lnTo>
                  <a:lnTo>
                    <a:pt x="611974" y="400596"/>
                  </a:lnTo>
                  <a:lnTo>
                    <a:pt x="619582" y="388404"/>
                  </a:lnTo>
                  <a:lnTo>
                    <a:pt x="624154" y="374700"/>
                  </a:lnTo>
                  <a:lnTo>
                    <a:pt x="630250" y="362508"/>
                  </a:lnTo>
                  <a:lnTo>
                    <a:pt x="634809" y="348805"/>
                  </a:lnTo>
                  <a:lnTo>
                    <a:pt x="640905" y="321386"/>
                  </a:lnTo>
                  <a:lnTo>
                    <a:pt x="642416" y="307682"/>
                  </a:lnTo>
                  <a:lnTo>
                    <a:pt x="643940" y="292442"/>
                  </a:lnTo>
                  <a:lnTo>
                    <a:pt x="643940" y="263499"/>
                  </a:lnTo>
                  <a:lnTo>
                    <a:pt x="634809" y="208673"/>
                  </a:lnTo>
                  <a:lnTo>
                    <a:pt x="605891" y="144703"/>
                  </a:lnTo>
                  <a:lnTo>
                    <a:pt x="596747" y="132511"/>
                  </a:lnTo>
                  <a:lnTo>
                    <a:pt x="589140" y="121856"/>
                  </a:lnTo>
                  <a:lnTo>
                    <a:pt x="549554" y="80721"/>
                  </a:lnTo>
                  <a:lnTo>
                    <a:pt x="500849" y="45694"/>
                  </a:lnTo>
                  <a:lnTo>
                    <a:pt x="461263" y="25895"/>
                  </a:lnTo>
                  <a:lnTo>
                    <a:pt x="447560" y="21323"/>
                  </a:lnTo>
                  <a:lnTo>
                    <a:pt x="437411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/>
          <p:cNvSpPr txBox="1"/>
          <p:nvPr/>
        </p:nvSpPr>
        <p:spPr>
          <a:xfrm>
            <a:off x="8791688" y="2163135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7178230" y="2174895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319215" y="3724173"/>
            <a:ext cx="2039924" cy="2569603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7216038" y="5883816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973390" y="5883816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577558" y="4922248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8079028" y="4779746"/>
            <a:ext cx="644525" cy="559435"/>
            <a:chOff x="8079028" y="4779746"/>
            <a:chExt cx="644525" cy="559435"/>
          </a:xfrm>
        </p:grpSpPr>
        <p:sp>
          <p:nvSpPr>
            <p:cNvPr id="25" name="object 25"/>
            <p:cNvSpPr/>
            <p:nvPr/>
          </p:nvSpPr>
          <p:spPr>
            <a:xfrm>
              <a:off x="8088159" y="4788877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09" h="541020">
                  <a:moveTo>
                    <a:pt x="313601" y="0"/>
                  </a:moveTo>
                  <a:lnTo>
                    <a:pt x="262648" y="3559"/>
                  </a:lnTo>
                  <a:lnTo>
                    <a:pt x="214345" y="13855"/>
                  </a:lnTo>
                  <a:lnTo>
                    <a:pt x="169329" y="30310"/>
                  </a:lnTo>
                  <a:lnTo>
                    <a:pt x="128241" y="52349"/>
                  </a:lnTo>
                  <a:lnTo>
                    <a:pt x="91720" y="79397"/>
                  </a:lnTo>
                  <a:lnTo>
                    <a:pt x="60406" y="110877"/>
                  </a:lnTo>
                  <a:lnTo>
                    <a:pt x="34937" y="146214"/>
                  </a:lnTo>
                  <a:lnTo>
                    <a:pt x="15954" y="184832"/>
                  </a:lnTo>
                  <a:lnTo>
                    <a:pt x="4095" y="226155"/>
                  </a:lnTo>
                  <a:lnTo>
                    <a:pt x="0" y="269608"/>
                  </a:lnTo>
                  <a:lnTo>
                    <a:pt x="4095" y="313470"/>
                  </a:lnTo>
                  <a:lnTo>
                    <a:pt x="15954" y="355121"/>
                  </a:lnTo>
                  <a:lnTo>
                    <a:pt x="34937" y="393995"/>
                  </a:lnTo>
                  <a:lnTo>
                    <a:pt x="60406" y="429524"/>
                  </a:lnTo>
                  <a:lnTo>
                    <a:pt x="91720" y="461141"/>
                  </a:lnTo>
                  <a:lnTo>
                    <a:pt x="128241" y="488281"/>
                  </a:lnTo>
                  <a:lnTo>
                    <a:pt x="169329" y="510376"/>
                  </a:lnTo>
                  <a:lnTo>
                    <a:pt x="214345" y="526860"/>
                  </a:lnTo>
                  <a:lnTo>
                    <a:pt x="262648" y="537166"/>
                  </a:lnTo>
                  <a:lnTo>
                    <a:pt x="313601" y="540727"/>
                  </a:lnTo>
                  <a:lnTo>
                    <a:pt x="364140" y="537166"/>
                  </a:lnTo>
                  <a:lnTo>
                    <a:pt x="412113" y="526860"/>
                  </a:lnTo>
                  <a:lnTo>
                    <a:pt x="456871" y="510376"/>
                  </a:lnTo>
                  <a:lnTo>
                    <a:pt x="497765" y="488281"/>
                  </a:lnTo>
                  <a:lnTo>
                    <a:pt x="534147" y="461141"/>
                  </a:lnTo>
                  <a:lnTo>
                    <a:pt x="565369" y="429524"/>
                  </a:lnTo>
                  <a:lnTo>
                    <a:pt x="590781" y="393995"/>
                  </a:lnTo>
                  <a:lnTo>
                    <a:pt x="609736" y="355121"/>
                  </a:lnTo>
                  <a:lnTo>
                    <a:pt x="621584" y="313470"/>
                  </a:lnTo>
                  <a:lnTo>
                    <a:pt x="625678" y="269608"/>
                  </a:lnTo>
                  <a:lnTo>
                    <a:pt x="621584" y="226155"/>
                  </a:lnTo>
                  <a:lnTo>
                    <a:pt x="609736" y="184832"/>
                  </a:lnTo>
                  <a:lnTo>
                    <a:pt x="590781" y="146214"/>
                  </a:lnTo>
                  <a:lnTo>
                    <a:pt x="565369" y="110877"/>
                  </a:lnTo>
                  <a:lnTo>
                    <a:pt x="534147" y="79397"/>
                  </a:lnTo>
                  <a:lnTo>
                    <a:pt x="497765" y="52349"/>
                  </a:lnTo>
                  <a:lnTo>
                    <a:pt x="456871" y="30310"/>
                  </a:lnTo>
                  <a:lnTo>
                    <a:pt x="412113" y="13855"/>
                  </a:lnTo>
                  <a:lnTo>
                    <a:pt x="364140" y="3559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8079028" y="4779746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93" y="0"/>
                  </a:lnTo>
                  <a:lnTo>
                    <a:pt x="272503" y="3035"/>
                  </a:lnTo>
                  <a:lnTo>
                    <a:pt x="226834" y="12179"/>
                  </a:lnTo>
                  <a:lnTo>
                    <a:pt x="168986" y="33502"/>
                  </a:lnTo>
                  <a:lnTo>
                    <a:pt x="117221" y="63969"/>
                  </a:lnTo>
                  <a:lnTo>
                    <a:pt x="74599" y="102044"/>
                  </a:lnTo>
                  <a:lnTo>
                    <a:pt x="63944" y="111188"/>
                  </a:lnTo>
                  <a:lnTo>
                    <a:pt x="31965" y="158407"/>
                  </a:lnTo>
                  <a:lnTo>
                    <a:pt x="10655" y="210197"/>
                  </a:lnTo>
                  <a:lnTo>
                    <a:pt x="6096" y="222376"/>
                  </a:lnTo>
                  <a:lnTo>
                    <a:pt x="3048" y="237617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1524" y="309194"/>
                  </a:lnTo>
                  <a:lnTo>
                    <a:pt x="4572" y="322910"/>
                  </a:lnTo>
                  <a:lnTo>
                    <a:pt x="6096" y="336613"/>
                  </a:lnTo>
                  <a:lnTo>
                    <a:pt x="10655" y="350329"/>
                  </a:lnTo>
                  <a:lnTo>
                    <a:pt x="15227" y="362508"/>
                  </a:lnTo>
                  <a:lnTo>
                    <a:pt x="19786" y="376224"/>
                  </a:lnTo>
                  <a:lnTo>
                    <a:pt x="31965" y="400596"/>
                  </a:lnTo>
                  <a:lnTo>
                    <a:pt x="47193" y="424967"/>
                  </a:lnTo>
                  <a:lnTo>
                    <a:pt x="56324" y="437146"/>
                  </a:lnTo>
                  <a:lnTo>
                    <a:pt x="63944" y="447814"/>
                  </a:lnTo>
                  <a:lnTo>
                    <a:pt x="95910" y="478269"/>
                  </a:lnTo>
                  <a:lnTo>
                    <a:pt x="143103" y="511784"/>
                  </a:lnTo>
                  <a:lnTo>
                    <a:pt x="182676" y="531583"/>
                  </a:lnTo>
                  <a:lnTo>
                    <a:pt x="226834" y="546811"/>
                  </a:lnTo>
                  <a:lnTo>
                    <a:pt x="274015" y="555955"/>
                  </a:lnTo>
                  <a:lnTo>
                    <a:pt x="305993" y="559003"/>
                  </a:lnTo>
                  <a:lnTo>
                    <a:pt x="337959" y="559003"/>
                  </a:lnTo>
                  <a:lnTo>
                    <a:pt x="371449" y="555955"/>
                  </a:lnTo>
                  <a:lnTo>
                    <a:pt x="417118" y="546811"/>
                  </a:lnTo>
                  <a:lnTo>
                    <a:pt x="442479" y="539203"/>
                  </a:lnTo>
                  <a:lnTo>
                    <a:pt x="305993" y="539203"/>
                  </a:lnTo>
                  <a:lnTo>
                    <a:pt x="260324" y="534631"/>
                  </a:lnTo>
                  <a:lnTo>
                    <a:pt x="245097" y="531583"/>
                  </a:lnTo>
                  <a:lnTo>
                    <a:pt x="231394" y="528535"/>
                  </a:lnTo>
                  <a:lnTo>
                    <a:pt x="203987" y="519404"/>
                  </a:lnTo>
                  <a:lnTo>
                    <a:pt x="190296" y="513308"/>
                  </a:lnTo>
                  <a:lnTo>
                    <a:pt x="176593" y="508736"/>
                  </a:lnTo>
                  <a:lnTo>
                    <a:pt x="127876" y="479793"/>
                  </a:lnTo>
                  <a:lnTo>
                    <a:pt x="86779" y="444766"/>
                  </a:lnTo>
                  <a:lnTo>
                    <a:pt x="79159" y="434098"/>
                  </a:lnTo>
                  <a:lnTo>
                    <a:pt x="70027" y="424967"/>
                  </a:lnTo>
                  <a:lnTo>
                    <a:pt x="42621" y="380784"/>
                  </a:lnTo>
                  <a:lnTo>
                    <a:pt x="25882" y="332054"/>
                  </a:lnTo>
                  <a:lnTo>
                    <a:pt x="19786" y="292442"/>
                  </a:lnTo>
                  <a:lnTo>
                    <a:pt x="19786" y="266547"/>
                  </a:lnTo>
                  <a:lnTo>
                    <a:pt x="22834" y="239128"/>
                  </a:lnTo>
                  <a:lnTo>
                    <a:pt x="31965" y="202577"/>
                  </a:lnTo>
                  <a:lnTo>
                    <a:pt x="38061" y="190398"/>
                  </a:lnTo>
                  <a:lnTo>
                    <a:pt x="42621" y="178206"/>
                  </a:lnTo>
                  <a:lnTo>
                    <a:pt x="48717" y="167538"/>
                  </a:lnTo>
                  <a:lnTo>
                    <a:pt x="54800" y="155359"/>
                  </a:lnTo>
                  <a:lnTo>
                    <a:pt x="70027" y="134035"/>
                  </a:lnTo>
                  <a:lnTo>
                    <a:pt x="108089" y="95961"/>
                  </a:lnTo>
                  <a:lnTo>
                    <a:pt x="152234" y="63969"/>
                  </a:lnTo>
                  <a:lnTo>
                    <a:pt x="190296" y="44170"/>
                  </a:lnTo>
                  <a:lnTo>
                    <a:pt x="231394" y="30454"/>
                  </a:lnTo>
                  <a:lnTo>
                    <a:pt x="246621" y="27406"/>
                  </a:lnTo>
                  <a:lnTo>
                    <a:pt x="260324" y="24371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441481" y="19799"/>
                  </a:lnTo>
                  <a:lnTo>
                    <a:pt x="432346" y="16751"/>
                  </a:lnTo>
                  <a:lnTo>
                    <a:pt x="417118" y="12179"/>
                  </a:lnTo>
                  <a:lnTo>
                    <a:pt x="386676" y="6083"/>
                  </a:lnTo>
                  <a:lnTo>
                    <a:pt x="369925" y="3035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1481" y="19799"/>
                  </a:moveTo>
                  <a:lnTo>
                    <a:pt x="353186" y="19799"/>
                  </a:lnTo>
                  <a:lnTo>
                    <a:pt x="368401" y="22847"/>
                  </a:lnTo>
                  <a:lnTo>
                    <a:pt x="383628" y="24371"/>
                  </a:lnTo>
                  <a:lnTo>
                    <a:pt x="398856" y="27406"/>
                  </a:lnTo>
                  <a:lnTo>
                    <a:pt x="412559" y="30454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7359" y="50253"/>
                  </a:lnTo>
                  <a:lnTo>
                    <a:pt x="516077" y="79197"/>
                  </a:lnTo>
                  <a:lnTo>
                    <a:pt x="557174" y="114236"/>
                  </a:lnTo>
                  <a:lnTo>
                    <a:pt x="564781" y="124891"/>
                  </a:lnTo>
                  <a:lnTo>
                    <a:pt x="573925" y="134035"/>
                  </a:lnTo>
                  <a:lnTo>
                    <a:pt x="589140" y="155359"/>
                  </a:lnTo>
                  <a:lnTo>
                    <a:pt x="595236" y="167538"/>
                  </a:lnTo>
                  <a:lnTo>
                    <a:pt x="601319" y="178206"/>
                  </a:lnTo>
                  <a:lnTo>
                    <a:pt x="607415" y="190398"/>
                  </a:lnTo>
                  <a:lnTo>
                    <a:pt x="611974" y="202577"/>
                  </a:lnTo>
                  <a:lnTo>
                    <a:pt x="615022" y="214756"/>
                  </a:lnTo>
                  <a:lnTo>
                    <a:pt x="619594" y="226949"/>
                  </a:lnTo>
                  <a:lnTo>
                    <a:pt x="621118" y="240652"/>
                  </a:lnTo>
                  <a:lnTo>
                    <a:pt x="624154" y="252844"/>
                  </a:lnTo>
                  <a:lnTo>
                    <a:pt x="624154" y="266547"/>
                  </a:lnTo>
                  <a:lnTo>
                    <a:pt x="625678" y="280263"/>
                  </a:lnTo>
                  <a:lnTo>
                    <a:pt x="624154" y="292442"/>
                  </a:lnTo>
                  <a:lnTo>
                    <a:pt x="621118" y="319862"/>
                  </a:lnTo>
                  <a:lnTo>
                    <a:pt x="611974" y="356425"/>
                  </a:lnTo>
                  <a:lnTo>
                    <a:pt x="607415" y="368604"/>
                  </a:lnTo>
                  <a:lnTo>
                    <a:pt x="601319" y="380784"/>
                  </a:lnTo>
                  <a:lnTo>
                    <a:pt x="595236" y="391452"/>
                  </a:lnTo>
                  <a:lnTo>
                    <a:pt x="589140" y="403644"/>
                  </a:lnTo>
                  <a:lnTo>
                    <a:pt x="564781" y="435622"/>
                  </a:lnTo>
                  <a:lnTo>
                    <a:pt x="535863" y="463042"/>
                  </a:lnTo>
                  <a:lnTo>
                    <a:pt x="491718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59" y="528535"/>
                  </a:lnTo>
                  <a:lnTo>
                    <a:pt x="397332" y="531583"/>
                  </a:lnTo>
                  <a:lnTo>
                    <a:pt x="383628" y="534631"/>
                  </a:lnTo>
                  <a:lnTo>
                    <a:pt x="368401" y="536155"/>
                  </a:lnTo>
                  <a:lnTo>
                    <a:pt x="353186" y="539203"/>
                  </a:lnTo>
                  <a:lnTo>
                    <a:pt x="442479" y="539203"/>
                  </a:lnTo>
                  <a:lnTo>
                    <a:pt x="502373" y="511784"/>
                  </a:lnTo>
                  <a:lnTo>
                    <a:pt x="549567" y="476745"/>
                  </a:lnTo>
                  <a:lnTo>
                    <a:pt x="589140" y="435622"/>
                  </a:lnTo>
                  <a:lnTo>
                    <a:pt x="611974" y="400596"/>
                  </a:lnTo>
                  <a:lnTo>
                    <a:pt x="637857" y="335089"/>
                  </a:lnTo>
                  <a:lnTo>
                    <a:pt x="643953" y="293966"/>
                  </a:lnTo>
                  <a:lnTo>
                    <a:pt x="643953" y="265023"/>
                  </a:lnTo>
                  <a:lnTo>
                    <a:pt x="637857" y="222376"/>
                  </a:lnTo>
                  <a:lnTo>
                    <a:pt x="628726" y="196481"/>
                  </a:lnTo>
                  <a:lnTo>
                    <a:pt x="624154" y="182778"/>
                  </a:lnTo>
                  <a:lnTo>
                    <a:pt x="618070" y="170586"/>
                  </a:lnTo>
                  <a:lnTo>
                    <a:pt x="611974" y="156883"/>
                  </a:lnTo>
                  <a:lnTo>
                    <a:pt x="604367" y="146215"/>
                  </a:lnTo>
                  <a:lnTo>
                    <a:pt x="580008" y="111188"/>
                  </a:lnTo>
                  <a:lnTo>
                    <a:pt x="549567" y="80721"/>
                  </a:lnTo>
                  <a:lnTo>
                    <a:pt x="500849" y="47218"/>
                  </a:lnTo>
                  <a:lnTo>
                    <a:pt x="461264" y="27406"/>
                  </a:lnTo>
                  <a:lnTo>
                    <a:pt x="446049" y="21323"/>
                  </a:lnTo>
                  <a:lnTo>
                    <a:pt x="441481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8288858" y="492848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8837155" y="4779746"/>
            <a:ext cx="644525" cy="559435"/>
            <a:chOff x="8837155" y="4779746"/>
            <a:chExt cx="644525" cy="559435"/>
          </a:xfrm>
        </p:grpSpPr>
        <p:sp>
          <p:nvSpPr>
            <p:cNvPr id="29" name="object 29"/>
            <p:cNvSpPr/>
            <p:nvPr/>
          </p:nvSpPr>
          <p:spPr>
            <a:xfrm>
              <a:off x="8846286" y="4788877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537" y="3559"/>
                  </a:lnTo>
                  <a:lnTo>
                    <a:pt x="213564" y="13855"/>
                  </a:lnTo>
                  <a:lnTo>
                    <a:pt x="168806" y="30310"/>
                  </a:lnTo>
                  <a:lnTo>
                    <a:pt x="127912" y="52349"/>
                  </a:lnTo>
                  <a:lnTo>
                    <a:pt x="91530" y="79397"/>
                  </a:lnTo>
                  <a:lnTo>
                    <a:pt x="60308" y="110877"/>
                  </a:lnTo>
                  <a:lnTo>
                    <a:pt x="34896" y="146214"/>
                  </a:lnTo>
                  <a:lnTo>
                    <a:pt x="15941" y="184832"/>
                  </a:lnTo>
                  <a:lnTo>
                    <a:pt x="4093" y="226155"/>
                  </a:lnTo>
                  <a:lnTo>
                    <a:pt x="0" y="269608"/>
                  </a:lnTo>
                  <a:lnTo>
                    <a:pt x="4093" y="313470"/>
                  </a:lnTo>
                  <a:lnTo>
                    <a:pt x="15941" y="355121"/>
                  </a:lnTo>
                  <a:lnTo>
                    <a:pt x="34896" y="393995"/>
                  </a:lnTo>
                  <a:lnTo>
                    <a:pt x="60308" y="429524"/>
                  </a:lnTo>
                  <a:lnTo>
                    <a:pt x="91530" y="461141"/>
                  </a:lnTo>
                  <a:lnTo>
                    <a:pt x="127912" y="488281"/>
                  </a:lnTo>
                  <a:lnTo>
                    <a:pt x="168806" y="510376"/>
                  </a:lnTo>
                  <a:lnTo>
                    <a:pt x="213564" y="526860"/>
                  </a:lnTo>
                  <a:lnTo>
                    <a:pt x="261537" y="537166"/>
                  </a:lnTo>
                  <a:lnTo>
                    <a:pt x="312077" y="540727"/>
                  </a:lnTo>
                  <a:lnTo>
                    <a:pt x="362616" y="537166"/>
                  </a:lnTo>
                  <a:lnTo>
                    <a:pt x="410589" y="526860"/>
                  </a:lnTo>
                  <a:lnTo>
                    <a:pt x="455347" y="510376"/>
                  </a:lnTo>
                  <a:lnTo>
                    <a:pt x="496241" y="488281"/>
                  </a:lnTo>
                  <a:lnTo>
                    <a:pt x="532623" y="461141"/>
                  </a:lnTo>
                  <a:lnTo>
                    <a:pt x="563845" y="429524"/>
                  </a:lnTo>
                  <a:lnTo>
                    <a:pt x="589257" y="393995"/>
                  </a:lnTo>
                  <a:lnTo>
                    <a:pt x="608212" y="355121"/>
                  </a:lnTo>
                  <a:lnTo>
                    <a:pt x="620060" y="313470"/>
                  </a:lnTo>
                  <a:lnTo>
                    <a:pt x="624154" y="269608"/>
                  </a:lnTo>
                  <a:lnTo>
                    <a:pt x="620060" y="226155"/>
                  </a:lnTo>
                  <a:lnTo>
                    <a:pt x="608212" y="184832"/>
                  </a:lnTo>
                  <a:lnTo>
                    <a:pt x="589257" y="146214"/>
                  </a:lnTo>
                  <a:lnTo>
                    <a:pt x="563845" y="110877"/>
                  </a:lnTo>
                  <a:lnTo>
                    <a:pt x="532623" y="79397"/>
                  </a:lnTo>
                  <a:lnTo>
                    <a:pt x="496241" y="52349"/>
                  </a:lnTo>
                  <a:lnTo>
                    <a:pt x="455347" y="30310"/>
                  </a:lnTo>
                  <a:lnTo>
                    <a:pt x="410589" y="13855"/>
                  </a:lnTo>
                  <a:lnTo>
                    <a:pt x="362616" y="3559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8837155" y="4779746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491" y="3035"/>
                  </a:lnTo>
                  <a:lnTo>
                    <a:pt x="225297" y="12179"/>
                  </a:lnTo>
                  <a:lnTo>
                    <a:pt x="182676" y="27406"/>
                  </a:lnTo>
                  <a:lnTo>
                    <a:pt x="167449" y="33502"/>
                  </a:lnTo>
                  <a:lnTo>
                    <a:pt x="117220" y="63969"/>
                  </a:lnTo>
                  <a:lnTo>
                    <a:pt x="73063" y="102044"/>
                  </a:lnTo>
                  <a:lnTo>
                    <a:pt x="54800" y="123367"/>
                  </a:lnTo>
                  <a:lnTo>
                    <a:pt x="45669" y="134035"/>
                  </a:lnTo>
                  <a:lnTo>
                    <a:pt x="18262" y="182778"/>
                  </a:lnTo>
                  <a:lnTo>
                    <a:pt x="6083" y="222376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9131" y="350329"/>
                  </a:lnTo>
                  <a:lnTo>
                    <a:pt x="19786" y="376224"/>
                  </a:lnTo>
                  <a:lnTo>
                    <a:pt x="24358" y="388404"/>
                  </a:lnTo>
                  <a:lnTo>
                    <a:pt x="31965" y="400596"/>
                  </a:lnTo>
                  <a:lnTo>
                    <a:pt x="38061" y="412775"/>
                  </a:lnTo>
                  <a:lnTo>
                    <a:pt x="45669" y="424967"/>
                  </a:lnTo>
                  <a:lnTo>
                    <a:pt x="73063" y="458469"/>
                  </a:lnTo>
                  <a:lnTo>
                    <a:pt x="117220" y="495033"/>
                  </a:lnTo>
                  <a:lnTo>
                    <a:pt x="168973" y="525487"/>
                  </a:lnTo>
                  <a:lnTo>
                    <a:pt x="226821" y="546811"/>
                  </a:lnTo>
                  <a:lnTo>
                    <a:pt x="272491" y="555955"/>
                  </a:lnTo>
                  <a:lnTo>
                    <a:pt x="304469" y="559003"/>
                  </a:lnTo>
                  <a:lnTo>
                    <a:pt x="337959" y="559003"/>
                  </a:lnTo>
                  <a:lnTo>
                    <a:pt x="386664" y="552907"/>
                  </a:lnTo>
                  <a:lnTo>
                    <a:pt x="432346" y="542251"/>
                  </a:lnTo>
                  <a:lnTo>
                    <a:pt x="441473" y="539203"/>
                  </a:lnTo>
                  <a:lnTo>
                    <a:pt x="305981" y="539203"/>
                  </a:lnTo>
                  <a:lnTo>
                    <a:pt x="274015" y="536155"/>
                  </a:lnTo>
                  <a:lnTo>
                    <a:pt x="260311" y="534631"/>
                  </a:lnTo>
                  <a:lnTo>
                    <a:pt x="229869" y="528535"/>
                  </a:lnTo>
                  <a:lnTo>
                    <a:pt x="202463" y="519404"/>
                  </a:lnTo>
                  <a:lnTo>
                    <a:pt x="188772" y="513308"/>
                  </a:lnTo>
                  <a:lnTo>
                    <a:pt x="176593" y="508736"/>
                  </a:lnTo>
                  <a:lnTo>
                    <a:pt x="127876" y="479793"/>
                  </a:lnTo>
                  <a:lnTo>
                    <a:pt x="86766" y="444766"/>
                  </a:lnTo>
                  <a:lnTo>
                    <a:pt x="70027" y="424967"/>
                  </a:lnTo>
                  <a:lnTo>
                    <a:pt x="60896" y="414299"/>
                  </a:lnTo>
                  <a:lnTo>
                    <a:pt x="54800" y="402120"/>
                  </a:lnTo>
                  <a:lnTo>
                    <a:pt x="47193" y="391452"/>
                  </a:lnTo>
                  <a:lnTo>
                    <a:pt x="41097" y="380784"/>
                  </a:lnTo>
                  <a:lnTo>
                    <a:pt x="27393" y="344233"/>
                  </a:lnTo>
                  <a:lnTo>
                    <a:pt x="19786" y="306158"/>
                  </a:lnTo>
                  <a:lnTo>
                    <a:pt x="18262" y="292442"/>
                  </a:lnTo>
                  <a:lnTo>
                    <a:pt x="18262" y="266547"/>
                  </a:lnTo>
                  <a:lnTo>
                    <a:pt x="27393" y="214756"/>
                  </a:lnTo>
                  <a:lnTo>
                    <a:pt x="42621" y="178206"/>
                  </a:lnTo>
                  <a:lnTo>
                    <a:pt x="48717" y="167538"/>
                  </a:lnTo>
                  <a:lnTo>
                    <a:pt x="54800" y="155359"/>
                  </a:lnTo>
                  <a:lnTo>
                    <a:pt x="77635" y="123367"/>
                  </a:lnTo>
                  <a:lnTo>
                    <a:pt x="106565" y="95961"/>
                  </a:lnTo>
                  <a:lnTo>
                    <a:pt x="152234" y="63969"/>
                  </a:lnTo>
                  <a:lnTo>
                    <a:pt x="190284" y="44170"/>
                  </a:lnTo>
                  <a:lnTo>
                    <a:pt x="231393" y="30454"/>
                  </a:lnTo>
                  <a:lnTo>
                    <a:pt x="275539" y="21323"/>
                  </a:lnTo>
                  <a:lnTo>
                    <a:pt x="290766" y="19799"/>
                  </a:lnTo>
                  <a:lnTo>
                    <a:pt x="440965" y="19799"/>
                  </a:lnTo>
                  <a:lnTo>
                    <a:pt x="430822" y="16751"/>
                  </a:lnTo>
                  <a:lnTo>
                    <a:pt x="417118" y="12179"/>
                  </a:lnTo>
                  <a:lnTo>
                    <a:pt x="401891" y="9131"/>
                  </a:lnTo>
                  <a:lnTo>
                    <a:pt x="385152" y="6083"/>
                  </a:lnTo>
                  <a:lnTo>
                    <a:pt x="369925" y="3035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0965" y="19799"/>
                  </a:moveTo>
                  <a:lnTo>
                    <a:pt x="353174" y="19799"/>
                  </a:lnTo>
                  <a:lnTo>
                    <a:pt x="368401" y="22847"/>
                  </a:lnTo>
                  <a:lnTo>
                    <a:pt x="382104" y="24371"/>
                  </a:lnTo>
                  <a:lnTo>
                    <a:pt x="412546" y="30454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5835" y="50253"/>
                  </a:lnTo>
                  <a:lnTo>
                    <a:pt x="514540" y="79197"/>
                  </a:lnTo>
                  <a:lnTo>
                    <a:pt x="555650" y="114236"/>
                  </a:lnTo>
                  <a:lnTo>
                    <a:pt x="572388" y="134035"/>
                  </a:lnTo>
                  <a:lnTo>
                    <a:pt x="581532" y="144691"/>
                  </a:lnTo>
                  <a:lnTo>
                    <a:pt x="587616" y="155359"/>
                  </a:lnTo>
                  <a:lnTo>
                    <a:pt x="595236" y="167538"/>
                  </a:lnTo>
                  <a:lnTo>
                    <a:pt x="601319" y="178206"/>
                  </a:lnTo>
                  <a:lnTo>
                    <a:pt x="615022" y="214756"/>
                  </a:lnTo>
                  <a:lnTo>
                    <a:pt x="622630" y="252844"/>
                  </a:lnTo>
                  <a:lnTo>
                    <a:pt x="624154" y="266547"/>
                  </a:lnTo>
                  <a:lnTo>
                    <a:pt x="624154" y="292442"/>
                  </a:lnTo>
                  <a:lnTo>
                    <a:pt x="615022" y="344233"/>
                  </a:lnTo>
                  <a:lnTo>
                    <a:pt x="599795" y="380784"/>
                  </a:lnTo>
                  <a:lnTo>
                    <a:pt x="593712" y="391452"/>
                  </a:lnTo>
                  <a:lnTo>
                    <a:pt x="587616" y="403644"/>
                  </a:lnTo>
                  <a:lnTo>
                    <a:pt x="564781" y="435622"/>
                  </a:lnTo>
                  <a:lnTo>
                    <a:pt x="535863" y="463042"/>
                  </a:lnTo>
                  <a:lnTo>
                    <a:pt x="490194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397332" y="531583"/>
                  </a:lnTo>
                  <a:lnTo>
                    <a:pt x="366877" y="536155"/>
                  </a:lnTo>
                  <a:lnTo>
                    <a:pt x="351662" y="539203"/>
                  </a:lnTo>
                  <a:lnTo>
                    <a:pt x="441473" y="539203"/>
                  </a:lnTo>
                  <a:lnTo>
                    <a:pt x="446036" y="537679"/>
                  </a:lnTo>
                  <a:lnTo>
                    <a:pt x="500849" y="511784"/>
                  </a:lnTo>
                  <a:lnTo>
                    <a:pt x="548043" y="476745"/>
                  </a:lnTo>
                  <a:lnTo>
                    <a:pt x="596747" y="424967"/>
                  </a:lnTo>
                  <a:lnTo>
                    <a:pt x="624154" y="376224"/>
                  </a:lnTo>
                  <a:lnTo>
                    <a:pt x="639381" y="321386"/>
                  </a:lnTo>
                  <a:lnTo>
                    <a:pt x="643940" y="278739"/>
                  </a:lnTo>
                  <a:lnTo>
                    <a:pt x="642416" y="265023"/>
                  </a:lnTo>
                  <a:lnTo>
                    <a:pt x="640905" y="249796"/>
                  </a:lnTo>
                  <a:lnTo>
                    <a:pt x="639381" y="236093"/>
                  </a:lnTo>
                  <a:lnTo>
                    <a:pt x="633285" y="208673"/>
                  </a:lnTo>
                  <a:lnTo>
                    <a:pt x="628726" y="196481"/>
                  </a:lnTo>
                  <a:lnTo>
                    <a:pt x="624154" y="182778"/>
                  </a:lnTo>
                  <a:lnTo>
                    <a:pt x="604367" y="146215"/>
                  </a:lnTo>
                  <a:lnTo>
                    <a:pt x="569353" y="100520"/>
                  </a:lnTo>
                  <a:lnTo>
                    <a:pt x="525208" y="63969"/>
                  </a:lnTo>
                  <a:lnTo>
                    <a:pt x="473443" y="33502"/>
                  </a:lnTo>
                  <a:lnTo>
                    <a:pt x="446036" y="21323"/>
                  </a:lnTo>
                  <a:lnTo>
                    <a:pt x="440965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1" name="object 31"/>
          <p:cNvSpPr txBox="1"/>
          <p:nvPr/>
        </p:nvSpPr>
        <p:spPr>
          <a:xfrm>
            <a:off x="9046209" y="492848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466190" y="492848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792036" y="3872402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pic>
        <p:nvPicPr>
          <p:cNvPr id="34" name="object 3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737330" y="4469015"/>
            <a:ext cx="2039924" cy="2571127"/>
          </a:xfrm>
          <a:prstGeom prst="rect">
            <a:avLst/>
          </a:prstGeom>
        </p:spPr>
      </p:pic>
      <p:sp>
        <p:nvSpPr>
          <p:cNvPr id="35" name="object 35"/>
          <p:cNvSpPr txBox="1"/>
          <p:nvPr/>
        </p:nvSpPr>
        <p:spPr>
          <a:xfrm>
            <a:off x="3995699" y="5668246"/>
            <a:ext cx="12382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2300249" y="4449216"/>
            <a:ext cx="644525" cy="559435"/>
            <a:chOff x="2300249" y="4449216"/>
            <a:chExt cx="644525" cy="559435"/>
          </a:xfrm>
        </p:grpSpPr>
        <p:sp>
          <p:nvSpPr>
            <p:cNvPr id="37" name="object 37"/>
            <p:cNvSpPr/>
            <p:nvPr/>
          </p:nvSpPr>
          <p:spPr>
            <a:xfrm>
              <a:off x="2309380" y="4458347"/>
              <a:ext cx="626110" cy="541020"/>
            </a:xfrm>
            <a:custGeom>
              <a:avLst/>
              <a:gdLst/>
              <a:ahLst/>
              <a:cxnLst/>
              <a:rect l="l" t="t" r="r" b="b"/>
              <a:pathLst>
                <a:path w="626110" h="541020">
                  <a:moveTo>
                    <a:pt x="313601" y="0"/>
                  </a:moveTo>
                  <a:lnTo>
                    <a:pt x="262648" y="3561"/>
                  </a:lnTo>
                  <a:lnTo>
                    <a:pt x="214345" y="13867"/>
                  </a:lnTo>
                  <a:lnTo>
                    <a:pt x="169329" y="30351"/>
                  </a:lnTo>
                  <a:lnTo>
                    <a:pt x="128241" y="52447"/>
                  </a:lnTo>
                  <a:lnTo>
                    <a:pt x="91720" y="79587"/>
                  </a:lnTo>
                  <a:lnTo>
                    <a:pt x="60406" y="111206"/>
                  </a:lnTo>
                  <a:lnTo>
                    <a:pt x="34937" y="146737"/>
                  </a:lnTo>
                  <a:lnTo>
                    <a:pt x="15954" y="185612"/>
                  </a:lnTo>
                  <a:lnTo>
                    <a:pt x="4095" y="227266"/>
                  </a:lnTo>
                  <a:lnTo>
                    <a:pt x="0" y="271132"/>
                  </a:lnTo>
                  <a:lnTo>
                    <a:pt x="4095" y="314581"/>
                  </a:lnTo>
                  <a:lnTo>
                    <a:pt x="15954" y="355902"/>
                  </a:lnTo>
                  <a:lnTo>
                    <a:pt x="34937" y="394517"/>
                  </a:lnTo>
                  <a:lnTo>
                    <a:pt x="60406" y="429853"/>
                  </a:lnTo>
                  <a:lnTo>
                    <a:pt x="91720" y="461332"/>
                  </a:lnTo>
                  <a:lnTo>
                    <a:pt x="128241" y="488379"/>
                  </a:lnTo>
                  <a:lnTo>
                    <a:pt x="169329" y="510417"/>
                  </a:lnTo>
                  <a:lnTo>
                    <a:pt x="214345" y="526872"/>
                  </a:lnTo>
                  <a:lnTo>
                    <a:pt x="262648" y="537168"/>
                  </a:lnTo>
                  <a:lnTo>
                    <a:pt x="313601" y="540727"/>
                  </a:lnTo>
                  <a:lnTo>
                    <a:pt x="364140" y="537168"/>
                  </a:lnTo>
                  <a:lnTo>
                    <a:pt x="412113" y="526872"/>
                  </a:lnTo>
                  <a:lnTo>
                    <a:pt x="456871" y="510417"/>
                  </a:lnTo>
                  <a:lnTo>
                    <a:pt x="497765" y="488379"/>
                  </a:lnTo>
                  <a:lnTo>
                    <a:pt x="534147" y="461332"/>
                  </a:lnTo>
                  <a:lnTo>
                    <a:pt x="565369" y="429853"/>
                  </a:lnTo>
                  <a:lnTo>
                    <a:pt x="590781" y="394517"/>
                  </a:lnTo>
                  <a:lnTo>
                    <a:pt x="609736" y="355902"/>
                  </a:lnTo>
                  <a:lnTo>
                    <a:pt x="621584" y="314581"/>
                  </a:lnTo>
                  <a:lnTo>
                    <a:pt x="625678" y="271132"/>
                  </a:lnTo>
                  <a:lnTo>
                    <a:pt x="621584" y="227266"/>
                  </a:lnTo>
                  <a:lnTo>
                    <a:pt x="609736" y="185612"/>
                  </a:lnTo>
                  <a:lnTo>
                    <a:pt x="590781" y="146737"/>
                  </a:lnTo>
                  <a:lnTo>
                    <a:pt x="565369" y="111206"/>
                  </a:lnTo>
                  <a:lnTo>
                    <a:pt x="534147" y="79587"/>
                  </a:lnTo>
                  <a:lnTo>
                    <a:pt x="497765" y="52447"/>
                  </a:lnTo>
                  <a:lnTo>
                    <a:pt x="456871" y="30351"/>
                  </a:lnTo>
                  <a:lnTo>
                    <a:pt x="412113" y="13867"/>
                  </a:lnTo>
                  <a:lnTo>
                    <a:pt x="364140" y="3561"/>
                  </a:lnTo>
                  <a:lnTo>
                    <a:pt x="313601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2300249" y="4449216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5981" y="0"/>
                  </a:lnTo>
                  <a:lnTo>
                    <a:pt x="274015" y="3035"/>
                  </a:lnTo>
                  <a:lnTo>
                    <a:pt x="226821" y="12179"/>
                  </a:lnTo>
                  <a:lnTo>
                    <a:pt x="182676" y="27406"/>
                  </a:lnTo>
                  <a:lnTo>
                    <a:pt x="143103" y="47218"/>
                  </a:lnTo>
                  <a:lnTo>
                    <a:pt x="94386" y="82245"/>
                  </a:lnTo>
                  <a:lnTo>
                    <a:pt x="63931" y="112712"/>
                  </a:lnTo>
                  <a:lnTo>
                    <a:pt x="31965" y="158407"/>
                  </a:lnTo>
                  <a:lnTo>
                    <a:pt x="10655" y="210197"/>
                  </a:lnTo>
                  <a:lnTo>
                    <a:pt x="1523" y="251320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1523" y="309194"/>
                  </a:lnTo>
                  <a:lnTo>
                    <a:pt x="10655" y="350329"/>
                  </a:lnTo>
                  <a:lnTo>
                    <a:pt x="15227" y="362508"/>
                  </a:lnTo>
                  <a:lnTo>
                    <a:pt x="19786" y="376224"/>
                  </a:lnTo>
                  <a:lnTo>
                    <a:pt x="25882" y="388404"/>
                  </a:lnTo>
                  <a:lnTo>
                    <a:pt x="31965" y="402120"/>
                  </a:lnTo>
                  <a:lnTo>
                    <a:pt x="39573" y="412775"/>
                  </a:lnTo>
                  <a:lnTo>
                    <a:pt x="74587" y="458469"/>
                  </a:lnTo>
                  <a:lnTo>
                    <a:pt x="118744" y="496557"/>
                  </a:lnTo>
                  <a:lnTo>
                    <a:pt x="168973" y="525487"/>
                  </a:lnTo>
                  <a:lnTo>
                    <a:pt x="211607" y="542251"/>
                  </a:lnTo>
                  <a:lnTo>
                    <a:pt x="257276" y="552907"/>
                  </a:lnTo>
                  <a:lnTo>
                    <a:pt x="305981" y="559003"/>
                  </a:lnTo>
                  <a:lnTo>
                    <a:pt x="339483" y="559003"/>
                  </a:lnTo>
                  <a:lnTo>
                    <a:pt x="371449" y="555955"/>
                  </a:lnTo>
                  <a:lnTo>
                    <a:pt x="386676" y="552907"/>
                  </a:lnTo>
                  <a:lnTo>
                    <a:pt x="403415" y="549859"/>
                  </a:lnTo>
                  <a:lnTo>
                    <a:pt x="418642" y="546811"/>
                  </a:lnTo>
                  <a:lnTo>
                    <a:pt x="432346" y="542251"/>
                  </a:lnTo>
                  <a:lnTo>
                    <a:pt x="442489" y="539203"/>
                  </a:lnTo>
                  <a:lnTo>
                    <a:pt x="290766" y="539203"/>
                  </a:lnTo>
                  <a:lnTo>
                    <a:pt x="275539" y="536155"/>
                  </a:lnTo>
                  <a:lnTo>
                    <a:pt x="260311" y="534631"/>
                  </a:lnTo>
                  <a:lnTo>
                    <a:pt x="246621" y="531583"/>
                  </a:lnTo>
                  <a:lnTo>
                    <a:pt x="231394" y="528535"/>
                  </a:lnTo>
                  <a:lnTo>
                    <a:pt x="203987" y="519404"/>
                  </a:lnTo>
                  <a:lnTo>
                    <a:pt x="190284" y="513308"/>
                  </a:lnTo>
                  <a:lnTo>
                    <a:pt x="176593" y="508736"/>
                  </a:lnTo>
                  <a:lnTo>
                    <a:pt x="152234" y="495033"/>
                  </a:lnTo>
                  <a:lnTo>
                    <a:pt x="129400" y="479793"/>
                  </a:lnTo>
                  <a:lnTo>
                    <a:pt x="106565" y="463042"/>
                  </a:lnTo>
                  <a:lnTo>
                    <a:pt x="88290" y="444766"/>
                  </a:lnTo>
                  <a:lnTo>
                    <a:pt x="79159" y="434098"/>
                  </a:lnTo>
                  <a:lnTo>
                    <a:pt x="70027" y="424967"/>
                  </a:lnTo>
                  <a:lnTo>
                    <a:pt x="42621" y="380784"/>
                  </a:lnTo>
                  <a:lnTo>
                    <a:pt x="28917" y="344233"/>
                  </a:lnTo>
                  <a:lnTo>
                    <a:pt x="21310" y="306158"/>
                  </a:lnTo>
                  <a:lnTo>
                    <a:pt x="19786" y="292442"/>
                  </a:lnTo>
                  <a:lnTo>
                    <a:pt x="19786" y="266547"/>
                  </a:lnTo>
                  <a:lnTo>
                    <a:pt x="28917" y="214756"/>
                  </a:lnTo>
                  <a:lnTo>
                    <a:pt x="42621" y="178206"/>
                  </a:lnTo>
                  <a:lnTo>
                    <a:pt x="56324" y="155359"/>
                  </a:lnTo>
                  <a:lnTo>
                    <a:pt x="62407" y="144691"/>
                  </a:lnTo>
                  <a:lnTo>
                    <a:pt x="71551" y="134035"/>
                  </a:lnTo>
                  <a:lnTo>
                    <a:pt x="79159" y="124891"/>
                  </a:lnTo>
                  <a:lnTo>
                    <a:pt x="88290" y="114236"/>
                  </a:lnTo>
                  <a:lnTo>
                    <a:pt x="129400" y="79197"/>
                  </a:lnTo>
                  <a:lnTo>
                    <a:pt x="178117" y="50253"/>
                  </a:lnTo>
                  <a:lnTo>
                    <a:pt x="190284" y="45694"/>
                  </a:lnTo>
                  <a:lnTo>
                    <a:pt x="203987" y="39598"/>
                  </a:lnTo>
                  <a:lnTo>
                    <a:pt x="231394" y="30454"/>
                  </a:lnTo>
                  <a:lnTo>
                    <a:pt x="261835" y="24371"/>
                  </a:lnTo>
                  <a:lnTo>
                    <a:pt x="275539" y="22847"/>
                  </a:lnTo>
                  <a:lnTo>
                    <a:pt x="290766" y="19799"/>
                  </a:lnTo>
                  <a:lnTo>
                    <a:pt x="442487" y="19799"/>
                  </a:lnTo>
                  <a:lnTo>
                    <a:pt x="417118" y="12179"/>
                  </a:lnTo>
                  <a:lnTo>
                    <a:pt x="371449" y="3035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2487" y="19799"/>
                  </a:moveTo>
                  <a:lnTo>
                    <a:pt x="337959" y="19799"/>
                  </a:lnTo>
                  <a:lnTo>
                    <a:pt x="383628" y="24371"/>
                  </a:lnTo>
                  <a:lnTo>
                    <a:pt x="398843" y="27406"/>
                  </a:lnTo>
                  <a:lnTo>
                    <a:pt x="412546" y="30454"/>
                  </a:lnTo>
                  <a:lnTo>
                    <a:pt x="427774" y="35026"/>
                  </a:lnTo>
                  <a:lnTo>
                    <a:pt x="441477" y="39598"/>
                  </a:lnTo>
                  <a:lnTo>
                    <a:pt x="453656" y="45694"/>
                  </a:lnTo>
                  <a:lnTo>
                    <a:pt x="467359" y="50253"/>
                  </a:lnTo>
                  <a:lnTo>
                    <a:pt x="516064" y="79197"/>
                  </a:lnTo>
                  <a:lnTo>
                    <a:pt x="557174" y="114236"/>
                  </a:lnTo>
                  <a:lnTo>
                    <a:pt x="581532" y="144691"/>
                  </a:lnTo>
                  <a:lnTo>
                    <a:pt x="601319" y="178206"/>
                  </a:lnTo>
                  <a:lnTo>
                    <a:pt x="616546" y="214756"/>
                  </a:lnTo>
                  <a:lnTo>
                    <a:pt x="621106" y="240652"/>
                  </a:lnTo>
                  <a:lnTo>
                    <a:pt x="624154" y="252844"/>
                  </a:lnTo>
                  <a:lnTo>
                    <a:pt x="624154" y="266547"/>
                  </a:lnTo>
                  <a:lnTo>
                    <a:pt x="625678" y="280263"/>
                  </a:lnTo>
                  <a:lnTo>
                    <a:pt x="624154" y="292442"/>
                  </a:lnTo>
                  <a:lnTo>
                    <a:pt x="624154" y="306158"/>
                  </a:lnTo>
                  <a:lnTo>
                    <a:pt x="621106" y="319862"/>
                  </a:lnTo>
                  <a:lnTo>
                    <a:pt x="619582" y="332054"/>
                  </a:lnTo>
                  <a:lnTo>
                    <a:pt x="615022" y="344233"/>
                  </a:lnTo>
                  <a:lnTo>
                    <a:pt x="611974" y="356412"/>
                  </a:lnTo>
                  <a:lnTo>
                    <a:pt x="607415" y="368604"/>
                  </a:lnTo>
                  <a:lnTo>
                    <a:pt x="601319" y="380784"/>
                  </a:lnTo>
                  <a:lnTo>
                    <a:pt x="595236" y="391452"/>
                  </a:lnTo>
                  <a:lnTo>
                    <a:pt x="589140" y="403644"/>
                  </a:lnTo>
                  <a:lnTo>
                    <a:pt x="564781" y="435622"/>
                  </a:lnTo>
                  <a:lnTo>
                    <a:pt x="537387" y="463042"/>
                  </a:lnTo>
                  <a:lnTo>
                    <a:pt x="491718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412546" y="528535"/>
                  </a:lnTo>
                  <a:lnTo>
                    <a:pt x="398843" y="531583"/>
                  </a:lnTo>
                  <a:lnTo>
                    <a:pt x="383628" y="534631"/>
                  </a:lnTo>
                  <a:lnTo>
                    <a:pt x="368401" y="536155"/>
                  </a:lnTo>
                  <a:lnTo>
                    <a:pt x="353174" y="539203"/>
                  </a:lnTo>
                  <a:lnTo>
                    <a:pt x="442489" y="539203"/>
                  </a:lnTo>
                  <a:lnTo>
                    <a:pt x="447560" y="537679"/>
                  </a:lnTo>
                  <a:lnTo>
                    <a:pt x="502373" y="511784"/>
                  </a:lnTo>
                  <a:lnTo>
                    <a:pt x="549567" y="476745"/>
                  </a:lnTo>
                  <a:lnTo>
                    <a:pt x="589140" y="435622"/>
                  </a:lnTo>
                  <a:lnTo>
                    <a:pt x="596747" y="424967"/>
                  </a:lnTo>
                  <a:lnTo>
                    <a:pt x="605891" y="412775"/>
                  </a:lnTo>
                  <a:lnTo>
                    <a:pt x="611974" y="400596"/>
                  </a:lnTo>
                  <a:lnTo>
                    <a:pt x="619582" y="388404"/>
                  </a:lnTo>
                  <a:lnTo>
                    <a:pt x="624154" y="376224"/>
                  </a:lnTo>
                  <a:lnTo>
                    <a:pt x="630250" y="362508"/>
                  </a:lnTo>
                  <a:lnTo>
                    <a:pt x="634809" y="348805"/>
                  </a:lnTo>
                  <a:lnTo>
                    <a:pt x="640905" y="321386"/>
                  </a:lnTo>
                  <a:lnTo>
                    <a:pt x="643940" y="293966"/>
                  </a:lnTo>
                  <a:lnTo>
                    <a:pt x="643940" y="265023"/>
                  </a:lnTo>
                  <a:lnTo>
                    <a:pt x="642429" y="249796"/>
                  </a:lnTo>
                  <a:lnTo>
                    <a:pt x="640905" y="236093"/>
                  </a:lnTo>
                  <a:lnTo>
                    <a:pt x="637857" y="222377"/>
                  </a:lnTo>
                  <a:lnTo>
                    <a:pt x="633285" y="208673"/>
                  </a:lnTo>
                  <a:lnTo>
                    <a:pt x="630250" y="196481"/>
                  </a:lnTo>
                  <a:lnTo>
                    <a:pt x="611974" y="158407"/>
                  </a:lnTo>
                  <a:lnTo>
                    <a:pt x="589140" y="121843"/>
                  </a:lnTo>
                  <a:lnTo>
                    <a:pt x="549567" y="80721"/>
                  </a:lnTo>
                  <a:lnTo>
                    <a:pt x="500849" y="47218"/>
                  </a:lnTo>
                  <a:lnTo>
                    <a:pt x="447560" y="21323"/>
                  </a:lnTo>
                  <a:lnTo>
                    <a:pt x="442487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grpSp>
        <p:nvGrpSpPr>
          <p:cNvPr id="39" name="object 39"/>
          <p:cNvGrpSpPr/>
          <p:nvPr/>
        </p:nvGrpSpPr>
        <p:grpSpPr>
          <a:xfrm>
            <a:off x="3160369" y="4449216"/>
            <a:ext cx="644525" cy="559435"/>
            <a:chOff x="3160369" y="4449216"/>
            <a:chExt cx="644525" cy="559435"/>
          </a:xfrm>
        </p:grpSpPr>
        <p:sp>
          <p:nvSpPr>
            <p:cNvPr id="40" name="object 40"/>
            <p:cNvSpPr/>
            <p:nvPr/>
          </p:nvSpPr>
          <p:spPr>
            <a:xfrm>
              <a:off x="3169500" y="4458347"/>
              <a:ext cx="624205" cy="541020"/>
            </a:xfrm>
            <a:custGeom>
              <a:avLst/>
              <a:gdLst/>
              <a:ahLst/>
              <a:cxnLst/>
              <a:rect l="l" t="t" r="r" b="b"/>
              <a:pathLst>
                <a:path w="624204" h="541020">
                  <a:moveTo>
                    <a:pt x="312077" y="0"/>
                  </a:moveTo>
                  <a:lnTo>
                    <a:pt x="261537" y="3561"/>
                  </a:lnTo>
                  <a:lnTo>
                    <a:pt x="213564" y="13867"/>
                  </a:lnTo>
                  <a:lnTo>
                    <a:pt x="168806" y="30351"/>
                  </a:lnTo>
                  <a:lnTo>
                    <a:pt x="127912" y="52447"/>
                  </a:lnTo>
                  <a:lnTo>
                    <a:pt x="91530" y="79587"/>
                  </a:lnTo>
                  <a:lnTo>
                    <a:pt x="60308" y="111206"/>
                  </a:lnTo>
                  <a:lnTo>
                    <a:pt x="34896" y="146737"/>
                  </a:lnTo>
                  <a:lnTo>
                    <a:pt x="15941" y="185612"/>
                  </a:lnTo>
                  <a:lnTo>
                    <a:pt x="4093" y="227266"/>
                  </a:lnTo>
                  <a:lnTo>
                    <a:pt x="0" y="271132"/>
                  </a:lnTo>
                  <a:lnTo>
                    <a:pt x="4093" y="314581"/>
                  </a:lnTo>
                  <a:lnTo>
                    <a:pt x="15941" y="355902"/>
                  </a:lnTo>
                  <a:lnTo>
                    <a:pt x="34896" y="394517"/>
                  </a:lnTo>
                  <a:lnTo>
                    <a:pt x="60308" y="429853"/>
                  </a:lnTo>
                  <a:lnTo>
                    <a:pt x="91530" y="461332"/>
                  </a:lnTo>
                  <a:lnTo>
                    <a:pt x="127912" y="488379"/>
                  </a:lnTo>
                  <a:lnTo>
                    <a:pt x="168806" y="510417"/>
                  </a:lnTo>
                  <a:lnTo>
                    <a:pt x="213564" y="526872"/>
                  </a:lnTo>
                  <a:lnTo>
                    <a:pt x="261537" y="537168"/>
                  </a:lnTo>
                  <a:lnTo>
                    <a:pt x="312077" y="540727"/>
                  </a:lnTo>
                  <a:lnTo>
                    <a:pt x="362616" y="537168"/>
                  </a:lnTo>
                  <a:lnTo>
                    <a:pt x="410589" y="526872"/>
                  </a:lnTo>
                  <a:lnTo>
                    <a:pt x="455347" y="510417"/>
                  </a:lnTo>
                  <a:lnTo>
                    <a:pt x="496241" y="488379"/>
                  </a:lnTo>
                  <a:lnTo>
                    <a:pt x="532623" y="461332"/>
                  </a:lnTo>
                  <a:lnTo>
                    <a:pt x="563845" y="429853"/>
                  </a:lnTo>
                  <a:lnTo>
                    <a:pt x="589257" y="394517"/>
                  </a:lnTo>
                  <a:lnTo>
                    <a:pt x="608212" y="355902"/>
                  </a:lnTo>
                  <a:lnTo>
                    <a:pt x="620060" y="314581"/>
                  </a:lnTo>
                  <a:lnTo>
                    <a:pt x="624154" y="271132"/>
                  </a:lnTo>
                  <a:lnTo>
                    <a:pt x="620060" y="227266"/>
                  </a:lnTo>
                  <a:lnTo>
                    <a:pt x="608212" y="185612"/>
                  </a:lnTo>
                  <a:lnTo>
                    <a:pt x="589257" y="146737"/>
                  </a:lnTo>
                  <a:lnTo>
                    <a:pt x="563845" y="111206"/>
                  </a:lnTo>
                  <a:lnTo>
                    <a:pt x="532623" y="79587"/>
                  </a:lnTo>
                  <a:lnTo>
                    <a:pt x="496241" y="52447"/>
                  </a:lnTo>
                  <a:lnTo>
                    <a:pt x="455347" y="30351"/>
                  </a:lnTo>
                  <a:lnTo>
                    <a:pt x="410589" y="13867"/>
                  </a:lnTo>
                  <a:lnTo>
                    <a:pt x="362616" y="3561"/>
                  </a:lnTo>
                  <a:lnTo>
                    <a:pt x="312077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3160369" y="4449216"/>
              <a:ext cx="644525" cy="559435"/>
            </a:xfrm>
            <a:custGeom>
              <a:avLst/>
              <a:gdLst/>
              <a:ahLst/>
              <a:cxnLst/>
              <a:rect l="l" t="t" r="r" b="b"/>
              <a:pathLst>
                <a:path w="644525" h="559435">
                  <a:moveTo>
                    <a:pt x="337959" y="0"/>
                  </a:moveTo>
                  <a:lnTo>
                    <a:pt x="304469" y="0"/>
                  </a:lnTo>
                  <a:lnTo>
                    <a:pt x="272491" y="3035"/>
                  </a:lnTo>
                  <a:lnTo>
                    <a:pt x="225298" y="12179"/>
                  </a:lnTo>
                  <a:lnTo>
                    <a:pt x="182676" y="27406"/>
                  </a:lnTo>
                  <a:lnTo>
                    <a:pt x="167449" y="33502"/>
                  </a:lnTo>
                  <a:lnTo>
                    <a:pt x="117220" y="63969"/>
                  </a:lnTo>
                  <a:lnTo>
                    <a:pt x="73063" y="102044"/>
                  </a:lnTo>
                  <a:lnTo>
                    <a:pt x="45669" y="134035"/>
                  </a:lnTo>
                  <a:lnTo>
                    <a:pt x="31965" y="158407"/>
                  </a:lnTo>
                  <a:lnTo>
                    <a:pt x="24358" y="170586"/>
                  </a:lnTo>
                  <a:lnTo>
                    <a:pt x="18262" y="182778"/>
                  </a:lnTo>
                  <a:lnTo>
                    <a:pt x="9131" y="210197"/>
                  </a:lnTo>
                  <a:lnTo>
                    <a:pt x="3047" y="237617"/>
                  </a:lnTo>
                  <a:lnTo>
                    <a:pt x="0" y="265023"/>
                  </a:lnTo>
                  <a:lnTo>
                    <a:pt x="0" y="293966"/>
                  </a:lnTo>
                  <a:lnTo>
                    <a:pt x="9131" y="350329"/>
                  </a:lnTo>
                  <a:lnTo>
                    <a:pt x="19786" y="376224"/>
                  </a:lnTo>
                  <a:lnTo>
                    <a:pt x="24358" y="388404"/>
                  </a:lnTo>
                  <a:lnTo>
                    <a:pt x="45669" y="424967"/>
                  </a:lnTo>
                  <a:lnTo>
                    <a:pt x="73063" y="458469"/>
                  </a:lnTo>
                  <a:lnTo>
                    <a:pt x="117220" y="496557"/>
                  </a:lnTo>
                  <a:lnTo>
                    <a:pt x="168973" y="525487"/>
                  </a:lnTo>
                  <a:lnTo>
                    <a:pt x="226822" y="546811"/>
                  </a:lnTo>
                  <a:lnTo>
                    <a:pt x="272491" y="555955"/>
                  </a:lnTo>
                  <a:lnTo>
                    <a:pt x="304469" y="559003"/>
                  </a:lnTo>
                  <a:lnTo>
                    <a:pt x="337959" y="559003"/>
                  </a:lnTo>
                  <a:lnTo>
                    <a:pt x="386664" y="552907"/>
                  </a:lnTo>
                  <a:lnTo>
                    <a:pt x="432346" y="542251"/>
                  </a:lnTo>
                  <a:lnTo>
                    <a:pt x="441473" y="539203"/>
                  </a:lnTo>
                  <a:lnTo>
                    <a:pt x="289242" y="539203"/>
                  </a:lnTo>
                  <a:lnTo>
                    <a:pt x="274015" y="536155"/>
                  </a:lnTo>
                  <a:lnTo>
                    <a:pt x="231393" y="528535"/>
                  </a:lnTo>
                  <a:lnTo>
                    <a:pt x="188772" y="513308"/>
                  </a:lnTo>
                  <a:lnTo>
                    <a:pt x="176593" y="508736"/>
                  </a:lnTo>
                  <a:lnTo>
                    <a:pt x="127876" y="479793"/>
                  </a:lnTo>
                  <a:lnTo>
                    <a:pt x="86766" y="444766"/>
                  </a:lnTo>
                  <a:lnTo>
                    <a:pt x="70027" y="424967"/>
                  </a:lnTo>
                  <a:lnTo>
                    <a:pt x="60896" y="414299"/>
                  </a:lnTo>
                  <a:lnTo>
                    <a:pt x="54800" y="402120"/>
                  </a:lnTo>
                  <a:lnTo>
                    <a:pt x="47193" y="391452"/>
                  </a:lnTo>
                  <a:lnTo>
                    <a:pt x="41097" y="380784"/>
                  </a:lnTo>
                  <a:lnTo>
                    <a:pt x="27393" y="344233"/>
                  </a:lnTo>
                  <a:lnTo>
                    <a:pt x="19786" y="306158"/>
                  </a:lnTo>
                  <a:lnTo>
                    <a:pt x="18262" y="292442"/>
                  </a:lnTo>
                  <a:lnTo>
                    <a:pt x="18262" y="266547"/>
                  </a:lnTo>
                  <a:lnTo>
                    <a:pt x="27393" y="214756"/>
                  </a:lnTo>
                  <a:lnTo>
                    <a:pt x="42621" y="178206"/>
                  </a:lnTo>
                  <a:lnTo>
                    <a:pt x="48717" y="167538"/>
                  </a:lnTo>
                  <a:lnTo>
                    <a:pt x="54800" y="155359"/>
                  </a:lnTo>
                  <a:lnTo>
                    <a:pt x="86766" y="114236"/>
                  </a:lnTo>
                  <a:lnTo>
                    <a:pt x="127876" y="79197"/>
                  </a:lnTo>
                  <a:lnTo>
                    <a:pt x="176593" y="50253"/>
                  </a:lnTo>
                  <a:lnTo>
                    <a:pt x="190284" y="45694"/>
                  </a:lnTo>
                  <a:lnTo>
                    <a:pt x="202463" y="39598"/>
                  </a:lnTo>
                  <a:lnTo>
                    <a:pt x="217690" y="35026"/>
                  </a:lnTo>
                  <a:lnTo>
                    <a:pt x="231393" y="30454"/>
                  </a:lnTo>
                  <a:lnTo>
                    <a:pt x="245097" y="27406"/>
                  </a:lnTo>
                  <a:lnTo>
                    <a:pt x="260311" y="24371"/>
                  </a:lnTo>
                  <a:lnTo>
                    <a:pt x="275539" y="22847"/>
                  </a:lnTo>
                  <a:lnTo>
                    <a:pt x="290766" y="19799"/>
                  </a:lnTo>
                  <a:lnTo>
                    <a:pt x="440965" y="19799"/>
                  </a:lnTo>
                  <a:lnTo>
                    <a:pt x="430822" y="16751"/>
                  </a:lnTo>
                  <a:lnTo>
                    <a:pt x="417118" y="12179"/>
                  </a:lnTo>
                  <a:lnTo>
                    <a:pt x="401891" y="9131"/>
                  </a:lnTo>
                  <a:lnTo>
                    <a:pt x="385152" y="6083"/>
                  </a:lnTo>
                  <a:lnTo>
                    <a:pt x="369925" y="3035"/>
                  </a:lnTo>
                  <a:lnTo>
                    <a:pt x="337959" y="0"/>
                  </a:lnTo>
                  <a:close/>
                </a:path>
                <a:path w="644525" h="559435">
                  <a:moveTo>
                    <a:pt x="440965" y="19799"/>
                  </a:moveTo>
                  <a:lnTo>
                    <a:pt x="336435" y="19799"/>
                  </a:lnTo>
                  <a:lnTo>
                    <a:pt x="368401" y="22847"/>
                  </a:lnTo>
                  <a:lnTo>
                    <a:pt x="382104" y="24371"/>
                  </a:lnTo>
                  <a:lnTo>
                    <a:pt x="412546" y="30454"/>
                  </a:lnTo>
                  <a:lnTo>
                    <a:pt x="439953" y="39598"/>
                  </a:lnTo>
                  <a:lnTo>
                    <a:pt x="453656" y="45694"/>
                  </a:lnTo>
                  <a:lnTo>
                    <a:pt x="465836" y="50253"/>
                  </a:lnTo>
                  <a:lnTo>
                    <a:pt x="514540" y="79197"/>
                  </a:lnTo>
                  <a:lnTo>
                    <a:pt x="555650" y="114236"/>
                  </a:lnTo>
                  <a:lnTo>
                    <a:pt x="572388" y="134035"/>
                  </a:lnTo>
                  <a:lnTo>
                    <a:pt x="581532" y="144691"/>
                  </a:lnTo>
                  <a:lnTo>
                    <a:pt x="587616" y="156883"/>
                  </a:lnTo>
                  <a:lnTo>
                    <a:pt x="595223" y="167538"/>
                  </a:lnTo>
                  <a:lnTo>
                    <a:pt x="601319" y="178206"/>
                  </a:lnTo>
                  <a:lnTo>
                    <a:pt x="615022" y="214756"/>
                  </a:lnTo>
                  <a:lnTo>
                    <a:pt x="622630" y="252844"/>
                  </a:lnTo>
                  <a:lnTo>
                    <a:pt x="624154" y="266547"/>
                  </a:lnTo>
                  <a:lnTo>
                    <a:pt x="624154" y="292442"/>
                  </a:lnTo>
                  <a:lnTo>
                    <a:pt x="621106" y="319862"/>
                  </a:lnTo>
                  <a:lnTo>
                    <a:pt x="615022" y="344233"/>
                  </a:lnTo>
                  <a:lnTo>
                    <a:pt x="605891" y="368604"/>
                  </a:lnTo>
                  <a:lnTo>
                    <a:pt x="599795" y="380784"/>
                  </a:lnTo>
                  <a:lnTo>
                    <a:pt x="595223" y="391452"/>
                  </a:lnTo>
                  <a:lnTo>
                    <a:pt x="564781" y="435622"/>
                  </a:lnTo>
                  <a:lnTo>
                    <a:pt x="535863" y="463042"/>
                  </a:lnTo>
                  <a:lnTo>
                    <a:pt x="490194" y="495033"/>
                  </a:lnTo>
                  <a:lnTo>
                    <a:pt x="453656" y="513308"/>
                  </a:lnTo>
                  <a:lnTo>
                    <a:pt x="439953" y="519404"/>
                  </a:lnTo>
                  <a:lnTo>
                    <a:pt x="397332" y="531583"/>
                  </a:lnTo>
                  <a:lnTo>
                    <a:pt x="366877" y="536155"/>
                  </a:lnTo>
                  <a:lnTo>
                    <a:pt x="351650" y="539203"/>
                  </a:lnTo>
                  <a:lnTo>
                    <a:pt x="441473" y="539203"/>
                  </a:lnTo>
                  <a:lnTo>
                    <a:pt x="446036" y="537679"/>
                  </a:lnTo>
                  <a:lnTo>
                    <a:pt x="500849" y="511784"/>
                  </a:lnTo>
                  <a:lnTo>
                    <a:pt x="548043" y="476745"/>
                  </a:lnTo>
                  <a:lnTo>
                    <a:pt x="596747" y="424967"/>
                  </a:lnTo>
                  <a:lnTo>
                    <a:pt x="624154" y="376224"/>
                  </a:lnTo>
                  <a:lnTo>
                    <a:pt x="639381" y="321386"/>
                  </a:lnTo>
                  <a:lnTo>
                    <a:pt x="643940" y="278739"/>
                  </a:lnTo>
                  <a:lnTo>
                    <a:pt x="642416" y="265023"/>
                  </a:lnTo>
                  <a:lnTo>
                    <a:pt x="640905" y="249796"/>
                  </a:lnTo>
                  <a:lnTo>
                    <a:pt x="639381" y="236093"/>
                  </a:lnTo>
                  <a:lnTo>
                    <a:pt x="633285" y="208673"/>
                  </a:lnTo>
                  <a:lnTo>
                    <a:pt x="628726" y="196481"/>
                  </a:lnTo>
                  <a:lnTo>
                    <a:pt x="624154" y="182778"/>
                  </a:lnTo>
                  <a:lnTo>
                    <a:pt x="618070" y="170586"/>
                  </a:lnTo>
                  <a:lnTo>
                    <a:pt x="610450" y="158407"/>
                  </a:lnTo>
                  <a:lnTo>
                    <a:pt x="604367" y="146215"/>
                  </a:lnTo>
                  <a:lnTo>
                    <a:pt x="569353" y="100520"/>
                  </a:lnTo>
                  <a:lnTo>
                    <a:pt x="525208" y="63969"/>
                  </a:lnTo>
                  <a:lnTo>
                    <a:pt x="473443" y="33502"/>
                  </a:lnTo>
                  <a:lnTo>
                    <a:pt x="446036" y="21323"/>
                  </a:lnTo>
                  <a:lnTo>
                    <a:pt x="440965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2" name="object 42"/>
          <p:cNvSpPr txBox="1"/>
          <p:nvPr/>
        </p:nvSpPr>
        <p:spPr>
          <a:xfrm>
            <a:off x="2510358" y="4598042"/>
            <a:ext cx="108204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71219" algn="l"/>
              </a:tabLst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r>
              <a:rPr dirty="0" sz="1400">
                <a:solidFill>
                  <a:srgbClr val="FFFFFF"/>
                </a:solidFill>
                <a:latin typeface="Tw Cen MT"/>
                <a:cs typeface="Tw Cen MT"/>
              </a:rPr>
              <a:t>	</a:t>
            </a: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4884330" y="5674494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4210177" y="4618413"/>
            <a:ext cx="222885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400">
              <a:latin typeface="Tw Cen MT"/>
              <a:cs typeface="Tw Cen MT"/>
            </a:endParaRPr>
          </a:p>
        </p:txBody>
      </p:sp>
      <p:grpSp>
        <p:nvGrpSpPr>
          <p:cNvPr id="45" name="object 45"/>
          <p:cNvGrpSpPr/>
          <p:nvPr/>
        </p:nvGrpSpPr>
        <p:grpSpPr>
          <a:xfrm>
            <a:off x="1280286" y="3827754"/>
            <a:ext cx="2349500" cy="548640"/>
            <a:chOff x="1280286" y="3827754"/>
            <a:chExt cx="2349500" cy="548640"/>
          </a:xfrm>
        </p:grpSpPr>
        <p:sp>
          <p:nvSpPr>
            <p:cNvPr id="46" name="object 46"/>
            <p:cNvSpPr/>
            <p:nvPr/>
          </p:nvSpPr>
          <p:spPr>
            <a:xfrm>
              <a:off x="1293990" y="3839934"/>
              <a:ext cx="2323465" cy="522605"/>
            </a:xfrm>
            <a:custGeom>
              <a:avLst/>
              <a:gdLst/>
              <a:ahLst/>
              <a:cxnLst/>
              <a:rect l="l" t="t" r="r" b="b"/>
              <a:pathLst>
                <a:path w="2323465" h="522604">
                  <a:moveTo>
                    <a:pt x="2323083" y="0"/>
                  </a:moveTo>
                  <a:lnTo>
                    <a:pt x="0" y="0"/>
                  </a:lnTo>
                  <a:lnTo>
                    <a:pt x="0" y="522452"/>
                  </a:lnTo>
                  <a:lnTo>
                    <a:pt x="2323083" y="522452"/>
                  </a:lnTo>
                  <a:lnTo>
                    <a:pt x="2323083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7" name="object 47"/>
            <p:cNvSpPr/>
            <p:nvPr/>
          </p:nvSpPr>
          <p:spPr>
            <a:xfrm>
              <a:off x="1280286" y="3827754"/>
              <a:ext cx="2349500" cy="548640"/>
            </a:xfrm>
            <a:custGeom>
              <a:avLst/>
              <a:gdLst/>
              <a:ahLst/>
              <a:cxnLst/>
              <a:rect l="l" t="t" r="r" b="b"/>
              <a:pathLst>
                <a:path w="2349500" h="548639">
                  <a:moveTo>
                    <a:pt x="2348953" y="0"/>
                  </a:moveTo>
                  <a:lnTo>
                    <a:pt x="0" y="0"/>
                  </a:lnTo>
                  <a:lnTo>
                    <a:pt x="0" y="548347"/>
                  </a:lnTo>
                  <a:lnTo>
                    <a:pt x="2348953" y="548347"/>
                  </a:lnTo>
                  <a:lnTo>
                    <a:pt x="2348953" y="534631"/>
                  </a:lnTo>
                  <a:lnTo>
                    <a:pt x="25869" y="534631"/>
                  </a:lnTo>
                  <a:lnTo>
                    <a:pt x="13703" y="522452"/>
                  </a:lnTo>
                  <a:lnTo>
                    <a:pt x="25869" y="522452"/>
                  </a:lnTo>
                  <a:lnTo>
                    <a:pt x="25869" y="24371"/>
                  </a:lnTo>
                  <a:lnTo>
                    <a:pt x="13703" y="24371"/>
                  </a:lnTo>
                  <a:lnTo>
                    <a:pt x="25869" y="12179"/>
                  </a:lnTo>
                  <a:lnTo>
                    <a:pt x="2348953" y="12179"/>
                  </a:lnTo>
                  <a:lnTo>
                    <a:pt x="2348953" y="0"/>
                  </a:lnTo>
                  <a:close/>
                </a:path>
                <a:path w="2349500" h="548639">
                  <a:moveTo>
                    <a:pt x="25869" y="522452"/>
                  </a:moveTo>
                  <a:lnTo>
                    <a:pt x="13703" y="522452"/>
                  </a:lnTo>
                  <a:lnTo>
                    <a:pt x="25869" y="534631"/>
                  </a:lnTo>
                  <a:lnTo>
                    <a:pt x="25869" y="522452"/>
                  </a:lnTo>
                  <a:close/>
                </a:path>
                <a:path w="2349500" h="548639">
                  <a:moveTo>
                    <a:pt x="2324595" y="522452"/>
                  </a:moveTo>
                  <a:lnTo>
                    <a:pt x="25869" y="522452"/>
                  </a:lnTo>
                  <a:lnTo>
                    <a:pt x="25869" y="534631"/>
                  </a:lnTo>
                  <a:lnTo>
                    <a:pt x="2324595" y="534631"/>
                  </a:lnTo>
                  <a:lnTo>
                    <a:pt x="2324595" y="522452"/>
                  </a:lnTo>
                  <a:close/>
                </a:path>
                <a:path w="2349500" h="548639">
                  <a:moveTo>
                    <a:pt x="2324595" y="12179"/>
                  </a:moveTo>
                  <a:lnTo>
                    <a:pt x="2324595" y="534631"/>
                  </a:lnTo>
                  <a:lnTo>
                    <a:pt x="2336774" y="522452"/>
                  </a:lnTo>
                  <a:lnTo>
                    <a:pt x="2348953" y="522452"/>
                  </a:lnTo>
                  <a:lnTo>
                    <a:pt x="2348953" y="24371"/>
                  </a:lnTo>
                  <a:lnTo>
                    <a:pt x="2336774" y="24371"/>
                  </a:lnTo>
                  <a:lnTo>
                    <a:pt x="2324595" y="12179"/>
                  </a:lnTo>
                  <a:close/>
                </a:path>
                <a:path w="2349500" h="548639">
                  <a:moveTo>
                    <a:pt x="2348953" y="522452"/>
                  </a:moveTo>
                  <a:lnTo>
                    <a:pt x="2336774" y="522452"/>
                  </a:lnTo>
                  <a:lnTo>
                    <a:pt x="2324595" y="534631"/>
                  </a:lnTo>
                  <a:lnTo>
                    <a:pt x="2348953" y="534631"/>
                  </a:lnTo>
                  <a:lnTo>
                    <a:pt x="2348953" y="522452"/>
                  </a:lnTo>
                  <a:close/>
                </a:path>
                <a:path w="2349500" h="548639">
                  <a:moveTo>
                    <a:pt x="25869" y="12179"/>
                  </a:moveTo>
                  <a:lnTo>
                    <a:pt x="13703" y="24371"/>
                  </a:lnTo>
                  <a:lnTo>
                    <a:pt x="25869" y="24371"/>
                  </a:lnTo>
                  <a:lnTo>
                    <a:pt x="25869" y="12179"/>
                  </a:lnTo>
                  <a:close/>
                </a:path>
                <a:path w="2349500" h="548639">
                  <a:moveTo>
                    <a:pt x="2324595" y="12179"/>
                  </a:moveTo>
                  <a:lnTo>
                    <a:pt x="25869" y="12179"/>
                  </a:lnTo>
                  <a:lnTo>
                    <a:pt x="25869" y="24371"/>
                  </a:lnTo>
                  <a:lnTo>
                    <a:pt x="2324595" y="24371"/>
                  </a:lnTo>
                  <a:lnTo>
                    <a:pt x="2324595" y="12179"/>
                  </a:lnTo>
                  <a:close/>
                </a:path>
                <a:path w="2349500" h="548639">
                  <a:moveTo>
                    <a:pt x="2348953" y="12179"/>
                  </a:moveTo>
                  <a:lnTo>
                    <a:pt x="2324595" y="12179"/>
                  </a:lnTo>
                  <a:lnTo>
                    <a:pt x="2336774" y="24371"/>
                  </a:lnTo>
                  <a:lnTo>
                    <a:pt x="2348953" y="24371"/>
                  </a:lnTo>
                  <a:lnTo>
                    <a:pt x="2348953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8" name="object 48"/>
          <p:cNvSpPr txBox="1"/>
          <p:nvPr/>
        </p:nvSpPr>
        <p:spPr>
          <a:xfrm>
            <a:off x="1191620" y="1800673"/>
            <a:ext cx="4731385" cy="2529205"/>
          </a:xfrm>
          <a:prstGeom prst="rect">
            <a:avLst/>
          </a:prstGeom>
        </p:spPr>
        <p:txBody>
          <a:bodyPr wrap="square" lIns="0" tIns="10096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795"/>
              </a:spcBef>
              <a:buSzPct val="96875"/>
              <a:buAutoNum type="arabicPeriod"/>
              <a:tabLst>
                <a:tab pos="239395" algn="l"/>
              </a:tabLst>
            </a:pPr>
            <a:r>
              <a:rPr dirty="0" sz="1600" spc="-10">
                <a:latin typeface="Arial"/>
                <a:cs typeface="Arial"/>
              </a:rPr>
              <a:t>145</a:t>
            </a:r>
            <a:r>
              <a:rPr dirty="0" sz="1600" spc="-10">
                <a:latin typeface="Gulim"/>
                <a:cs typeface="Gulim"/>
              </a:rPr>
              <a:t>번줄에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중단점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설정</a:t>
            </a:r>
            <a:endParaRPr sz="1600">
              <a:latin typeface="Gulim"/>
              <a:cs typeface="Gulim"/>
            </a:endParaRP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 sz="1600">
                <a:latin typeface="Gulim"/>
                <a:cs typeface="Gulim"/>
              </a:rPr>
              <a:t>중단점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만날때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마다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2</a:t>
            </a:r>
            <a:r>
              <a:rPr dirty="0" sz="1600">
                <a:latin typeface="Gulim"/>
                <a:cs typeface="Gulim"/>
              </a:rPr>
              <a:t>개의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heap</a:t>
            </a:r>
            <a:r>
              <a:rPr dirty="0" sz="1600" spc="-10">
                <a:latin typeface="Gulim"/>
                <a:cs typeface="Gulim"/>
              </a:rPr>
              <a:t>에서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delete</a:t>
            </a:r>
            <a:r>
              <a:rPr dirty="0" sz="1600" spc="-10">
                <a:latin typeface="Gulim"/>
                <a:cs typeface="Gulim"/>
              </a:rPr>
              <a:t>하 </a:t>
            </a:r>
            <a:r>
              <a:rPr dirty="0" sz="1600">
                <a:latin typeface="Gulim"/>
                <a:cs typeface="Gulim"/>
              </a:rPr>
              <a:t>여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이진트리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노드를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heap</a:t>
            </a:r>
            <a:r>
              <a:rPr dirty="0" sz="1600" spc="-10">
                <a:latin typeface="Gulim"/>
                <a:cs typeface="Gulim"/>
              </a:rPr>
              <a:t>에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insert</a:t>
            </a:r>
            <a:r>
              <a:rPr dirty="0" sz="1600" spc="-10">
                <a:latin typeface="Gulim"/>
                <a:cs typeface="Gulim"/>
              </a:rPr>
              <a:t>합니다</a:t>
            </a:r>
            <a:endParaRPr sz="1600">
              <a:latin typeface="Gulim"/>
              <a:cs typeface="Gulim"/>
            </a:endParaRPr>
          </a:p>
          <a:p>
            <a:pPr marL="180975" indent="-175895">
              <a:lnSpc>
                <a:spcPct val="100000"/>
              </a:lnSpc>
              <a:spcBef>
                <a:spcPts val="705"/>
              </a:spcBef>
              <a:buSzPct val="96875"/>
              <a:buFont typeface="Arial"/>
              <a:buAutoNum type="arabicPeriod" startAt="2"/>
              <a:tabLst>
                <a:tab pos="180975" algn="l"/>
              </a:tabLst>
            </a:pPr>
            <a:r>
              <a:rPr dirty="0" sz="1600" spc="-20">
                <a:latin typeface="Gulim"/>
                <a:cs typeface="Gulim"/>
              </a:rPr>
              <a:t>계속버튼</a:t>
            </a:r>
            <a:endParaRPr sz="1600">
              <a:latin typeface="Gulim"/>
              <a:cs typeface="Gulim"/>
            </a:endParaRPr>
          </a:p>
          <a:p>
            <a:pPr marL="180975" indent="-175895">
              <a:lnSpc>
                <a:spcPct val="100000"/>
              </a:lnSpc>
              <a:spcBef>
                <a:spcPts val="695"/>
              </a:spcBef>
              <a:buSzPct val="96875"/>
              <a:buFont typeface="Arial"/>
              <a:buAutoNum type="arabicPeriod" startAt="2"/>
              <a:tabLst>
                <a:tab pos="180975" algn="l"/>
              </a:tabLst>
            </a:pPr>
            <a:r>
              <a:rPr dirty="0" sz="1600" spc="-20">
                <a:latin typeface="Gulim"/>
                <a:cs typeface="Gulim"/>
              </a:rPr>
              <a:t>계속버튼</a:t>
            </a:r>
            <a:endParaRPr sz="1600">
              <a:latin typeface="Gulim"/>
              <a:cs typeface="Gulim"/>
            </a:endParaRPr>
          </a:p>
          <a:p>
            <a:pPr marL="239395" indent="-226695">
              <a:lnSpc>
                <a:spcPct val="100000"/>
              </a:lnSpc>
              <a:spcBef>
                <a:spcPts val="680"/>
              </a:spcBef>
              <a:buSzPct val="96875"/>
              <a:buAutoNum type="arabicPeriod" startAt="2"/>
              <a:tabLst>
                <a:tab pos="239395" algn="l"/>
              </a:tabLst>
            </a:pPr>
            <a:r>
              <a:rPr dirty="0" sz="1600">
                <a:latin typeface="Arial"/>
                <a:cs typeface="Arial"/>
              </a:rPr>
              <a:t>heap_size</a:t>
            </a:r>
            <a:r>
              <a:rPr dirty="0" sz="1600" spc="-70">
                <a:latin typeface="Arial"/>
                <a:cs typeface="Arial"/>
              </a:rPr>
              <a:t> </a:t>
            </a:r>
            <a:r>
              <a:rPr dirty="0" sz="1600" spc="-25">
                <a:latin typeface="Arial"/>
                <a:cs typeface="Arial"/>
              </a:rPr>
              <a:t>=3</a:t>
            </a:r>
            <a:endParaRPr sz="1600">
              <a:latin typeface="Arial"/>
              <a:cs typeface="Arial"/>
            </a:endParaRPr>
          </a:p>
          <a:p>
            <a:pPr marL="192405">
              <a:lnSpc>
                <a:spcPct val="100000"/>
              </a:lnSpc>
              <a:spcBef>
                <a:spcPts val="1360"/>
              </a:spcBef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4+6-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&gt;10</a:t>
            </a:r>
            <a:endParaRPr sz="1400">
              <a:latin typeface="Gulim"/>
              <a:cs typeface="Gulim"/>
            </a:endParaRPr>
          </a:p>
          <a:p>
            <a:pPr marL="192405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8+10-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&gt;18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9" name="object 4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822409" y="2795028"/>
            <a:ext cx="3519639" cy="1523187"/>
          </a:xfrm>
          <a:prstGeom prst="rect">
            <a:avLst/>
          </a:prstGeom>
        </p:spPr>
      </p:pic>
      <p:sp>
        <p:nvSpPr>
          <p:cNvPr id="50" name="object 50"/>
          <p:cNvSpPr txBox="1"/>
          <p:nvPr/>
        </p:nvSpPr>
        <p:spPr>
          <a:xfrm>
            <a:off x="4634179" y="6655486"/>
            <a:ext cx="12382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80"/>
              </a:lnSpc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91530" y="6655486"/>
            <a:ext cx="123825" cy="2197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80"/>
              </a:lnSpc>
            </a:pPr>
            <a:r>
              <a:rPr dirty="0" sz="14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400">
              <a:latin typeface="Tw Cen MT"/>
              <a:cs typeface="Tw Cen MT"/>
            </a:endParaRPr>
          </a:p>
        </p:txBody>
      </p:sp>
      <p:sp>
        <p:nvSpPr>
          <p:cNvPr id="52" name="object 52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3" name="object 53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46111" y="4900066"/>
            <a:ext cx="1729371" cy="230610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huffman.c</a:t>
            </a:r>
            <a:r>
              <a:rPr dirty="0" sz="3200" spc="-15">
                <a:latin typeface="Tw Cen MT"/>
                <a:cs typeface="Tw Cen MT"/>
              </a:rPr>
              <a:t> </a:t>
            </a:r>
            <a:r>
              <a:rPr dirty="0" sz="3200" spc="-1620"/>
              <a:t>너무</a:t>
            </a:r>
            <a:r>
              <a:rPr dirty="0" sz="3200" spc="-170"/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70"/>
              <a:t> </a:t>
            </a:r>
            <a:r>
              <a:rPr dirty="0" sz="3200" spc="-1190"/>
              <a:t>한줄씩</a:t>
            </a:r>
            <a:r>
              <a:rPr dirty="0" sz="3200" spc="-170"/>
              <a:t> </a:t>
            </a:r>
            <a:r>
              <a:rPr dirty="0" sz="3200" spc="-1380"/>
              <a:t>설명해주세요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096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795"/>
              </a:spcBef>
              <a:buSzPct val="96875"/>
              <a:buAutoNum type="arabicPeriod"/>
              <a:tabLst>
                <a:tab pos="239395" algn="l"/>
              </a:tabLst>
            </a:pPr>
            <a:r>
              <a:rPr dirty="0" spc="-10">
                <a:latin typeface="Arial"/>
                <a:cs typeface="Arial"/>
              </a:rPr>
              <a:t>145</a:t>
            </a:r>
            <a:r>
              <a:rPr dirty="0" spc="-10"/>
              <a:t>번줄에</a:t>
            </a:r>
            <a:r>
              <a:rPr dirty="0" spc="-114"/>
              <a:t> </a:t>
            </a:r>
            <a:r>
              <a:rPr dirty="0"/>
              <a:t>중단점</a:t>
            </a:r>
            <a:r>
              <a:rPr dirty="0" spc="-100"/>
              <a:t> </a:t>
            </a:r>
            <a:r>
              <a:rPr dirty="0" spc="-25"/>
              <a:t>설정</a:t>
            </a: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/>
              <a:t>중단점</a:t>
            </a:r>
            <a:r>
              <a:rPr dirty="0" spc="-120"/>
              <a:t> </a:t>
            </a:r>
            <a:r>
              <a:rPr dirty="0"/>
              <a:t>만날때</a:t>
            </a:r>
            <a:r>
              <a:rPr dirty="0" spc="-110"/>
              <a:t> </a:t>
            </a:r>
            <a:r>
              <a:rPr dirty="0"/>
              <a:t>마다</a:t>
            </a:r>
            <a:r>
              <a:rPr dirty="0" spc="-114"/>
              <a:t> </a:t>
            </a:r>
            <a:r>
              <a:rPr dirty="0">
                <a:latin typeface="Arial"/>
                <a:cs typeface="Arial"/>
              </a:rPr>
              <a:t>2</a:t>
            </a:r>
            <a:r>
              <a:rPr dirty="0"/>
              <a:t>개의</a:t>
            </a:r>
            <a:r>
              <a:rPr dirty="0" spc="-114"/>
              <a:t> </a:t>
            </a:r>
            <a:r>
              <a:rPr dirty="0"/>
              <a:t>노드를</a:t>
            </a:r>
            <a:r>
              <a:rPr dirty="0" spc="-110"/>
              <a:t> </a:t>
            </a:r>
            <a:r>
              <a:rPr dirty="0" spc="-10">
                <a:latin typeface="Arial"/>
                <a:cs typeface="Arial"/>
              </a:rPr>
              <a:t>heap</a:t>
            </a:r>
            <a:r>
              <a:rPr dirty="0" spc="-10"/>
              <a:t>에서</a:t>
            </a:r>
            <a:r>
              <a:rPr dirty="0" spc="-114"/>
              <a:t> </a:t>
            </a:r>
            <a:r>
              <a:rPr dirty="0" spc="-10">
                <a:latin typeface="Arial"/>
                <a:cs typeface="Arial"/>
              </a:rPr>
              <a:t>delete</a:t>
            </a:r>
            <a:r>
              <a:rPr dirty="0" spc="-10"/>
              <a:t>하 </a:t>
            </a:r>
            <a:r>
              <a:rPr dirty="0"/>
              <a:t>여</a:t>
            </a:r>
            <a:r>
              <a:rPr dirty="0" spc="-114"/>
              <a:t> </a:t>
            </a:r>
            <a:r>
              <a:rPr dirty="0"/>
              <a:t>이진트리</a:t>
            </a:r>
            <a:r>
              <a:rPr dirty="0" spc="-100"/>
              <a:t> </a:t>
            </a:r>
            <a:r>
              <a:rPr dirty="0"/>
              <a:t>만들고</a:t>
            </a:r>
            <a:r>
              <a:rPr dirty="0" spc="-114"/>
              <a:t> </a:t>
            </a:r>
            <a:r>
              <a:rPr dirty="0"/>
              <a:t>그</a:t>
            </a:r>
            <a:r>
              <a:rPr dirty="0" spc="-110"/>
              <a:t> </a:t>
            </a:r>
            <a:r>
              <a:rPr dirty="0"/>
              <a:t>노드를</a:t>
            </a:r>
            <a:r>
              <a:rPr dirty="0" spc="-105"/>
              <a:t> </a:t>
            </a:r>
            <a:r>
              <a:rPr dirty="0" spc="-10">
                <a:latin typeface="Arial"/>
                <a:cs typeface="Arial"/>
              </a:rPr>
              <a:t>heap</a:t>
            </a:r>
            <a:r>
              <a:rPr dirty="0" spc="-10"/>
              <a:t>에</a:t>
            </a:r>
            <a:r>
              <a:rPr dirty="0" spc="-120"/>
              <a:t> </a:t>
            </a:r>
            <a:r>
              <a:rPr dirty="0" spc="-10">
                <a:latin typeface="Arial"/>
                <a:cs typeface="Arial"/>
              </a:rPr>
              <a:t>insert</a:t>
            </a:r>
            <a:r>
              <a:rPr dirty="0" spc="-10"/>
              <a:t>합니다</a:t>
            </a:r>
          </a:p>
          <a:p>
            <a:pPr marL="180975" indent="-175895">
              <a:lnSpc>
                <a:spcPct val="100000"/>
              </a:lnSpc>
              <a:spcBef>
                <a:spcPts val="705"/>
              </a:spcBef>
              <a:buSzPct val="96875"/>
              <a:buFont typeface="Arial"/>
              <a:buAutoNum type="arabicPeriod" startAt="2"/>
              <a:tabLst>
                <a:tab pos="180975" algn="l"/>
              </a:tabLst>
            </a:pPr>
            <a:r>
              <a:rPr dirty="0" spc="-20"/>
              <a:t>계속버튼</a:t>
            </a:r>
          </a:p>
          <a:p>
            <a:pPr marL="239395" indent="-226695">
              <a:lnSpc>
                <a:spcPct val="100000"/>
              </a:lnSpc>
              <a:spcBef>
                <a:spcPts val="680"/>
              </a:spcBef>
              <a:buSzPct val="96875"/>
              <a:buAutoNum type="arabicPeriod" startAt="2"/>
              <a:tabLst>
                <a:tab pos="239395" algn="l"/>
              </a:tabLst>
            </a:pPr>
            <a:r>
              <a:rPr dirty="0" spc="-10">
                <a:latin typeface="Arial"/>
                <a:cs typeface="Arial"/>
              </a:rPr>
              <a:t>heap_size=2</a:t>
            </a: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591882" y="2028875"/>
            <a:ext cx="1488846" cy="157953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8248891" y="3345267"/>
            <a:ext cx="88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900">
              <a:latin typeface="Tw Cen MT"/>
              <a:cs typeface="Tw Cen MT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799436" y="3345267"/>
            <a:ext cx="88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900">
              <a:latin typeface="Tw Cen MT"/>
              <a:cs typeface="Tw Cen MT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784757" y="2757549"/>
            <a:ext cx="8890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900">
              <a:latin typeface="Tw Cen MT"/>
              <a:cs typeface="Tw Cen MT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6547561" y="2016696"/>
            <a:ext cx="473709" cy="349250"/>
            <a:chOff x="6547561" y="2016696"/>
            <a:chExt cx="473709" cy="349250"/>
          </a:xfrm>
        </p:grpSpPr>
        <p:sp>
          <p:nvSpPr>
            <p:cNvPr id="10" name="object 10"/>
            <p:cNvSpPr/>
            <p:nvPr/>
          </p:nvSpPr>
          <p:spPr>
            <a:xfrm>
              <a:off x="6558216" y="2025827"/>
              <a:ext cx="454025" cy="330835"/>
            </a:xfrm>
            <a:custGeom>
              <a:avLst/>
              <a:gdLst/>
              <a:ahLst/>
              <a:cxnLst/>
              <a:rect l="l" t="t" r="r" b="b"/>
              <a:pathLst>
                <a:path w="454025" h="330835">
                  <a:moveTo>
                    <a:pt x="226834" y="0"/>
                  </a:moveTo>
                  <a:lnTo>
                    <a:pt x="174481" y="4400"/>
                  </a:lnTo>
                  <a:lnTo>
                    <a:pt x="126602" y="16928"/>
                  </a:lnTo>
                  <a:lnTo>
                    <a:pt x="84504" y="36570"/>
                  </a:lnTo>
                  <a:lnTo>
                    <a:pt x="49490" y="62313"/>
                  </a:lnTo>
                  <a:lnTo>
                    <a:pt x="22865" y="93145"/>
                  </a:lnTo>
                  <a:lnTo>
                    <a:pt x="5933" y="128054"/>
                  </a:lnTo>
                  <a:lnTo>
                    <a:pt x="0" y="166027"/>
                  </a:lnTo>
                  <a:lnTo>
                    <a:pt x="5933" y="203915"/>
                  </a:lnTo>
                  <a:lnTo>
                    <a:pt x="22865" y="238606"/>
                  </a:lnTo>
                  <a:lnTo>
                    <a:pt x="49490" y="269140"/>
                  </a:lnTo>
                  <a:lnTo>
                    <a:pt x="84504" y="294559"/>
                  </a:lnTo>
                  <a:lnTo>
                    <a:pt x="126602" y="313903"/>
                  </a:lnTo>
                  <a:lnTo>
                    <a:pt x="174481" y="326213"/>
                  </a:lnTo>
                  <a:lnTo>
                    <a:pt x="226834" y="330530"/>
                  </a:lnTo>
                  <a:lnTo>
                    <a:pt x="278703" y="326213"/>
                  </a:lnTo>
                  <a:lnTo>
                    <a:pt x="326391" y="313903"/>
                  </a:lnTo>
                  <a:lnTo>
                    <a:pt x="368514" y="294559"/>
                  </a:lnTo>
                  <a:lnTo>
                    <a:pt x="403687" y="269140"/>
                  </a:lnTo>
                  <a:lnTo>
                    <a:pt x="430524" y="238606"/>
                  </a:lnTo>
                  <a:lnTo>
                    <a:pt x="447642" y="203915"/>
                  </a:lnTo>
                  <a:lnTo>
                    <a:pt x="453656" y="166027"/>
                  </a:lnTo>
                  <a:lnTo>
                    <a:pt x="447642" y="128054"/>
                  </a:lnTo>
                  <a:lnTo>
                    <a:pt x="430524" y="93145"/>
                  </a:lnTo>
                  <a:lnTo>
                    <a:pt x="403687" y="62313"/>
                  </a:lnTo>
                  <a:lnTo>
                    <a:pt x="368514" y="36570"/>
                  </a:lnTo>
                  <a:lnTo>
                    <a:pt x="326391" y="16928"/>
                  </a:lnTo>
                  <a:lnTo>
                    <a:pt x="278703" y="4400"/>
                  </a:lnTo>
                  <a:lnTo>
                    <a:pt x="226834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6547561" y="2016696"/>
              <a:ext cx="473709" cy="349250"/>
            </a:xfrm>
            <a:custGeom>
              <a:avLst/>
              <a:gdLst/>
              <a:ahLst/>
              <a:cxnLst/>
              <a:rect l="l" t="t" r="r" b="b"/>
              <a:pathLst>
                <a:path w="473709" h="349250">
                  <a:moveTo>
                    <a:pt x="237489" y="0"/>
                  </a:moveTo>
                  <a:lnTo>
                    <a:pt x="190296" y="3035"/>
                  </a:lnTo>
                  <a:lnTo>
                    <a:pt x="146138" y="13703"/>
                  </a:lnTo>
                  <a:lnTo>
                    <a:pt x="105041" y="28930"/>
                  </a:lnTo>
                  <a:lnTo>
                    <a:pt x="70027" y="50253"/>
                  </a:lnTo>
                  <a:lnTo>
                    <a:pt x="41097" y="76149"/>
                  </a:lnTo>
                  <a:lnTo>
                    <a:pt x="10655" y="123367"/>
                  </a:lnTo>
                  <a:lnTo>
                    <a:pt x="1524" y="156883"/>
                  </a:lnTo>
                  <a:lnTo>
                    <a:pt x="1524" y="166027"/>
                  </a:lnTo>
                  <a:lnTo>
                    <a:pt x="0" y="175158"/>
                  </a:lnTo>
                  <a:lnTo>
                    <a:pt x="1524" y="184302"/>
                  </a:lnTo>
                  <a:lnTo>
                    <a:pt x="1524" y="193433"/>
                  </a:lnTo>
                  <a:lnTo>
                    <a:pt x="6083" y="211721"/>
                  </a:lnTo>
                  <a:lnTo>
                    <a:pt x="30441" y="258940"/>
                  </a:lnTo>
                  <a:lnTo>
                    <a:pt x="56324" y="287870"/>
                  </a:lnTo>
                  <a:lnTo>
                    <a:pt x="88290" y="310718"/>
                  </a:lnTo>
                  <a:lnTo>
                    <a:pt x="126352" y="329006"/>
                  </a:lnTo>
                  <a:lnTo>
                    <a:pt x="167462" y="341185"/>
                  </a:lnTo>
                  <a:lnTo>
                    <a:pt x="213131" y="348805"/>
                  </a:lnTo>
                  <a:lnTo>
                    <a:pt x="261835" y="348805"/>
                  </a:lnTo>
                  <a:lnTo>
                    <a:pt x="284670" y="345757"/>
                  </a:lnTo>
                  <a:lnTo>
                    <a:pt x="307517" y="341185"/>
                  </a:lnTo>
                  <a:lnTo>
                    <a:pt x="328828" y="335089"/>
                  </a:lnTo>
                  <a:lnTo>
                    <a:pt x="343658" y="330530"/>
                  </a:lnTo>
                  <a:lnTo>
                    <a:pt x="237489" y="330530"/>
                  </a:lnTo>
                  <a:lnTo>
                    <a:pt x="191808" y="327482"/>
                  </a:lnTo>
                  <a:lnTo>
                    <a:pt x="172021" y="322910"/>
                  </a:lnTo>
                  <a:lnTo>
                    <a:pt x="150710" y="318338"/>
                  </a:lnTo>
                  <a:lnTo>
                    <a:pt x="114173" y="303110"/>
                  </a:lnTo>
                  <a:lnTo>
                    <a:pt x="68503" y="272643"/>
                  </a:lnTo>
                  <a:lnTo>
                    <a:pt x="28917" y="219328"/>
                  </a:lnTo>
                  <a:lnTo>
                    <a:pt x="19786" y="190398"/>
                  </a:lnTo>
                  <a:lnTo>
                    <a:pt x="19786" y="166027"/>
                  </a:lnTo>
                  <a:lnTo>
                    <a:pt x="36537" y="114236"/>
                  </a:lnTo>
                  <a:lnTo>
                    <a:pt x="68503" y="76149"/>
                  </a:lnTo>
                  <a:lnTo>
                    <a:pt x="114173" y="45694"/>
                  </a:lnTo>
                  <a:lnTo>
                    <a:pt x="172021" y="25882"/>
                  </a:lnTo>
                  <a:lnTo>
                    <a:pt x="214655" y="19799"/>
                  </a:lnTo>
                  <a:lnTo>
                    <a:pt x="344352" y="19799"/>
                  </a:lnTo>
                  <a:lnTo>
                    <a:pt x="327304" y="13703"/>
                  </a:lnTo>
                  <a:lnTo>
                    <a:pt x="305993" y="7607"/>
                  </a:lnTo>
                  <a:lnTo>
                    <a:pt x="284670" y="3035"/>
                  </a:lnTo>
                  <a:lnTo>
                    <a:pt x="237489" y="0"/>
                  </a:lnTo>
                  <a:close/>
                </a:path>
                <a:path w="473709" h="349250">
                  <a:moveTo>
                    <a:pt x="344352" y="19799"/>
                  </a:moveTo>
                  <a:lnTo>
                    <a:pt x="260324" y="19799"/>
                  </a:lnTo>
                  <a:lnTo>
                    <a:pt x="302945" y="25882"/>
                  </a:lnTo>
                  <a:lnTo>
                    <a:pt x="342518" y="38074"/>
                  </a:lnTo>
                  <a:lnTo>
                    <a:pt x="377532" y="56349"/>
                  </a:lnTo>
                  <a:lnTo>
                    <a:pt x="418642" y="89865"/>
                  </a:lnTo>
                  <a:lnTo>
                    <a:pt x="446049" y="129463"/>
                  </a:lnTo>
                  <a:lnTo>
                    <a:pt x="455180" y="167551"/>
                  </a:lnTo>
                  <a:lnTo>
                    <a:pt x="455180" y="182778"/>
                  </a:lnTo>
                  <a:lnTo>
                    <a:pt x="444525" y="220852"/>
                  </a:lnTo>
                  <a:lnTo>
                    <a:pt x="418642" y="260464"/>
                  </a:lnTo>
                  <a:lnTo>
                    <a:pt x="376021" y="293966"/>
                  </a:lnTo>
                  <a:lnTo>
                    <a:pt x="322732" y="318338"/>
                  </a:lnTo>
                  <a:lnTo>
                    <a:pt x="281635" y="327482"/>
                  </a:lnTo>
                  <a:lnTo>
                    <a:pt x="237489" y="330530"/>
                  </a:lnTo>
                  <a:lnTo>
                    <a:pt x="343658" y="330530"/>
                  </a:lnTo>
                  <a:lnTo>
                    <a:pt x="386676" y="310718"/>
                  </a:lnTo>
                  <a:lnTo>
                    <a:pt x="418642" y="286346"/>
                  </a:lnTo>
                  <a:lnTo>
                    <a:pt x="455180" y="243700"/>
                  </a:lnTo>
                  <a:lnTo>
                    <a:pt x="471919" y="191909"/>
                  </a:lnTo>
                  <a:lnTo>
                    <a:pt x="473443" y="184302"/>
                  </a:lnTo>
                  <a:lnTo>
                    <a:pt x="473443" y="166027"/>
                  </a:lnTo>
                  <a:lnTo>
                    <a:pt x="471919" y="155359"/>
                  </a:lnTo>
                  <a:lnTo>
                    <a:pt x="453656" y="105092"/>
                  </a:lnTo>
                  <a:lnTo>
                    <a:pt x="418642" y="62445"/>
                  </a:lnTo>
                  <a:lnTo>
                    <a:pt x="386676" y="39598"/>
                  </a:lnTo>
                  <a:lnTo>
                    <a:pt x="348614" y="21323"/>
                  </a:lnTo>
                  <a:lnTo>
                    <a:pt x="344352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/>
          <p:cNvSpPr txBox="1"/>
          <p:nvPr/>
        </p:nvSpPr>
        <p:spPr>
          <a:xfrm>
            <a:off x="6708444" y="2103422"/>
            <a:ext cx="151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900">
              <a:latin typeface="Tw Cen MT"/>
              <a:cs typeface="Tw Cen MT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7173239" y="2016696"/>
            <a:ext cx="473709" cy="349250"/>
            <a:chOff x="7173239" y="2016696"/>
            <a:chExt cx="473709" cy="349250"/>
          </a:xfrm>
        </p:grpSpPr>
        <p:sp>
          <p:nvSpPr>
            <p:cNvPr id="14" name="object 14"/>
            <p:cNvSpPr/>
            <p:nvPr/>
          </p:nvSpPr>
          <p:spPr>
            <a:xfrm>
              <a:off x="7182370" y="2025827"/>
              <a:ext cx="454025" cy="330835"/>
            </a:xfrm>
            <a:custGeom>
              <a:avLst/>
              <a:gdLst/>
              <a:ahLst/>
              <a:cxnLst/>
              <a:rect l="l" t="t" r="r" b="b"/>
              <a:pathLst>
                <a:path w="454025" h="330835">
                  <a:moveTo>
                    <a:pt x="226834" y="0"/>
                  </a:moveTo>
                  <a:lnTo>
                    <a:pt x="174964" y="4400"/>
                  </a:lnTo>
                  <a:lnTo>
                    <a:pt x="127274" y="16928"/>
                  </a:lnTo>
                  <a:lnTo>
                    <a:pt x="85149" y="36570"/>
                  </a:lnTo>
                  <a:lnTo>
                    <a:pt x="49974" y="62313"/>
                  </a:lnTo>
                  <a:lnTo>
                    <a:pt x="23134" y="93145"/>
                  </a:lnTo>
                  <a:lnTo>
                    <a:pt x="6014" y="128054"/>
                  </a:lnTo>
                  <a:lnTo>
                    <a:pt x="0" y="166027"/>
                  </a:lnTo>
                  <a:lnTo>
                    <a:pt x="6014" y="203915"/>
                  </a:lnTo>
                  <a:lnTo>
                    <a:pt x="23134" y="238606"/>
                  </a:lnTo>
                  <a:lnTo>
                    <a:pt x="49974" y="269140"/>
                  </a:lnTo>
                  <a:lnTo>
                    <a:pt x="85149" y="294559"/>
                  </a:lnTo>
                  <a:lnTo>
                    <a:pt x="127274" y="313903"/>
                  </a:lnTo>
                  <a:lnTo>
                    <a:pt x="174964" y="326213"/>
                  </a:lnTo>
                  <a:lnTo>
                    <a:pt x="226834" y="330530"/>
                  </a:lnTo>
                  <a:lnTo>
                    <a:pt x="278703" y="326213"/>
                  </a:lnTo>
                  <a:lnTo>
                    <a:pt x="326391" y="313903"/>
                  </a:lnTo>
                  <a:lnTo>
                    <a:pt x="368514" y="294559"/>
                  </a:lnTo>
                  <a:lnTo>
                    <a:pt x="403687" y="269140"/>
                  </a:lnTo>
                  <a:lnTo>
                    <a:pt x="430524" y="238606"/>
                  </a:lnTo>
                  <a:lnTo>
                    <a:pt x="447642" y="203915"/>
                  </a:lnTo>
                  <a:lnTo>
                    <a:pt x="453656" y="166027"/>
                  </a:lnTo>
                  <a:lnTo>
                    <a:pt x="447642" y="128054"/>
                  </a:lnTo>
                  <a:lnTo>
                    <a:pt x="430524" y="93145"/>
                  </a:lnTo>
                  <a:lnTo>
                    <a:pt x="403687" y="62313"/>
                  </a:lnTo>
                  <a:lnTo>
                    <a:pt x="368514" y="36570"/>
                  </a:lnTo>
                  <a:lnTo>
                    <a:pt x="326391" y="16928"/>
                  </a:lnTo>
                  <a:lnTo>
                    <a:pt x="278703" y="4400"/>
                  </a:lnTo>
                  <a:lnTo>
                    <a:pt x="226834" y="0"/>
                  </a:lnTo>
                  <a:close/>
                </a:path>
              </a:pathLst>
            </a:custGeom>
            <a:solidFill>
              <a:srgbClr val="DD8046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7173239" y="2016696"/>
              <a:ext cx="473709" cy="349250"/>
            </a:xfrm>
            <a:custGeom>
              <a:avLst/>
              <a:gdLst/>
              <a:ahLst/>
              <a:cxnLst/>
              <a:rect l="l" t="t" r="r" b="b"/>
              <a:pathLst>
                <a:path w="473709" h="349250">
                  <a:moveTo>
                    <a:pt x="235966" y="0"/>
                  </a:moveTo>
                  <a:lnTo>
                    <a:pt x="188772" y="3035"/>
                  </a:lnTo>
                  <a:lnTo>
                    <a:pt x="144627" y="13703"/>
                  </a:lnTo>
                  <a:lnTo>
                    <a:pt x="105041" y="28930"/>
                  </a:lnTo>
                  <a:lnTo>
                    <a:pt x="70027" y="50253"/>
                  </a:lnTo>
                  <a:lnTo>
                    <a:pt x="41109" y="76149"/>
                  </a:lnTo>
                  <a:lnTo>
                    <a:pt x="10655" y="123367"/>
                  </a:lnTo>
                  <a:lnTo>
                    <a:pt x="0" y="156883"/>
                  </a:lnTo>
                  <a:lnTo>
                    <a:pt x="0" y="193433"/>
                  </a:lnTo>
                  <a:lnTo>
                    <a:pt x="18262" y="243700"/>
                  </a:lnTo>
                  <a:lnTo>
                    <a:pt x="54800" y="287870"/>
                  </a:lnTo>
                  <a:lnTo>
                    <a:pt x="86779" y="310718"/>
                  </a:lnTo>
                  <a:lnTo>
                    <a:pt x="124828" y="329006"/>
                  </a:lnTo>
                  <a:lnTo>
                    <a:pt x="167462" y="341185"/>
                  </a:lnTo>
                  <a:lnTo>
                    <a:pt x="188772" y="345757"/>
                  </a:lnTo>
                  <a:lnTo>
                    <a:pt x="213131" y="348805"/>
                  </a:lnTo>
                  <a:lnTo>
                    <a:pt x="260324" y="348805"/>
                  </a:lnTo>
                  <a:lnTo>
                    <a:pt x="283159" y="345757"/>
                  </a:lnTo>
                  <a:lnTo>
                    <a:pt x="305993" y="341185"/>
                  </a:lnTo>
                  <a:lnTo>
                    <a:pt x="343281" y="330530"/>
                  </a:lnTo>
                  <a:lnTo>
                    <a:pt x="235966" y="330530"/>
                  </a:lnTo>
                  <a:lnTo>
                    <a:pt x="191820" y="327482"/>
                  </a:lnTo>
                  <a:lnTo>
                    <a:pt x="150710" y="318338"/>
                  </a:lnTo>
                  <a:lnTo>
                    <a:pt x="112649" y="303110"/>
                  </a:lnTo>
                  <a:lnTo>
                    <a:pt x="66979" y="272643"/>
                  </a:lnTo>
                  <a:lnTo>
                    <a:pt x="35013" y="233044"/>
                  </a:lnTo>
                  <a:lnTo>
                    <a:pt x="18262" y="182778"/>
                  </a:lnTo>
                  <a:lnTo>
                    <a:pt x="18262" y="166027"/>
                  </a:lnTo>
                  <a:lnTo>
                    <a:pt x="35013" y="114236"/>
                  </a:lnTo>
                  <a:lnTo>
                    <a:pt x="66979" y="76149"/>
                  </a:lnTo>
                  <a:lnTo>
                    <a:pt x="114173" y="45694"/>
                  </a:lnTo>
                  <a:lnTo>
                    <a:pt x="170497" y="25882"/>
                  </a:lnTo>
                  <a:lnTo>
                    <a:pt x="214655" y="19799"/>
                  </a:lnTo>
                  <a:lnTo>
                    <a:pt x="343151" y="19799"/>
                  </a:lnTo>
                  <a:lnTo>
                    <a:pt x="327304" y="13703"/>
                  </a:lnTo>
                  <a:lnTo>
                    <a:pt x="305993" y="7607"/>
                  </a:lnTo>
                  <a:lnTo>
                    <a:pt x="283159" y="3035"/>
                  </a:lnTo>
                  <a:lnTo>
                    <a:pt x="235966" y="0"/>
                  </a:lnTo>
                  <a:close/>
                </a:path>
                <a:path w="473709" h="349250">
                  <a:moveTo>
                    <a:pt x="343151" y="19799"/>
                  </a:moveTo>
                  <a:lnTo>
                    <a:pt x="258800" y="19799"/>
                  </a:lnTo>
                  <a:lnTo>
                    <a:pt x="301421" y="25882"/>
                  </a:lnTo>
                  <a:lnTo>
                    <a:pt x="322732" y="31978"/>
                  </a:lnTo>
                  <a:lnTo>
                    <a:pt x="359270" y="47218"/>
                  </a:lnTo>
                  <a:lnTo>
                    <a:pt x="404939" y="77673"/>
                  </a:lnTo>
                  <a:lnTo>
                    <a:pt x="436905" y="115760"/>
                  </a:lnTo>
                  <a:lnTo>
                    <a:pt x="453656" y="167551"/>
                  </a:lnTo>
                  <a:lnTo>
                    <a:pt x="453656" y="182778"/>
                  </a:lnTo>
                  <a:lnTo>
                    <a:pt x="444525" y="220852"/>
                  </a:lnTo>
                  <a:lnTo>
                    <a:pt x="417118" y="260464"/>
                  </a:lnTo>
                  <a:lnTo>
                    <a:pt x="376021" y="293966"/>
                  </a:lnTo>
                  <a:lnTo>
                    <a:pt x="341007" y="310718"/>
                  </a:lnTo>
                  <a:lnTo>
                    <a:pt x="301421" y="322910"/>
                  </a:lnTo>
                  <a:lnTo>
                    <a:pt x="235966" y="330530"/>
                  </a:lnTo>
                  <a:lnTo>
                    <a:pt x="343281" y="330530"/>
                  </a:lnTo>
                  <a:lnTo>
                    <a:pt x="385152" y="310718"/>
                  </a:lnTo>
                  <a:lnTo>
                    <a:pt x="418642" y="286346"/>
                  </a:lnTo>
                  <a:lnTo>
                    <a:pt x="453656" y="243700"/>
                  </a:lnTo>
                  <a:lnTo>
                    <a:pt x="471919" y="191909"/>
                  </a:lnTo>
                  <a:lnTo>
                    <a:pt x="471919" y="184302"/>
                  </a:lnTo>
                  <a:lnTo>
                    <a:pt x="473443" y="175158"/>
                  </a:lnTo>
                  <a:lnTo>
                    <a:pt x="471919" y="166027"/>
                  </a:lnTo>
                  <a:lnTo>
                    <a:pt x="471919" y="155359"/>
                  </a:lnTo>
                  <a:lnTo>
                    <a:pt x="467359" y="138607"/>
                  </a:lnTo>
                  <a:lnTo>
                    <a:pt x="443001" y="89865"/>
                  </a:lnTo>
                  <a:lnTo>
                    <a:pt x="401891" y="50253"/>
                  </a:lnTo>
                  <a:lnTo>
                    <a:pt x="366890" y="28930"/>
                  </a:lnTo>
                  <a:lnTo>
                    <a:pt x="343151" y="19799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/>
          <p:cNvSpPr txBox="1"/>
          <p:nvPr/>
        </p:nvSpPr>
        <p:spPr>
          <a:xfrm>
            <a:off x="7332967" y="2103422"/>
            <a:ext cx="151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9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434171" y="2761359"/>
            <a:ext cx="151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90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944104" y="2115881"/>
            <a:ext cx="151130" cy="1625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90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8064169" y="5885643"/>
            <a:ext cx="109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6629768" y="4883315"/>
            <a:ext cx="548640" cy="464820"/>
            <a:chOff x="6629768" y="4883315"/>
            <a:chExt cx="548640" cy="464820"/>
          </a:xfrm>
        </p:grpSpPr>
        <p:sp>
          <p:nvSpPr>
            <p:cNvPr id="21" name="object 21"/>
            <p:cNvSpPr/>
            <p:nvPr/>
          </p:nvSpPr>
          <p:spPr>
            <a:xfrm>
              <a:off x="6638899" y="4892459"/>
              <a:ext cx="528320" cy="446405"/>
            </a:xfrm>
            <a:custGeom>
              <a:avLst/>
              <a:gdLst/>
              <a:ahLst/>
              <a:cxnLst/>
              <a:rect l="l" t="t" r="r" b="b"/>
              <a:pathLst>
                <a:path w="528320" h="446404">
                  <a:moveTo>
                    <a:pt x="264883" y="0"/>
                  </a:moveTo>
                  <a:lnTo>
                    <a:pt x="211544" y="4557"/>
                  </a:lnTo>
                  <a:lnTo>
                    <a:pt x="161843" y="17612"/>
                  </a:lnTo>
                  <a:lnTo>
                    <a:pt x="116851" y="38234"/>
                  </a:lnTo>
                  <a:lnTo>
                    <a:pt x="77639" y="65497"/>
                  </a:lnTo>
                  <a:lnTo>
                    <a:pt x="45278" y="98470"/>
                  </a:lnTo>
                  <a:lnTo>
                    <a:pt x="20837" y="136227"/>
                  </a:lnTo>
                  <a:lnTo>
                    <a:pt x="5387" y="177839"/>
                  </a:lnTo>
                  <a:lnTo>
                    <a:pt x="0" y="222376"/>
                  </a:lnTo>
                  <a:lnTo>
                    <a:pt x="5387" y="267421"/>
                  </a:lnTo>
                  <a:lnTo>
                    <a:pt x="20837" y="309414"/>
                  </a:lnTo>
                  <a:lnTo>
                    <a:pt x="45278" y="347444"/>
                  </a:lnTo>
                  <a:lnTo>
                    <a:pt x="77639" y="380601"/>
                  </a:lnTo>
                  <a:lnTo>
                    <a:pt x="116851" y="407974"/>
                  </a:lnTo>
                  <a:lnTo>
                    <a:pt x="161843" y="428654"/>
                  </a:lnTo>
                  <a:lnTo>
                    <a:pt x="211544" y="441729"/>
                  </a:lnTo>
                  <a:lnTo>
                    <a:pt x="264883" y="446290"/>
                  </a:lnTo>
                  <a:lnTo>
                    <a:pt x="318162" y="441729"/>
                  </a:lnTo>
                  <a:lnTo>
                    <a:pt x="367693" y="428654"/>
                  </a:lnTo>
                  <a:lnTo>
                    <a:pt x="412443" y="407974"/>
                  </a:lnTo>
                  <a:lnTo>
                    <a:pt x="451377" y="380601"/>
                  </a:lnTo>
                  <a:lnTo>
                    <a:pt x="483459" y="347444"/>
                  </a:lnTo>
                  <a:lnTo>
                    <a:pt x="507657" y="309414"/>
                  </a:lnTo>
                  <a:lnTo>
                    <a:pt x="522934" y="267421"/>
                  </a:lnTo>
                  <a:lnTo>
                    <a:pt x="528256" y="222376"/>
                  </a:lnTo>
                  <a:lnTo>
                    <a:pt x="522934" y="177839"/>
                  </a:lnTo>
                  <a:lnTo>
                    <a:pt x="507657" y="136227"/>
                  </a:lnTo>
                  <a:lnTo>
                    <a:pt x="483459" y="98470"/>
                  </a:lnTo>
                  <a:lnTo>
                    <a:pt x="451377" y="65497"/>
                  </a:lnTo>
                  <a:lnTo>
                    <a:pt x="412443" y="38234"/>
                  </a:lnTo>
                  <a:lnTo>
                    <a:pt x="367693" y="17612"/>
                  </a:lnTo>
                  <a:lnTo>
                    <a:pt x="318162" y="4557"/>
                  </a:lnTo>
                  <a:lnTo>
                    <a:pt x="264883" y="0"/>
                  </a:lnTo>
                  <a:close/>
                </a:path>
              </a:pathLst>
            </a:custGeom>
            <a:solidFill>
              <a:srgbClr val="00B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6629768" y="4883315"/>
              <a:ext cx="548640" cy="464820"/>
            </a:xfrm>
            <a:custGeom>
              <a:avLst/>
              <a:gdLst/>
              <a:ahLst/>
              <a:cxnLst/>
              <a:rect l="l" t="t" r="r" b="b"/>
              <a:pathLst>
                <a:path w="548640" h="464820">
                  <a:moveTo>
                    <a:pt x="287718" y="0"/>
                  </a:moveTo>
                  <a:lnTo>
                    <a:pt x="258800" y="0"/>
                  </a:lnTo>
                  <a:lnTo>
                    <a:pt x="217690" y="4571"/>
                  </a:lnTo>
                  <a:lnTo>
                    <a:pt x="167449" y="18275"/>
                  </a:lnTo>
                  <a:lnTo>
                    <a:pt x="120269" y="39611"/>
                  </a:lnTo>
                  <a:lnTo>
                    <a:pt x="80683" y="67017"/>
                  </a:lnTo>
                  <a:lnTo>
                    <a:pt x="47193" y="102057"/>
                  </a:lnTo>
                  <a:lnTo>
                    <a:pt x="21310" y="141655"/>
                  </a:lnTo>
                  <a:lnTo>
                    <a:pt x="9131" y="173647"/>
                  </a:lnTo>
                  <a:lnTo>
                    <a:pt x="4572" y="185826"/>
                  </a:lnTo>
                  <a:lnTo>
                    <a:pt x="3048" y="196494"/>
                  </a:lnTo>
                  <a:lnTo>
                    <a:pt x="0" y="220865"/>
                  </a:lnTo>
                  <a:lnTo>
                    <a:pt x="0" y="245236"/>
                  </a:lnTo>
                  <a:lnTo>
                    <a:pt x="1524" y="255892"/>
                  </a:lnTo>
                  <a:lnTo>
                    <a:pt x="4572" y="280263"/>
                  </a:lnTo>
                  <a:lnTo>
                    <a:pt x="9131" y="290931"/>
                  </a:lnTo>
                  <a:lnTo>
                    <a:pt x="12179" y="301586"/>
                  </a:lnTo>
                  <a:lnTo>
                    <a:pt x="16738" y="312254"/>
                  </a:lnTo>
                  <a:lnTo>
                    <a:pt x="47193" y="362521"/>
                  </a:lnTo>
                  <a:lnTo>
                    <a:pt x="80683" y="397548"/>
                  </a:lnTo>
                  <a:lnTo>
                    <a:pt x="121780" y="424967"/>
                  </a:lnTo>
                  <a:lnTo>
                    <a:pt x="167449" y="446290"/>
                  </a:lnTo>
                  <a:lnTo>
                    <a:pt x="219214" y="460006"/>
                  </a:lnTo>
                  <a:lnTo>
                    <a:pt x="260311" y="464578"/>
                  </a:lnTo>
                  <a:lnTo>
                    <a:pt x="287718" y="464578"/>
                  </a:lnTo>
                  <a:lnTo>
                    <a:pt x="328828" y="460006"/>
                  </a:lnTo>
                  <a:lnTo>
                    <a:pt x="354698" y="453910"/>
                  </a:lnTo>
                  <a:lnTo>
                    <a:pt x="380580" y="446290"/>
                  </a:lnTo>
                  <a:lnTo>
                    <a:pt x="274015" y="446290"/>
                  </a:lnTo>
                  <a:lnTo>
                    <a:pt x="260311" y="444766"/>
                  </a:lnTo>
                  <a:lnTo>
                    <a:pt x="246621" y="444766"/>
                  </a:lnTo>
                  <a:lnTo>
                    <a:pt x="222262" y="441718"/>
                  </a:lnTo>
                  <a:lnTo>
                    <a:pt x="173545" y="428015"/>
                  </a:lnTo>
                  <a:lnTo>
                    <a:pt x="129400" y="408216"/>
                  </a:lnTo>
                  <a:lnTo>
                    <a:pt x="92862" y="382320"/>
                  </a:lnTo>
                  <a:lnTo>
                    <a:pt x="60896" y="350329"/>
                  </a:lnTo>
                  <a:lnTo>
                    <a:pt x="38061" y="313778"/>
                  </a:lnTo>
                  <a:lnTo>
                    <a:pt x="30441" y="295503"/>
                  </a:lnTo>
                  <a:lnTo>
                    <a:pt x="25882" y="284835"/>
                  </a:lnTo>
                  <a:lnTo>
                    <a:pt x="24358" y="274180"/>
                  </a:lnTo>
                  <a:lnTo>
                    <a:pt x="21310" y="265036"/>
                  </a:lnTo>
                  <a:lnTo>
                    <a:pt x="19786" y="254368"/>
                  </a:lnTo>
                  <a:lnTo>
                    <a:pt x="18262" y="242188"/>
                  </a:lnTo>
                  <a:lnTo>
                    <a:pt x="18262" y="231520"/>
                  </a:lnTo>
                  <a:lnTo>
                    <a:pt x="19786" y="220865"/>
                  </a:lnTo>
                  <a:lnTo>
                    <a:pt x="19786" y="210197"/>
                  </a:lnTo>
                  <a:lnTo>
                    <a:pt x="21310" y="199542"/>
                  </a:lnTo>
                  <a:lnTo>
                    <a:pt x="24358" y="188874"/>
                  </a:lnTo>
                  <a:lnTo>
                    <a:pt x="27406" y="179743"/>
                  </a:lnTo>
                  <a:lnTo>
                    <a:pt x="33489" y="158407"/>
                  </a:lnTo>
                  <a:lnTo>
                    <a:pt x="62420" y="112712"/>
                  </a:lnTo>
                  <a:lnTo>
                    <a:pt x="92862" y="82257"/>
                  </a:lnTo>
                  <a:lnTo>
                    <a:pt x="111125" y="67017"/>
                  </a:lnTo>
                  <a:lnTo>
                    <a:pt x="152234" y="44170"/>
                  </a:lnTo>
                  <a:lnTo>
                    <a:pt x="222262" y="22847"/>
                  </a:lnTo>
                  <a:lnTo>
                    <a:pt x="248145" y="19799"/>
                  </a:lnTo>
                  <a:lnTo>
                    <a:pt x="260311" y="19799"/>
                  </a:lnTo>
                  <a:lnTo>
                    <a:pt x="274015" y="18275"/>
                  </a:lnTo>
                  <a:lnTo>
                    <a:pt x="379056" y="18275"/>
                  </a:lnTo>
                  <a:lnTo>
                    <a:pt x="354698" y="10667"/>
                  </a:lnTo>
                  <a:lnTo>
                    <a:pt x="328828" y="4571"/>
                  </a:lnTo>
                  <a:lnTo>
                    <a:pt x="287718" y="0"/>
                  </a:lnTo>
                  <a:close/>
                </a:path>
                <a:path w="548640" h="464820">
                  <a:moveTo>
                    <a:pt x="379056" y="18275"/>
                  </a:moveTo>
                  <a:lnTo>
                    <a:pt x="274015" y="18275"/>
                  </a:lnTo>
                  <a:lnTo>
                    <a:pt x="287718" y="19799"/>
                  </a:lnTo>
                  <a:lnTo>
                    <a:pt x="299897" y="19799"/>
                  </a:lnTo>
                  <a:lnTo>
                    <a:pt x="325780" y="22847"/>
                  </a:lnTo>
                  <a:lnTo>
                    <a:pt x="374497" y="36563"/>
                  </a:lnTo>
                  <a:lnTo>
                    <a:pt x="417118" y="56362"/>
                  </a:lnTo>
                  <a:lnTo>
                    <a:pt x="455180" y="82257"/>
                  </a:lnTo>
                  <a:lnTo>
                    <a:pt x="485622" y="114236"/>
                  </a:lnTo>
                  <a:lnTo>
                    <a:pt x="508457" y="150799"/>
                  </a:lnTo>
                  <a:lnTo>
                    <a:pt x="523684" y="190398"/>
                  </a:lnTo>
                  <a:lnTo>
                    <a:pt x="528243" y="220865"/>
                  </a:lnTo>
                  <a:lnTo>
                    <a:pt x="528243" y="243712"/>
                  </a:lnTo>
                  <a:lnTo>
                    <a:pt x="523684" y="275704"/>
                  </a:lnTo>
                  <a:lnTo>
                    <a:pt x="520636" y="284835"/>
                  </a:lnTo>
                  <a:lnTo>
                    <a:pt x="517588" y="295503"/>
                  </a:lnTo>
                  <a:lnTo>
                    <a:pt x="513029" y="304634"/>
                  </a:lnTo>
                  <a:lnTo>
                    <a:pt x="508457" y="315302"/>
                  </a:lnTo>
                  <a:lnTo>
                    <a:pt x="497801" y="333578"/>
                  </a:lnTo>
                  <a:lnTo>
                    <a:pt x="470395" y="367093"/>
                  </a:lnTo>
                  <a:lnTo>
                    <a:pt x="417118" y="409740"/>
                  </a:lnTo>
                  <a:lnTo>
                    <a:pt x="372973" y="429539"/>
                  </a:lnTo>
                  <a:lnTo>
                    <a:pt x="324256" y="441718"/>
                  </a:lnTo>
                  <a:lnTo>
                    <a:pt x="299897" y="444766"/>
                  </a:lnTo>
                  <a:lnTo>
                    <a:pt x="286194" y="444766"/>
                  </a:lnTo>
                  <a:lnTo>
                    <a:pt x="274015" y="446290"/>
                  </a:lnTo>
                  <a:lnTo>
                    <a:pt x="380580" y="446290"/>
                  </a:lnTo>
                  <a:lnTo>
                    <a:pt x="403415" y="437159"/>
                  </a:lnTo>
                  <a:lnTo>
                    <a:pt x="447560" y="411264"/>
                  </a:lnTo>
                  <a:lnTo>
                    <a:pt x="485622" y="380796"/>
                  </a:lnTo>
                  <a:lnTo>
                    <a:pt x="514553" y="342722"/>
                  </a:lnTo>
                  <a:lnTo>
                    <a:pt x="525208" y="322922"/>
                  </a:lnTo>
                  <a:lnTo>
                    <a:pt x="531291" y="312254"/>
                  </a:lnTo>
                  <a:lnTo>
                    <a:pt x="535863" y="301586"/>
                  </a:lnTo>
                  <a:lnTo>
                    <a:pt x="538911" y="290931"/>
                  </a:lnTo>
                  <a:lnTo>
                    <a:pt x="541947" y="278739"/>
                  </a:lnTo>
                  <a:lnTo>
                    <a:pt x="544995" y="268084"/>
                  </a:lnTo>
                  <a:lnTo>
                    <a:pt x="548043" y="243712"/>
                  </a:lnTo>
                  <a:lnTo>
                    <a:pt x="548043" y="231520"/>
                  </a:lnTo>
                  <a:lnTo>
                    <a:pt x="546519" y="219341"/>
                  </a:lnTo>
                  <a:lnTo>
                    <a:pt x="546519" y="208673"/>
                  </a:lnTo>
                  <a:lnTo>
                    <a:pt x="544995" y="196494"/>
                  </a:lnTo>
                  <a:lnTo>
                    <a:pt x="541947" y="184302"/>
                  </a:lnTo>
                  <a:lnTo>
                    <a:pt x="538911" y="173647"/>
                  </a:lnTo>
                  <a:lnTo>
                    <a:pt x="534339" y="162979"/>
                  </a:lnTo>
                  <a:lnTo>
                    <a:pt x="531291" y="152323"/>
                  </a:lnTo>
                  <a:lnTo>
                    <a:pt x="500849" y="102057"/>
                  </a:lnTo>
                  <a:lnTo>
                    <a:pt x="465835" y="67017"/>
                  </a:lnTo>
                  <a:lnTo>
                    <a:pt x="426250" y="39611"/>
                  </a:lnTo>
                  <a:lnTo>
                    <a:pt x="403415" y="27419"/>
                  </a:lnTo>
                  <a:lnTo>
                    <a:pt x="379056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/>
          <p:cNvSpPr txBox="1"/>
          <p:nvPr/>
        </p:nvSpPr>
        <p:spPr>
          <a:xfrm>
            <a:off x="6805498" y="5001596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7355916" y="4883315"/>
            <a:ext cx="548640" cy="464820"/>
            <a:chOff x="7355916" y="4883315"/>
            <a:chExt cx="548640" cy="464820"/>
          </a:xfrm>
        </p:grpSpPr>
        <p:sp>
          <p:nvSpPr>
            <p:cNvPr id="25" name="object 25"/>
            <p:cNvSpPr/>
            <p:nvPr/>
          </p:nvSpPr>
          <p:spPr>
            <a:xfrm>
              <a:off x="7366571" y="4892459"/>
              <a:ext cx="528320" cy="446405"/>
            </a:xfrm>
            <a:custGeom>
              <a:avLst/>
              <a:gdLst/>
              <a:ahLst/>
              <a:cxnLst/>
              <a:rect l="l" t="t" r="r" b="b"/>
              <a:pathLst>
                <a:path w="528320" h="446404">
                  <a:moveTo>
                    <a:pt x="263372" y="0"/>
                  </a:moveTo>
                  <a:lnTo>
                    <a:pt x="210094" y="4557"/>
                  </a:lnTo>
                  <a:lnTo>
                    <a:pt x="160562" y="17612"/>
                  </a:lnTo>
                  <a:lnTo>
                    <a:pt x="115813" y="38234"/>
                  </a:lnTo>
                  <a:lnTo>
                    <a:pt x="76879" y="65497"/>
                  </a:lnTo>
                  <a:lnTo>
                    <a:pt x="44796" y="98470"/>
                  </a:lnTo>
                  <a:lnTo>
                    <a:pt x="20599" y="136227"/>
                  </a:lnTo>
                  <a:lnTo>
                    <a:pt x="5322" y="177839"/>
                  </a:lnTo>
                  <a:lnTo>
                    <a:pt x="0" y="222376"/>
                  </a:lnTo>
                  <a:lnTo>
                    <a:pt x="5322" y="267421"/>
                  </a:lnTo>
                  <a:lnTo>
                    <a:pt x="20599" y="309414"/>
                  </a:lnTo>
                  <a:lnTo>
                    <a:pt x="44796" y="347444"/>
                  </a:lnTo>
                  <a:lnTo>
                    <a:pt x="76879" y="380601"/>
                  </a:lnTo>
                  <a:lnTo>
                    <a:pt x="115813" y="407974"/>
                  </a:lnTo>
                  <a:lnTo>
                    <a:pt x="160562" y="428654"/>
                  </a:lnTo>
                  <a:lnTo>
                    <a:pt x="210094" y="441729"/>
                  </a:lnTo>
                  <a:lnTo>
                    <a:pt x="263372" y="446290"/>
                  </a:lnTo>
                  <a:lnTo>
                    <a:pt x="316712" y="441729"/>
                  </a:lnTo>
                  <a:lnTo>
                    <a:pt x="366413" y="428654"/>
                  </a:lnTo>
                  <a:lnTo>
                    <a:pt x="411404" y="407974"/>
                  </a:lnTo>
                  <a:lnTo>
                    <a:pt x="450616" y="380601"/>
                  </a:lnTo>
                  <a:lnTo>
                    <a:pt x="482978" y="347444"/>
                  </a:lnTo>
                  <a:lnTo>
                    <a:pt x="507419" y="309414"/>
                  </a:lnTo>
                  <a:lnTo>
                    <a:pt x="522868" y="267421"/>
                  </a:lnTo>
                  <a:lnTo>
                    <a:pt x="528256" y="222376"/>
                  </a:lnTo>
                  <a:lnTo>
                    <a:pt x="522868" y="177839"/>
                  </a:lnTo>
                  <a:lnTo>
                    <a:pt x="507419" y="136227"/>
                  </a:lnTo>
                  <a:lnTo>
                    <a:pt x="482978" y="98470"/>
                  </a:lnTo>
                  <a:lnTo>
                    <a:pt x="450616" y="65497"/>
                  </a:lnTo>
                  <a:lnTo>
                    <a:pt x="411404" y="38234"/>
                  </a:lnTo>
                  <a:lnTo>
                    <a:pt x="366413" y="17612"/>
                  </a:lnTo>
                  <a:lnTo>
                    <a:pt x="316712" y="4557"/>
                  </a:lnTo>
                  <a:lnTo>
                    <a:pt x="263372" y="0"/>
                  </a:lnTo>
                  <a:close/>
                </a:path>
              </a:pathLst>
            </a:custGeom>
            <a:solidFill>
              <a:srgbClr val="00B04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7355916" y="4883315"/>
              <a:ext cx="548640" cy="464820"/>
            </a:xfrm>
            <a:custGeom>
              <a:avLst/>
              <a:gdLst/>
              <a:ahLst/>
              <a:cxnLst/>
              <a:rect l="l" t="t" r="r" b="b"/>
              <a:pathLst>
                <a:path w="548640" h="464820">
                  <a:moveTo>
                    <a:pt x="289242" y="0"/>
                  </a:moveTo>
                  <a:lnTo>
                    <a:pt x="260324" y="0"/>
                  </a:lnTo>
                  <a:lnTo>
                    <a:pt x="219214" y="4571"/>
                  </a:lnTo>
                  <a:lnTo>
                    <a:pt x="167462" y="18275"/>
                  </a:lnTo>
                  <a:lnTo>
                    <a:pt x="121793" y="39611"/>
                  </a:lnTo>
                  <a:lnTo>
                    <a:pt x="80683" y="67017"/>
                  </a:lnTo>
                  <a:lnTo>
                    <a:pt x="47193" y="102057"/>
                  </a:lnTo>
                  <a:lnTo>
                    <a:pt x="22834" y="141655"/>
                  </a:lnTo>
                  <a:lnTo>
                    <a:pt x="16751" y="152323"/>
                  </a:lnTo>
                  <a:lnTo>
                    <a:pt x="13703" y="162979"/>
                  </a:lnTo>
                  <a:lnTo>
                    <a:pt x="9144" y="173647"/>
                  </a:lnTo>
                  <a:lnTo>
                    <a:pt x="6096" y="185826"/>
                  </a:lnTo>
                  <a:lnTo>
                    <a:pt x="4572" y="196494"/>
                  </a:lnTo>
                  <a:lnTo>
                    <a:pt x="1524" y="208673"/>
                  </a:lnTo>
                  <a:lnTo>
                    <a:pt x="1524" y="220865"/>
                  </a:lnTo>
                  <a:lnTo>
                    <a:pt x="0" y="233044"/>
                  </a:lnTo>
                  <a:lnTo>
                    <a:pt x="1524" y="245236"/>
                  </a:lnTo>
                  <a:lnTo>
                    <a:pt x="1524" y="255892"/>
                  </a:lnTo>
                  <a:lnTo>
                    <a:pt x="4572" y="268084"/>
                  </a:lnTo>
                  <a:lnTo>
                    <a:pt x="6096" y="280263"/>
                  </a:lnTo>
                  <a:lnTo>
                    <a:pt x="9144" y="290931"/>
                  </a:lnTo>
                  <a:lnTo>
                    <a:pt x="18275" y="312254"/>
                  </a:lnTo>
                  <a:lnTo>
                    <a:pt x="22834" y="324434"/>
                  </a:lnTo>
                  <a:lnTo>
                    <a:pt x="35013" y="344246"/>
                  </a:lnTo>
                  <a:lnTo>
                    <a:pt x="63944" y="380796"/>
                  </a:lnTo>
                  <a:lnTo>
                    <a:pt x="102006" y="412788"/>
                  </a:lnTo>
                  <a:lnTo>
                    <a:pt x="144627" y="437159"/>
                  </a:lnTo>
                  <a:lnTo>
                    <a:pt x="193344" y="453910"/>
                  </a:lnTo>
                  <a:lnTo>
                    <a:pt x="260324" y="464578"/>
                  </a:lnTo>
                  <a:lnTo>
                    <a:pt x="289242" y="464578"/>
                  </a:lnTo>
                  <a:lnTo>
                    <a:pt x="330352" y="460006"/>
                  </a:lnTo>
                  <a:lnTo>
                    <a:pt x="356234" y="453910"/>
                  </a:lnTo>
                  <a:lnTo>
                    <a:pt x="380593" y="446290"/>
                  </a:lnTo>
                  <a:lnTo>
                    <a:pt x="274027" y="446290"/>
                  </a:lnTo>
                  <a:lnTo>
                    <a:pt x="261848" y="444766"/>
                  </a:lnTo>
                  <a:lnTo>
                    <a:pt x="248145" y="444766"/>
                  </a:lnTo>
                  <a:lnTo>
                    <a:pt x="222262" y="441718"/>
                  </a:lnTo>
                  <a:lnTo>
                    <a:pt x="175069" y="428015"/>
                  </a:lnTo>
                  <a:lnTo>
                    <a:pt x="130924" y="408216"/>
                  </a:lnTo>
                  <a:lnTo>
                    <a:pt x="92862" y="382320"/>
                  </a:lnTo>
                  <a:lnTo>
                    <a:pt x="62420" y="350329"/>
                  </a:lnTo>
                  <a:lnTo>
                    <a:pt x="39585" y="313778"/>
                  </a:lnTo>
                  <a:lnTo>
                    <a:pt x="24358" y="274180"/>
                  </a:lnTo>
                  <a:lnTo>
                    <a:pt x="19799" y="242188"/>
                  </a:lnTo>
                  <a:lnTo>
                    <a:pt x="19799" y="220865"/>
                  </a:lnTo>
                  <a:lnTo>
                    <a:pt x="24358" y="188874"/>
                  </a:lnTo>
                  <a:lnTo>
                    <a:pt x="27406" y="179743"/>
                  </a:lnTo>
                  <a:lnTo>
                    <a:pt x="30454" y="169075"/>
                  </a:lnTo>
                  <a:lnTo>
                    <a:pt x="50241" y="131000"/>
                  </a:lnTo>
                  <a:lnTo>
                    <a:pt x="77647" y="95961"/>
                  </a:lnTo>
                  <a:lnTo>
                    <a:pt x="94386" y="82257"/>
                  </a:lnTo>
                  <a:lnTo>
                    <a:pt x="112661" y="67017"/>
                  </a:lnTo>
                  <a:lnTo>
                    <a:pt x="152234" y="44170"/>
                  </a:lnTo>
                  <a:lnTo>
                    <a:pt x="223786" y="22847"/>
                  </a:lnTo>
                  <a:lnTo>
                    <a:pt x="248145" y="19799"/>
                  </a:lnTo>
                  <a:lnTo>
                    <a:pt x="261848" y="19799"/>
                  </a:lnTo>
                  <a:lnTo>
                    <a:pt x="275551" y="18275"/>
                  </a:lnTo>
                  <a:lnTo>
                    <a:pt x="380593" y="18275"/>
                  </a:lnTo>
                  <a:lnTo>
                    <a:pt x="354710" y="10667"/>
                  </a:lnTo>
                  <a:lnTo>
                    <a:pt x="328828" y="4571"/>
                  </a:lnTo>
                  <a:lnTo>
                    <a:pt x="289242" y="0"/>
                  </a:lnTo>
                  <a:close/>
                </a:path>
                <a:path w="548640" h="464820">
                  <a:moveTo>
                    <a:pt x="380593" y="18275"/>
                  </a:moveTo>
                  <a:lnTo>
                    <a:pt x="275551" y="18275"/>
                  </a:lnTo>
                  <a:lnTo>
                    <a:pt x="287731" y="19799"/>
                  </a:lnTo>
                  <a:lnTo>
                    <a:pt x="301421" y="19799"/>
                  </a:lnTo>
                  <a:lnTo>
                    <a:pt x="327304" y="22847"/>
                  </a:lnTo>
                  <a:lnTo>
                    <a:pt x="374497" y="36563"/>
                  </a:lnTo>
                  <a:lnTo>
                    <a:pt x="418642" y="56362"/>
                  </a:lnTo>
                  <a:lnTo>
                    <a:pt x="456704" y="82257"/>
                  </a:lnTo>
                  <a:lnTo>
                    <a:pt x="487146" y="114236"/>
                  </a:lnTo>
                  <a:lnTo>
                    <a:pt x="509981" y="150799"/>
                  </a:lnTo>
                  <a:lnTo>
                    <a:pt x="525208" y="190398"/>
                  </a:lnTo>
                  <a:lnTo>
                    <a:pt x="529780" y="220865"/>
                  </a:lnTo>
                  <a:lnTo>
                    <a:pt x="529780" y="243712"/>
                  </a:lnTo>
                  <a:lnTo>
                    <a:pt x="525208" y="275704"/>
                  </a:lnTo>
                  <a:lnTo>
                    <a:pt x="522160" y="284835"/>
                  </a:lnTo>
                  <a:lnTo>
                    <a:pt x="517601" y="295503"/>
                  </a:lnTo>
                  <a:lnTo>
                    <a:pt x="514553" y="304634"/>
                  </a:lnTo>
                  <a:lnTo>
                    <a:pt x="485635" y="351853"/>
                  </a:lnTo>
                  <a:lnTo>
                    <a:pt x="455180" y="382320"/>
                  </a:lnTo>
                  <a:lnTo>
                    <a:pt x="417118" y="409740"/>
                  </a:lnTo>
                  <a:lnTo>
                    <a:pt x="374497" y="429539"/>
                  </a:lnTo>
                  <a:lnTo>
                    <a:pt x="325780" y="441718"/>
                  </a:lnTo>
                  <a:lnTo>
                    <a:pt x="299910" y="444766"/>
                  </a:lnTo>
                  <a:lnTo>
                    <a:pt x="287731" y="444766"/>
                  </a:lnTo>
                  <a:lnTo>
                    <a:pt x="274027" y="446290"/>
                  </a:lnTo>
                  <a:lnTo>
                    <a:pt x="380593" y="446290"/>
                  </a:lnTo>
                  <a:lnTo>
                    <a:pt x="404939" y="437159"/>
                  </a:lnTo>
                  <a:lnTo>
                    <a:pt x="449097" y="411264"/>
                  </a:lnTo>
                  <a:lnTo>
                    <a:pt x="485635" y="380796"/>
                  </a:lnTo>
                  <a:lnTo>
                    <a:pt x="516077" y="342722"/>
                  </a:lnTo>
                  <a:lnTo>
                    <a:pt x="540435" y="290931"/>
                  </a:lnTo>
                  <a:lnTo>
                    <a:pt x="544995" y="268084"/>
                  </a:lnTo>
                  <a:lnTo>
                    <a:pt x="548043" y="255892"/>
                  </a:lnTo>
                  <a:lnTo>
                    <a:pt x="548043" y="219341"/>
                  </a:lnTo>
                  <a:lnTo>
                    <a:pt x="546519" y="208673"/>
                  </a:lnTo>
                  <a:lnTo>
                    <a:pt x="543483" y="184302"/>
                  </a:lnTo>
                  <a:lnTo>
                    <a:pt x="540435" y="173647"/>
                  </a:lnTo>
                  <a:lnTo>
                    <a:pt x="531304" y="152323"/>
                  </a:lnTo>
                  <a:lnTo>
                    <a:pt x="526732" y="140131"/>
                  </a:lnTo>
                  <a:lnTo>
                    <a:pt x="500849" y="102057"/>
                  </a:lnTo>
                  <a:lnTo>
                    <a:pt x="467359" y="67017"/>
                  </a:lnTo>
                  <a:lnTo>
                    <a:pt x="404939" y="27419"/>
                  </a:lnTo>
                  <a:lnTo>
                    <a:pt x="380593" y="18275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/>
          <p:cNvSpPr txBox="1"/>
          <p:nvPr/>
        </p:nvSpPr>
        <p:spPr>
          <a:xfrm>
            <a:off x="7532687" y="5001596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8814930" y="5890799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244293" y="5018423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6893128" y="4037952"/>
            <a:ext cx="548640" cy="466090"/>
            <a:chOff x="6893128" y="4037952"/>
            <a:chExt cx="548640" cy="466090"/>
          </a:xfrm>
        </p:grpSpPr>
        <p:sp>
          <p:nvSpPr>
            <p:cNvPr id="31" name="object 31"/>
            <p:cNvSpPr/>
            <p:nvPr/>
          </p:nvSpPr>
          <p:spPr>
            <a:xfrm>
              <a:off x="6903783" y="4048620"/>
              <a:ext cx="528320" cy="445134"/>
            </a:xfrm>
            <a:custGeom>
              <a:avLst/>
              <a:gdLst/>
              <a:ahLst/>
              <a:cxnLst/>
              <a:rect l="l" t="t" r="r" b="b"/>
              <a:pathLst>
                <a:path w="528320" h="445135">
                  <a:moveTo>
                    <a:pt x="263372" y="0"/>
                  </a:moveTo>
                  <a:lnTo>
                    <a:pt x="210531" y="4494"/>
                  </a:lnTo>
                  <a:lnTo>
                    <a:pt x="161205" y="17396"/>
                  </a:lnTo>
                  <a:lnTo>
                    <a:pt x="116482" y="37829"/>
                  </a:lnTo>
                  <a:lnTo>
                    <a:pt x="77450" y="64920"/>
                  </a:lnTo>
                  <a:lnTo>
                    <a:pt x="45198" y="97795"/>
                  </a:lnTo>
                  <a:lnTo>
                    <a:pt x="20813" y="135579"/>
                  </a:lnTo>
                  <a:lnTo>
                    <a:pt x="5384" y="177398"/>
                  </a:lnTo>
                  <a:lnTo>
                    <a:pt x="0" y="222376"/>
                  </a:lnTo>
                  <a:lnTo>
                    <a:pt x="5384" y="267356"/>
                  </a:lnTo>
                  <a:lnTo>
                    <a:pt x="20813" y="309176"/>
                  </a:lnTo>
                  <a:lnTo>
                    <a:pt x="45198" y="346962"/>
                  </a:lnTo>
                  <a:lnTo>
                    <a:pt x="77450" y="379839"/>
                  </a:lnTo>
                  <a:lnTo>
                    <a:pt x="116482" y="406933"/>
                  </a:lnTo>
                  <a:lnTo>
                    <a:pt x="161205" y="427368"/>
                  </a:lnTo>
                  <a:lnTo>
                    <a:pt x="210531" y="440271"/>
                  </a:lnTo>
                  <a:lnTo>
                    <a:pt x="263372" y="444766"/>
                  </a:lnTo>
                  <a:lnTo>
                    <a:pt x="316712" y="440271"/>
                  </a:lnTo>
                  <a:lnTo>
                    <a:pt x="366413" y="427368"/>
                  </a:lnTo>
                  <a:lnTo>
                    <a:pt x="411404" y="406933"/>
                  </a:lnTo>
                  <a:lnTo>
                    <a:pt x="450616" y="379839"/>
                  </a:lnTo>
                  <a:lnTo>
                    <a:pt x="482978" y="346962"/>
                  </a:lnTo>
                  <a:lnTo>
                    <a:pt x="507419" y="309176"/>
                  </a:lnTo>
                  <a:lnTo>
                    <a:pt x="522868" y="267356"/>
                  </a:lnTo>
                  <a:lnTo>
                    <a:pt x="528256" y="222376"/>
                  </a:lnTo>
                  <a:lnTo>
                    <a:pt x="522868" y="177398"/>
                  </a:lnTo>
                  <a:lnTo>
                    <a:pt x="507419" y="135579"/>
                  </a:lnTo>
                  <a:lnTo>
                    <a:pt x="482978" y="97795"/>
                  </a:lnTo>
                  <a:lnTo>
                    <a:pt x="450616" y="64920"/>
                  </a:lnTo>
                  <a:lnTo>
                    <a:pt x="411404" y="37829"/>
                  </a:lnTo>
                  <a:lnTo>
                    <a:pt x="366413" y="17396"/>
                  </a:lnTo>
                  <a:lnTo>
                    <a:pt x="316712" y="4494"/>
                  </a:lnTo>
                  <a:lnTo>
                    <a:pt x="263372" y="0"/>
                  </a:lnTo>
                  <a:close/>
                </a:path>
              </a:pathLst>
            </a:custGeom>
            <a:solidFill>
              <a:srgbClr val="3366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6893128" y="4037952"/>
              <a:ext cx="548640" cy="466090"/>
            </a:xfrm>
            <a:custGeom>
              <a:avLst/>
              <a:gdLst/>
              <a:ahLst/>
              <a:cxnLst/>
              <a:rect l="l" t="t" r="r" b="b"/>
              <a:pathLst>
                <a:path w="548640" h="466089">
                  <a:moveTo>
                    <a:pt x="289242" y="464565"/>
                  </a:moveTo>
                  <a:lnTo>
                    <a:pt x="260324" y="464565"/>
                  </a:lnTo>
                  <a:lnTo>
                    <a:pt x="275551" y="466089"/>
                  </a:lnTo>
                  <a:lnTo>
                    <a:pt x="289242" y="464565"/>
                  </a:lnTo>
                  <a:close/>
                </a:path>
                <a:path w="548640" h="466089">
                  <a:moveTo>
                    <a:pt x="302945" y="1524"/>
                  </a:moveTo>
                  <a:lnTo>
                    <a:pt x="246621" y="1524"/>
                  </a:lnTo>
                  <a:lnTo>
                    <a:pt x="219214" y="4572"/>
                  </a:lnTo>
                  <a:lnTo>
                    <a:pt x="168986" y="18275"/>
                  </a:lnTo>
                  <a:lnTo>
                    <a:pt x="121793" y="39598"/>
                  </a:lnTo>
                  <a:lnTo>
                    <a:pt x="80683" y="68541"/>
                  </a:lnTo>
                  <a:lnTo>
                    <a:pt x="47193" y="103581"/>
                  </a:lnTo>
                  <a:lnTo>
                    <a:pt x="22834" y="141655"/>
                  </a:lnTo>
                  <a:lnTo>
                    <a:pt x="13703" y="164503"/>
                  </a:lnTo>
                  <a:lnTo>
                    <a:pt x="9131" y="175171"/>
                  </a:lnTo>
                  <a:lnTo>
                    <a:pt x="6096" y="185826"/>
                  </a:lnTo>
                  <a:lnTo>
                    <a:pt x="4572" y="198018"/>
                  </a:lnTo>
                  <a:lnTo>
                    <a:pt x="1524" y="210197"/>
                  </a:lnTo>
                  <a:lnTo>
                    <a:pt x="1524" y="220865"/>
                  </a:lnTo>
                  <a:lnTo>
                    <a:pt x="0" y="233044"/>
                  </a:lnTo>
                  <a:lnTo>
                    <a:pt x="1524" y="245237"/>
                  </a:lnTo>
                  <a:lnTo>
                    <a:pt x="1524" y="257416"/>
                  </a:lnTo>
                  <a:lnTo>
                    <a:pt x="4572" y="269608"/>
                  </a:lnTo>
                  <a:lnTo>
                    <a:pt x="6096" y="280263"/>
                  </a:lnTo>
                  <a:lnTo>
                    <a:pt x="22834" y="324434"/>
                  </a:lnTo>
                  <a:lnTo>
                    <a:pt x="48717" y="364045"/>
                  </a:lnTo>
                  <a:lnTo>
                    <a:pt x="82207" y="397548"/>
                  </a:lnTo>
                  <a:lnTo>
                    <a:pt x="123317" y="426491"/>
                  </a:lnTo>
                  <a:lnTo>
                    <a:pt x="168986" y="447814"/>
                  </a:lnTo>
                  <a:lnTo>
                    <a:pt x="220738" y="461517"/>
                  </a:lnTo>
                  <a:lnTo>
                    <a:pt x="246621" y="464565"/>
                  </a:lnTo>
                  <a:lnTo>
                    <a:pt x="302945" y="464565"/>
                  </a:lnTo>
                  <a:lnTo>
                    <a:pt x="330352" y="461517"/>
                  </a:lnTo>
                  <a:lnTo>
                    <a:pt x="356235" y="455434"/>
                  </a:lnTo>
                  <a:lnTo>
                    <a:pt x="380580" y="447814"/>
                  </a:lnTo>
                  <a:lnTo>
                    <a:pt x="384060" y="446290"/>
                  </a:lnTo>
                  <a:lnTo>
                    <a:pt x="261848" y="446290"/>
                  </a:lnTo>
                  <a:lnTo>
                    <a:pt x="222262" y="441718"/>
                  </a:lnTo>
                  <a:lnTo>
                    <a:pt x="175069" y="429539"/>
                  </a:lnTo>
                  <a:lnTo>
                    <a:pt x="130924" y="409740"/>
                  </a:lnTo>
                  <a:lnTo>
                    <a:pt x="92862" y="383844"/>
                  </a:lnTo>
                  <a:lnTo>
                    <a:pt x="62420" y="351853"/>
                  </a:lnTo>
                  <a:lnTo>
                    <a:pt x="39585" y="315302"/>
                  </a:lnTo>
                  <a:lnTo>
                    <a:pt x="24358" y="275691"/>
                  </a:lnTo>
                  <a:lnTo>
                    <a:pt x="19799" y="243712"/>
                  </a:lnTo>
                  <a:lnTo>
                    <a:pt x="19799" y="222389"/>
                  </a:lnTo>
                  <a:lnTo>
                    <a:pt x="27406" y="179730"/>
                  </a:lnTo>
                  <a:lnTo>
                    <a:pt x="50241" y="130987"/>
                  </a:lnTo>
                  <a:lnTo>
                    <a:pt x="77647" y="97485"/>
                  </a:lnTo>
                  <a:lnTo>
                    <a:pt x="112661" y="68541"/>
                  </a:lnTo>
                  <a:lnTo>
                    <a:pt x="153758" y="45694"/>
                  </a:lnTo>
                  <a:lnTo>
                    <a:pt x="199428" y="28943"/>
                  </a:lnTo>
                  <a:lnTo>
                    <a:pt x="261848" y="19799"/>
                  </a:lnTo>
                  <a:lnTo>
                    <a:pt x="384060" y="19799"/>
                  </a:lnTo>
                  <a:lnTo>
                    <a:pt x="380580" y="18275"/>
                  </a:lnTo>
                  <a:lnTo>
                    <a:pt x="354711" y="10667"/>
                  </a:lnTo>
                  <a:lnTo>
                    <a:pt x="328828" y="4572"/>
                  </a:lnTo>
                  <a:lnTo>
                    <a:pt x="302945" y="1524"/>
                  </a:lnTo>
                  <a:close/>
                </a:path>
                <a:path w="548640" h="466089">
                  <a:moveTo>
                    <a:pt x="384060" y="19799"/>
                  </a:moveTo>
                  <a:lnTo>
                    <a:pt x="287718" y="19799"/>
                  </a:lnTo>
                  <a:lnTo>
                    <a:pt x="327304" y="24371"/>
                  </a:lnTo>
                  <a:lnTo>
                    <a:pt x="351663" y="28943"/>
                  </a:lnTo>
                  <a:lnTo>
                    <a:pt x="397332" y="45694"/>
                  </a:lnTo>
                  <a:lnTo>
                    <a:pt x="438429" y="68541"/>
                  </a:lnTo>
                  <a:lnTo>
                    <a:pt x="471932" y="97485"/>
                  </a:lnTo>
                  <a:lnTo>
                    <a:pt x="499325" y="132511"/>
                  </a:lnTo>
                  <a:lnTo>
                    <a:pt x="519125" y="170599"/>
                  </a:lnTo>
                  <a:lnTo>
                    <a:pt x="529780" y="222389"/>
                  </a:lnTo>
                  <a:lnTo>
                    <a:pt x="529780" y="243712"/>
                  </a:lnTo>
                  <a:lnTo>
                    <a:pt x="528256" y="255892"/>
                  </a:lnTo>
                  <a:lnTo>
                    <a:pt x="526732" y="265036"/>
                  </a:lnTo>
                  <a:lnTo>
                    <a:pt x="525208" y="275691"/>
                  </a:lnTo>
                  <a:lnTo>
                    <a:pt x="522160" y="286359"/>
                  </a:lnTo>
                  <a:lnTo>
                    <a:pt x="517601" y="297014"/>
                  </a:lnTo>
                  <a:lnTo>
                    <a:pt x="514553" y="306158"/>
                  </a:lnTo>
                  <a:lnTo>
                    <a:pt x="471932" y="368604"/>
                  </a:lnTo>
                  <a:lnTo>
                    <a:pt x="436918" y="397548"/>
                  </a:lnTo>
                  <a:lnTo>
                    <a:pt x="395808" y="420395"/>
                  </a:lnTo>
                  <a:lnTo>
                    <a:pt x="350139" y="437146"/>
                  </a:lnTo>
                  <a:lnTo>
                    <a:pt x="287718" y="446290"/>
                  </a:lnTo>
                  <a:lnTo>
                    <a:pt x="384060" y="446290"/>
                  </a:lnTo>
                  <a:lnTo>
                    <a:pt x="427774" y="426491"/>
                  </a:lnTo>
                  <a:lnTo>
                    <a:pt x="468884" y="397548"/>
                  </a:lnTo>
                  <a:lnTo>
                    <a:pt x="502373" y="364045"/>
                  </a:lnTo>
                  <a:lnTo>
                    <a:pt x="526732" y="324434"/>
                  </a:lnTo>
                  <a:lnTo>
                    <a:pt x="543471" y="280263"/>
                  </a:lnTo>
                  <a:lnTo>
                    <a:pt x="544995" y="268084"/>
                  </a:lnTo>
                  <a:lnTo>
                    <a:pt x="548043" y="257416"/>
                  </a:lnTo>
                  <a:lnTo>
                    <a:pt x="548043" y="220865"/>
                  </a:lnTo>
                  <a:lnTo>
                    <a:pt x="544995" y="196494"/>
                  </a:lnTo>
                  <a:lnTo>
                    <a:pt x="526732" y="141655"/>
                  </a:lnTo>
                  <a:lnTo>
                    <a:pt x="500849" y="102057"/>
                  </a:lnTo>
                  <a:lnTo>
                    <a:pt x="467360" y="68541"/>
                  </a:lnTo>
                  <a:lnTo>
                    <a:pt x="426262" y="39598"/>
                  </a:lnTo>
                  <a:lnTo>
                    <a:pt x="404939" y="28943"/>
                  </a:lnTo>
                  <a:lnTo>
                    <a:pt x="384060" y="19799"/>
                  </a:lnTo>
                  <a:close/>
                </a:path>
                <a:path w="548640" h="466089">
                  <a:moveTo>
                    <a:pt x="274027" y="0"/>
                  </a:moveTo>
                  <a:lnTo>
                    <a:pt x="260324" y="1524"/>
                  </a:lnTo>
                  <a:lnTo>
                    <a:pt x="289242" y="1524"/>
                  </a:lnTo>
                  <a:lnTo>
                    <a:pt x="274027" y="0"/>
                  </a:lnTo>
                  <a:close/>
                </a:path>
              </a:pathLst>
            </a:custGeom>
            <a:solidFill>
              <a:srgbClr val="6A8599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3" name="object 33"/>
          <p:cNvSpPr txBox="1"/>
          <p:nvPr/>
        </p:nvSpPr>
        <p:spPr>
          <a:xfrm>
            <a:off x="7069963" y="4157084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899224" y="4426368"/>
            <a:ext cx="735330" cy="469265"/>
          </a:xfrm>
          <a:custGeom>
            <a:avLst/>
            <a:gdLst/>
            <a:ahLst/>
            <a:cxnLst/>
            <a:rect l="l" t="t" r="r" b="b"/>
            <a:pathLst>
              <a:path w="735329" h="469264">
                <a:moveTo>
                  <a:pt x="86766" y="3035"/>
                </a:moveTo>
                <a:lnTo>
                  <a:pt x="76111" y="1511"/>
                </a:lnTo>
                <a:lnTo>
                  <a:pt x="0" y="466090"/>
                </a:lnTo>
                <a:lnTo>
                  <a:pt x="9131" y="467614"/>
                </a:lnTo>
                <a:lnTo>
                  <a:pt x="86766" y="3035"/>
                </a:lnTo>
                <a:close/>
              </a:path>
              <a:path w="735329" h="469264">
                <a:moveTo>
                  <a:pt x="735279" y="463042"/>
                </a:moveTo>
                <a:lnTo>
                  <a:pt x="459740" y="0"/>
                </a:lnTo>
                <a:lnTo>
                  <a:pt x="450608" y="4559"/>
                </a:lnTo>
                <a:lnTo>
                  <a:pt x="727671" y="469138"/>
                </a:lnTo>
                <a:lnTo>
                  <a:pt x="735279" y="463042"/>
                </a:lnTo>
                <a:close/>
              </a:path>
            </a:pathLst>
          </a:custGeom>
          <a:solidFill>
            <a:srgbClr val="94B5D1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5" name="object 3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28669" y="4839144"/>
            <a:ext cx="2689974" cy="2141588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4038828" y="5841752"/>
            <a:ext cx="109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5450319" y="5801252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55169" y="5801252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766779" y="5846895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213694" y="4975459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706668" y="4957641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070203" y="4465967"/>
            <a:ext cx="2349500" cy="765175"/>
            <a:chOff x="1070203" y="4465967"/>
            <a:chExt cx="2349500" cy="765175"/>
          </a:xfrm>
        </p:grpSpPr>
        <p:sp>
          <p:nvSpPr>
            <p:cNvPr id="43" name="object 43"/>
            <p:cNvSpPr/>
            <p:nvPr/>
          </p:nvSpPr>
          <p:spPr>
            <a:xfrm>
              <a:off x="1082382" y="4479671"/>
              <a:ext cx="2323465" cy="737235"/>
            </a:xfrm>
            <a:custGeom>
              <a:avLst/>
              <a:gdLst/>
              <a:ahLst/>
              <a:cxnLst/>
              <a:rect l="l" t="t" r="r" b="b"/>
              <a:pathLst>
                <a:path w="2323465" h="737235">
                  <a:moveTo>
                    <a:pt x="2323084" y="0"/>
                  </a:moveTo>
                  <a:lnTo>
                    <a:pt x="0" y="0"/>
                  </a:lnTo>
                  <a:lnTo>
                    <a:pt x="0" y="737222"/>
                  </a:lnTo>
                  <a:lnTo>
                    <a:pt x="2323084" y="737222"/>
                  </a:lnTo>
                  <a:lnTo>
                    <a:pt x="232308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44" name="object 44"/>
            <p:cNvSpPr/>
            <p:nvPr/>
          </p:nvSpPr>
          <p:spPr>
            <a:xfrm>
              <a:off x="1070203" y="4465967"/>
              <a:ext cx="2349500" cy="765175"/>
            </a:xfrm>
            <a:custGeom>
              <a:avLst/>
              <a:gdLst/>
              <a:ahLst/>
              <a:cxnLst/>
              <a:rect l="l" t="t" r="r" b="b"/>
              <a:pathLst>
                <a:path w="2349500" h="765175">
                  <a:moveTo>
                    <a:pt x="2348953" y="0"/>
                  </a:moveTo>
                  <a:lnTo>
                    <a:pt x="0" y="0"/>
                  </a:lnTo>
                  <a:lnTo>
                    <a:pt x="0" y="764641"/>
                  </a:lnTo>
                  <a:lnTo>
                    <a:pt x="2348953" y="764641"/>
                  </a:lnTo>
                  <a:lnTo>
                    <a:pt x="2348953" y="750925"/>
                  </a:lnTo>
                  <a:lnTo>
                    <a:pt x="25882" y="750925"/>
                  </a:lnTo>
                  <a:lnTo>
                    <a:pt x="12179" y="738746"/>
                  </a:lnTo>
                  <a:lnTo>
                    <a:pt x="25882" y="738746"/>
                  </a:lnTo>
                  <a:lnTo>
                    <a:pt x="25882" y="25895"/>
                  </a:lnTo>
                  <a:lnTo>
                    <a:pt x="12179" y="25895"/>
                  </a:lnTo>
                  <a:lnTo>
                    <a:pt x="25882" y="13703"/>
                  </a:lnTo>
                  <a:lnTo>
                    <a:pt x="2348953" y="13703"/>
                  </a:lnTo>
                  <a:lnTo>
                    <a:pt x="2348953" y="0"/>
                  </a:lnTo>
                  <a:close/>
                </a:path>
                <a:path w="2349500" h="765175">
                  <a:moveTo>
                    <a:pt x="25882" y="738746"/>
                  </a:moveTo>
                  <a:lnTo>
                    <a:pt x="12179" y="738746"/>
                  </a:lnTo>
                  <a:lnTo>
                    <a:pt x="25882" y="750925"/>
                  </a:lnTo>
                  <a:lnTo>
                    <a:pt x="25882" y="738746"/>
                  </a:lnTo>
                  <a:close/>
                </a:path>
                <a:path w="2349500" h="765175">
                  <a:moveTo>
                    <a:pt x="2323084" y="738746"/>
                  </a:moveTo>
                  <a:lnTo>
                    <a:pt x="25882" y="738746"/>
                  </a:lnTo>
                  <a:lnTo>
                    <a:pt x="25882" y="750925"/>
                  </a:lnTo>
                  <a:lnTo>
                    <a:pt x="2323084" y="750925"/>
                  </a:lnTo>
                  <a:lnTo>
                    <a:pt x="2323084" y="738746"/>
                  </a:lnTo>
                  <a:close/>
                </a:path>
                <a:path w="2349500" h="765175">
                  <a:moveTo>
                    <a:pt x="2323084" y="13703"/>
                  </a:moveTo>
                  <a:lnTo>
                    <a:pt x="2323084" y="750925"/>
                  </a:lnTo>
                  <a:lnTo>
                    <a:pt x="2335263" y="738746"/>
                  </a:lnTo>
                  <a:lnTo>
                    <a:pt x="2348953" y="738746"/>
                  </a:lnTo>
                  <a:lnTo>
                    <a:pt x="2348953" y="25895"/>
                  </a:lnTo>
                  <a:lnTo>
                    <a:pt x="2335263" y="25895"/>
                  </a:lnTo>
                  <a:lnTo>
                    <a:pt x="2323084" y="13703"/>
                  </a:lnTo>
                  <a:close/>
                </a:path>
                <a:path w="2349500" h="765175">
                  <a:moveTo>
                    <a:pt x="2348953" y="738746"/>
                  </a:moveTo>
                  <a:lnTo>
                    <a:pt x="2335263" y="738746"/>
                  </a:lnTo>
                  <a:lnTo>
                    <a:pt x="2323084" y="750925"/>
                  </a:lnTo>
                  <a:lnTo>
                    <a:pt x="2348953" y="750925"/>
                  </a:lnTo>
                  <a:lnTo>
                    <a:pt x="2348953" y="738746"/>
                  </a:lnTo>
                  <a:close/>
                </a:path>
                <a:path w="2349500" h="765175">
                  <a:moveTo>
                    <a:pt x="25882" y="13703"/>
                  </a:moveTo>
                  <a:lnTo>
                    <a:pt x="12179" y="25895"/>
                  </a:lnTo>
                  <a:lnTo>
                    <a:pt x="25882" y="25895"/>
                  </a:lnTo>
                  <a:lnTo>
                    <a:pt x="25882" y="13703"/>
                  </a:lnTo>
                  <a:close/>
                </a:path>
                <a:path w="2349500" h="765175">
                  <a:moveTo>
                    <a:pt x="2323084" y="13703"/>
                  </a:moveTo>
                  <a:lnTo>
                    <a:pt x="25882" y="13703"/>
                  </a:lnTo>
                  <a:lnTo>
                    <a:pt x="25882" y="25895"/>
                  </a:lnTo>
                  <a:lnTo>
                    <a:pt x="2323084" y="25895"/>
                  </a:lnTo>
                  <a:lnTo>
                    <a:pt x="2323084" y="13703"/>
                  </a:lnTo>
                  <a:close/>
                </a:path>
                <a:path w="2349500" h="765175">
                  <a:moveTo>
                    <a:pt x="2348953" y="13703"/>
                  </a:moveTo>
                  <a:lnTo>
                    <a:pt x="2323084" y="13703"/>
                  </a:lnTo>
                  <a:lnTo>
                    <a:pt x="2335263" y="25895"/>
                  </a:lnTo>
                  <a:lnTo>
                    <a:pt x="2348953" y="25895"/>
                  </a:lnTo>
                  <a:lnTo>
                    <a:pt x="2348953" y="13703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45" name="object 45"/>
          <p:cNvSpPr txBox="1"/>
          <p:nvPr/>
        </p:nvSpPr>
        <p:spPr>
          <a:xfrm>
            <a:off x="1160670" y="4516178"/>
            <a:ext cx="971550" cy="666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4+6-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&gt;10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8+10-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&gt;18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12+15-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&gt;27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46" name="object 4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34106" y="2910789"/>
            <a:ext cx="4178808" cy="1002258"/>
          </a:xfrm>
          <a:prstGeom prst="rect">
            <a:avLst/>
          </a:prstGeom>
        </p:spPr>
      </p:pic>
      <p:sp>
        <p:nvSpPr>
          <p:cNvPr id="47" name="object 47"/>
          <p:cNvSpPr txBox="1"/>
          <p:nvPr/>
        </p:nvSpPr>
        <p:spPr>
          <a:xfrm>
            <a:off x="4562652" y="6657137"/>
            <a:ext cx="109855" cy="191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5"/>
              </a:lnSpc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84013" y="6657137"/>
            <a:ext cx="109855" cy="191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5"/>
              </a:lnSpc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8604605" y="6701880"/>
            <a:ext cx="109855" cy="191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5"/>
              </a:lnSpc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245675" y="6701880"/>
            <a:ext cx="109855" cy="19177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65"/>
              </a:lnSpc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51" name="object 51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7036231" y="4219206"/>
            <a:ext cx="2522855" cy="2987040"/>
            <a:chOff x="7036231" y="4219206"/>
            <a:chExt cx="2522855" cy="298704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575306" y="6312065"/>
              <a:ext cx="934707" cy="894105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36231" y="4219206"/>
              <a:ext cx="2522512" cy="2761526"/>
            </a:xfrm>
            <a:prstGeom prst="rect">
              <a:avLst/>
            </a:prstGeom>
          </p:spPr>
        </p:pic>
      </p:grp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huffman.c</a:t>
            </a:r>
            <a:r>
              <a:rPr dirty="0" sz="3200" spc="-15">
                <a:latin typeface="Tw Cen MT"/>
                <a:cs typeface="Tw Cen MT"/>
              </a:rPr>
              <a:t> </a:t>
            </a:r>
            <a:r>
              <a:rPr dirty="0" sz="3200" spc="-1620"/>
              <a:t>너무</a:t>
            </a:r>
            <a:r>
              <a:rPr dirty="0" sz="3200" spc="-170"/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70"/>
              <a:t> </a:t>
            </a:r>
            <a:r>
              <a:rPr dirty="0" sz="3200" spc="-1190"/>
              <a:t>한줄씩</a:t>
            </a:r>
            <a:r>
              <a:rPr dirty="0" sz="3200" spc="-170"/>
              <a:t> </a:t>
            </a:r>
            <a:r>
              <a:rPr dirty="0" sz="3200" spc="-1380"/>
              <a:t>설명해주세요</a:t>
            </a:r>
            <a:endParaRPr sz="3200">
              <a:latin typeface="Tw Cen MT"/>
              <a:cs typeface="Tw Cen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00965" rIns="0" bIns="0" rtlCol="0" vert="horz">
            <a:spAutoFit/>
          </a:bodyPr>
          <a:lstStyle/>
          <a:p>
            <a:pPr marL="239395" indent="-226695">
              <a:lnSpc>
                <a:spcPct val="100000"/>
              </a:lnSpc>
              <a:spcBef>
                <a:spcPts val="795"/>
              </a:spcBef>
              <a:buAutoNum type="arabicPeriod"/>
              <a:tabLst>
                <a:tab pos="239395" algn="l"/>
              </a:tabLst>
            </a:pPr>
            <a:r>
              <a:rPr dirty="0" spc="-10">
                <a:latin typeface="Arial"/>
                <a:cs typeface="Arial"/>
              </a:rPr>
              <a:t>145</a:t>
            </a:r>
            <a:r>
              <a:rPr dirty="0" spc="-10"/>
              <a:t>번줄에</a:t>
            </a:r>
            <a:r>
              <a:rPr dirty="0" spc="-114"/>
              <a:t> </a:t>
            </a:r>
            <a:r>
              <a:rPr dirty="0"/>
              <a:t>중단점</a:t>
            </a:r>
            <a:r>
              <a:rPr dirty="0" spc="-100"/>
              <a:t> </a:t>
            </a:r>
            <a:r>
              <a:rPr dirty="0" spc="-25"/>
              <a:t>설정</a:t>
            </a:r>
          </a:p>
          <a:p>
            <a:pPr marL="12700" marR="5080">
              <a:lnSpc>
                <a:spcPct val="100000"/>
              </a:lnSpc>
              <a:spcBef>
                <a:spcPts val="695"/>
              </a:spcBef>
            </a:pPr>
            <a:r>
              <a:rPr dirty="0"/>
              <a:t>중단점</a:t>
            </a:r>
            <a:r>
              <a:rPr dirty="0" spc="-120"/>
              <a:t> </a:t>
            </a:r>
            <a:r>
              <a:rPr dirty="0"/>
              <a:t>만날때</a:t>
            </a:r>
            <a:r>
              <a:rPr dirty="0" spc="-110"/>
              <a:t> </a:t>
            </a:r>
            <a:r>
              <a:rPr dirty="0"/>
              <a:t>마다</a:t>
            </a:r>
            <a:r>
              <a:rPr dirty="0" spc="-114"/>
              <a:t> </a:t>
            </a:r>
            <a:r>
              <a:rPr dirty="0">
                <a:latin typeface="Arial"/>
                <a:cs typeface="Arial"/>
              </a:rPr>
              <a:t>2</a:t>
            </a:r>
            <a:r>
              <a:rPr dirty="0"/>
              <a:t>개의</a:t>
            </a:r>
            <a:r>
              <a:rPr dirty="0" spc="-114"/>
              <a:t> </a:t>
            </a:r>
            <a:r>
              <a:rPr dirty="0"/>
              <a:t>노드를</a:t>
            </a:r>
            <a:r>
              <a:rPr dirty="0" spc="-110"/>
              <a:t> </a:t>
            </a:r>
            <a:r>
              <a:rPr dirty="0" spc="-10">
                <a:latin typeface="Arial"/>
                <a:cs typeface="Arial"/>
              </a:rPr>
              <a:t>heap</a:t>
            </a:r>
            <a:r>
              <a:rPr dirty="0" spc="-10"/>
              <a:t>에서</a:t>
            </a:r>
            <a:r>
              <a:rPr dirty="0" spc="-114"/>
              <a:t> </a:t>
            </a:r>
            <a:r>
              <a:rPr dirty="0" spc="-10">
                <a:latin typeface="Arial"/>
                <a:cs typeface="Arial"/>
              </a:rPr>
              <a:t>delete</a:t>
            </a:r>
            <a:r>
              <a:rPr dirty="0" spc="-10"/>
              <a:t>하 </a:t>
            </a:r>
            <a:r>
              <a:rPr dirty="0"/>
              <a:t>여</a:t>
            </a:r>
            <a:r>
              <a:rPr dirty="0" spc="-114"/>
              <a:t> </a:t>
            </a:r>
            <a:r>
              <a:rPr dirty="0"/>
              <a:t>이진트리</a:t>
            </a:r>
            <a:r>
              <a:rPr dirty="0" spc="-100"/>
              <a:t> </a:t>
            </a:r>
            <a:r>
              <a:rPr dirty="0"/>
              <a:t>만들고</a:t>
            </a:r>
            <a:r>
              <a:rPr dirty="0" spc="-114"/>
              <a:t> </a:t>
            </a:r>
            <a:r>
              <a:rPr dirty="0"/>
              <a:t>그</a:t>
            </a:r>
            <a:r>
              <a:rPr dirty="0" spc="-110"/>
              <a:t> </a:t>
            </a:r>
            <a:r>
              <a:rPr dirty="0"/>
              <a:t>노드를</a:t>
            </a:r>
            <a:r>
              <a:rPr dirty="0" spc="-105"/>
              <a:t> </a:t>
            </a:r>
            <a:r>
              <a:rPr dirty="0" spc="-10">
                <a:latin typeface="Arial"/>
                <a:cs typeface="Arial"/>
              </a:rPr>
              <a:t>heap</a:t>
            </a:r>
            <a:r>
              <a:rPr dirty="0" spc="-10"/>
              <a:t>에</a:t>
            </a:r>
            <a:r>
              <a:rPr dirty="0" spc="-120"/>
              <a:t> </a:t>
            </a:r>
            <a:r>
              <a:rPr dirty="0" spc="-10">
                <a:latin typeface="Arial"/>
                <a:cs typeface="Arial"/>
              </a:rPr>
              <a:t>insert</a:t>
            </a:r>
            <a:r>
              <a:rPr dirty="0" spc="-10"/>
              <a:t>합니다</a:t>
            </a:r>
          </a:p>
          <a:p>
            <a:pPr marL="239395" indent="-226695">
              <a:lnSpc>
                <a:spcPct val="100000"/>
              </a:lnSpc>
              <a:spcBef>
                <a:spcPts val="705"/>
              </a:spcBef>
              <a:buAutoNum type="arabicPeriod" startAt="2"/>
              <a:tabLst>
                <a:tab pos="239395" algn="l"/>
              </a:tabLst>
            </a:pPr>
            <a:r>
              <a:rPr dirty="0">
                <a:latin typeface="Arial"/>
                <a:cs typeface="Arial"/>
              </a:rPr>
              <a:t>Step</a:t>
            </a:r>
            <a:r>
              <a:rPr dirty="0" spc="-35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over</a:t>
            </a:r>
            <a:r>
              <a:rPr dirty="0" spc="-25">
                <a:latin typeface="Arial"/>
                <a:cs typeface="Arial"/>
              </a:rPr>
              <a:t> </a:t>
            </a:r>
            <a:r>
              <a:rPr dirty="0"/>
              <a:t>수행</a:t>
            </a:r>
            <a:r>
              <a:rPr dirty="0" spc="-114"/>
              <a:t> </a:t>
            </a:r>
            <a:r>
              <a:rPr dirty="0" spc="-10">
                <a:latin typeface="Arial"/>
                <a:cs typeface="Arial"/>
              </a:rPr>
              <a:t>(loop</a:t>
            </a:r>
            <a:r>
              <a:rPr dirty="0" spc="-10"/>
              <a:t>마지막</a:t>
            </a:r>
            <a:r>
              <a:rPr dirty="0" spc="-10">
                <a:latin typeface="Arial"/>
                <a:cs typeface="Arial"/>
              </a:rPr>
              <a:t>)</a:t>
            </a:r>
          </a:p>
          <a:p>
            <a:pPr marL="239395" indent="-226695">
              <a:lnSpc>
                <a:spcPct val="100000"/>
              </a:lnSpc>
              <a:spcBef>
                <a:spcPts val="680"/>
              </a:spcBef>
              <a:buAutoNum type="arabicPeriod" startAt="2"/>
              <a:tabLst>
                <a:tab pos="239395" algn="l"/>
              </a:tabLst>
            </a:pPr>
            <a:r>
              <a:rPr dirty="0" spc="-10">
                <a:latin typeface="Arial"/>
                <a:cs typeface="Arial"/>
              </a:rPr>
              <a:t>heap_size=1</a:t>
            </a:r>
          </a:p>
        </p:txBody>
      </p: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51458" y="1806486"/>
            <a:ext cx="2688437" cy="2141601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7784693" y="3602297"/>
            <a:ext cx="109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406041" y="3602297"/>
            <a:ext cx="109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260869" y="2808852"/>
            <a:ext cx="10985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672359" y="2768352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377197" y="2768352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988820" y="2813996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5722" y="1942560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2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928696" y="1924742"/>
            <a:ext cx="19367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200">
              <a:latin typeface="Tw Cen MT"/>
              <a:cs typeface="Tw Cen M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1236141" y="3495700"/>
            <a:ext cx="2349500" cy="979805"/>
            <a:chOff x="1236141" y="3495700"/>
            <a:chExt cx="2349500" cy="979805"/>
          </a:xfrm>
        </p:grpSpPr>
        <p:sp>
          <p:nvSpPr>
            <p:cNvPr id="17" name="object 17"/>
            <p:cNvSpPr/>
            <p:nvPr/>
          </p:nvSpPr>
          <p:spPr>
            <a:xfrm>
              <a:off x="1248308" y="3507879"/>
              <a:ext cx="2323465" cy="953769"/>
            </a:xfrm>
            <a:custGeom>
              <a:avLst/>
              <a:gdLst/>
              <a:ahLst/>
              <a:cxnLst/>
              <a:rect l="l" t="t" r="r" b="b"/>
              <a:pathLst>
                <a:path w="2323465" h="953770">
                  <a:moveTo>
                    <a:pt x="2323084" y="0"/>
                  </a:moveTo>
                  <a:lnTo>
                    <a:pt x="0" y="0"/>
                  </a:lnTo>
                  <a:lnTo>
                    <a:pt x="0" y="953515"/>
                  </a:lnTo>
                  <a:lnTo>
                    <a:pt x="2323084" y="953515"/>
                  </a:lnTo>
                  <a:lnTo>
                    <a:pt x="2323084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/>
            <p:cNvSpPr/>
            <p:nvPr/>
          </p:nvSpPr>
          <p:spPr>
            <a:xfrm>
              <a:off x="1236141" y="3495700"/>
              <a:ext cx="2349500" cy="979805"/>
            </a:xfrm>
            <a:custGeom>
              <a:avLst/>
              <a:gdLst/>
              <a:ahLst/>
              <a:cxnLst/>
              <a:rect l="l" t="t" r="r" b="b"/>
              <a:pathLst>
                <a:path w="2349500" h="979804">
                  <a:moveTo>
                    <a:pt x="2348953" y="0"/>
                  </a:moveTo>
                  <a:lnTo>
                    <a:pt x="0" y="0"/>
                  </a:lnTo>
                  <a:lnTo>
                    <a:pt x="0" y="979398"/>
                  </a:lnTo>
                  <a:lnTo>
                    <a:pt x="2348953" y="979398"/>
                  </a:lnTo>
                  <a:lnTo>
                    <a:pt x="2348953" y="965695"/>
                  </a:lnTo>
                  <a:lnTo>
                    <a:pt x="24345" y="965695"/>
                  </a:lnTo>
                  <a:lnTo>
                    <a:pt x="12166" y="953515"/>
                  </a:lnTo>
                  <a:lnTo>
                    <a:pt x="24345" y="953515"/>
                  </a:lnTo>
                  <a:lnTo>
                    <a:pt x="24345" y="25895"/>
                  </a:lnTo>
                  <a:lnTo>
                    <a:pt x="12166" y="25895"/>
                  </a:lnTo>
                  <a:lnTo>
                    <a:pt x="24345" y="12179"/>
                  </a:lnTo>
                  <a:lnTo>
                    <a:pt x="2348953" y="12179"/>
                  </a:lnTo>
                  <a:lnTo>
                    <a:pt x="2348953" y="0"/>
                  </a:lnTo>
                  <a:close/>
                </a:path>
                <a:path w="2349500" h="979804">
                  <a:moveTo>
                    <a:pt x="24345" y="953515"/>
                  </a:moveTo>
                  <a:lnTo>
                    <a:pt x="12166" y="953515"/>
                  </a:lnTo>
                  <a:lnTo>
                    <a:pt x="24345" y="965695"/>
                  </a:lnTo>
                  <a:lnTo>
                    <a:pt x="24345" y="953515"/>
                  </a:lnTo>
                  <a:close/>
                </a:path>
                <a:path w="2349500" h="979804">
                  <a:moveTo>
                    <a:pt x="2323071" y="953515"/>
                  </a:moveTo>
                  <a:lnTo>
                    <a:pt x="24345" y="953515"/>
                  </a:lnTo>
                  <a:lnTo>
                    <a:pt x="24345" y="965695"/>
                  </a:lnTo>
                  <a:lnTo>
                    <a:pt x="2323071" y="965695"/>
                  </a:lnTo>
                  <a:lnTo>
                    <a:pt x="2323071" y="953515"/>
                  </a:lnTo>
                  <a:close/>
                </a:path>
                <a:path w="2349500" h="979804">
                  <a:moveTo>
                    <a:pt x="2323071" y="12179"/>
                  </a:moveTo>
                  <a:lnTo>
                    <a:pt x="2323071" y="965695"/>
                  </a:lnTo>
                  <a:lnTo>
                    <a:pt x="2335250" y="953515"/>
                  </a:lnTo>
                  <a:lnTo>
                    <a:pt x="2348953" y="953515"/>
                  </a:lnTo>
                  <a:lnTo>
                    <a:pt x="2348953" y="25895"/>
                  </a:lnTo>
                  <a:lnTo>
                    <a:pt x="2335250" y="25895"/>
                  </a:lnTo>
                  <a:lnTo>
                    <a:pt x="2323071" y="12179"/>
                  </a:lnTo>
                  <a:close/>
                </a:path>
                <a:path w="2349500" h="979804">
                  <a:moveTo>
                    <a:pt x="2348953" y="953515"/>
                  </a:moveTo>
                  <a:lnTo>
                    <a:pt x="2335250" y="953515"/>
                  </a:lnTo>
                  <a:lnTo>
                    <a:pt x="2323071" y="965695"/>
                  </a:lnTo>
                  <a:lnTo>
                    <a:pt x="2348953" y="965695"/>
                  </a:lnTo>
                  <a:lnTo>
                    <a:pt x="2348953" y="953515"/>
                  </a:lnTo>
                  <a:close/>
                </a:path>
                <a:path w="2349500" h="979804">
                  <a:moveTo>
                    <a:pt x="24345" y="12179"/>
                  </a:moveTo>
                  <a:lnTo>
                    <a:pt x="12166" y="25895"/>
                  </a:lnTo>
                  <a:lnTo>
                    <a:pt x="24345" y="25895"/>
                  </a:lnTo>
                  <a:lnTo>
                    <a:pt x="24345" y="12179"/>
                  </a:lnTo>
                  <a:close/>
                </a:path>
                <a:path w="2349500" h="979804">
                  <a:moveTo>
                    <a:pt x="2323071" y="12179"/>
                  </a:moveTo>
                  <a:lnTo>
                    <a:pt x="24345" y="12179"/>
                  </a:lnTo>
                  <a:lnTo>
                    <a:pt x="24345" y="25895"/>
                  </a:lnTo>
                  <a:lnTo>
                    <a:pt x="2323071" y="25895"/>
                  </a:lnTo>
                  <a:lnTo>
                    <a:pt x="2323071" y="12179"/>
                  </a:lnTo>
                  <a:close/>
                </a:path>
                <a:path w="2349500" h="979804">
                  <a:moveTo>
                    <a:pt x="2348953" y="12179"/>
                  </a:moveTo>
                  <a:lnTo>
                    <a:pt x="2323071" y="12179"/>
                  </a:lnTo>
                  <a:lnTo>
                    <a:pt x="2335250" y="25895"/>
                  </a:lnTo>
                  <a:lnTo>
                    <a:pt x="2348953" y="25895"/>
                  </a:lnTo>
                  <a:lnTo>
                    <a:pt x="2348953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/>
          <p:cNvSpPr txBox="1"/>
          <p:nvPr/>
        </p:nvSpPr>
        <p:spPr>
          <a:xfrm>
            <a:off x="1326489" y="3545174"/>
            <a:ext cx="971550" cy="879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4+6-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&gt;10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8+10-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&gt;18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12+15-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&gt;27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18+27-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&gt;45</a:t>
            </a:r>
            <a:endParaRPr sz="14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233336" y="5866701"/>
            <a:ext cx="10287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8556142" y="5826835"/>
            <a:ext cx="180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9217215" y="5826835"/>
            <a:ext cx="180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7915046" y="5871768"/>
            <a:ext cx="180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396302" y="5013896"/>
            <a:ext cx="180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796566" y="4996370"/>
            <a:ext cx="180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025142" y="4342434"/>
            <a:ext cx="18034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25">
                <a:solidFill>
                  <a:srgbClr val="FFFFFF"/>
                </a:solidFill>
                <a:latin typeface="Tw Cen MT"/>
                <a:cs typeface="Tw Cen MT"/>
              </a:rPr>
              <a:t>45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189876" y="4786396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1</a:t>
            </a:r>
            <a:endParaRPr sz="1400">
              <a:latin typeface="Gulim"/>
              <a:cs typeface="Gulim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901015" y="5552383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1</a:t>
            </a:r>
            <a:endParaRPr sz="1400">
              <a:latin typeface="Gulim"/>
              <a:cs typeface="Gulim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9132823" y="4729005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0</a:t>
            </a:r>
            <a:endParaRPr sz="1400">
              <a:latin typeface="Gulim"/>
              <a:cs typeface="Gulim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8384488" y="5476755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1</a:t>
            </a:r>
            <a:endParaRPr sz="1400">
              <a:latin typeface="Gulim"/>
              <a:cs typeface="Gulim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9373565" y="5450618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0</a:t>
            </a:r>
            <a:endParaRPr sz="1400">
              <a:latin typeface="Gulim"/>
              <a:cs typeface="Gulim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011693" y="5500606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0</a:t>
            </a:r>
            <a:endParaRPr sz="1400">
              <a:latin typeface="Gulim"/>
              <a:cs typeface="Gulim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7493368" y="6314408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1</a:t>
            </a:r>
            <a:endParaRPr sz="1400">
              <a:latin typeface="Gulim"/>
              <a:cs typeface="Gulim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413432" y="6275377"/>
            <a:ext cx="128270" cy="2393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50">
                <a:latin typeface="Gulim"/>
                <a:cs typeface="Gulim"/>
              </a:rPr>
              <a:t>0</a:t>
            </a:r>
            <a:endParaRPr sz="1400">
              <a:latin typeface="Gulim"/>
              <a:cs typeface="Gulim"/>
            </a:endParaRPr>
          </a:p>
        </p:txBody>
      </p:sp>
      <p:pic>
        <p:nvPicPr>
          <p:cNvPr id="35" name="object 3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119435" y="4802594"/>
            <a:ext cx="2397683" cy="2025827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4309490" y="5992297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776165" y="6581809"/>
            <a:ext cx="95250" cy="163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5329732" y="6581809"/>
            <a:ext cx="95250" cy="16319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150"/>
              </a:lnSpc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7724622" y="6667986"/>
            <a:ext cx="102870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65"/>
              </a:lnSpc>
            </a:pPr>
            <a:r>
              <a:rPr dirty="0" sz="11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8307399" y="6667986"/>
            <a:ext cx="102870" cy="1784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265"/>
              </a:lnSpc>
            </a:pPr>
            <a:r>
              <a:rPr dirty="0" sz="11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100">
              <a:latin typeface="Tw Cen MT"/>
              <a:cs typeface="Tw Cen MT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idx="5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C로</a:t>
            </a:r>
            <a:r>
              <a:rPr dirty="0" spc="-35"/>
              <a:t> </a:t>
            </a:r>
            <a:r>
              <a:rPr dirty="0"/>
              <a:t>쉽게</a:t>
            </a:r>
            <a:r>
              <a:rPr dirty="0" spc="-20"/>
              <a:t> </a:t>
            </a:r>
            <a:r>
              <a:rPr dirty="0"/>
              <a:t>풀어쓴</a:t>
            </a:r>
            <a:r>
              <a:rPr dirty="0" spc="-35"/>
              <a:t> </a:t>
            </a:r>
            <a:r>
              <a:rPr dirty="0" spc="-20"/>
              <a:t>자료구조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dt" idx="6" sz="half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370"/>
              </a:lnSpc>
            </a:pPr>
            <a:r>
              <a:rPr dirty="0"/>
              <a:t>©</a:t>
            </a:r>
            <a:r>
              <a:rPr dirty="0" spc="-40"/>
              <a:t> </a:t>
            </a:r>
            <a:r>
              <a:rPr dirty="0"/>
              <a:t>생능출판사</a:t>
            </a:r>
            <a:r>
              <a:rPr dirty="0" spc="-25"/>
              <a:t> </a:t>
            </a:r>
            <a:r>
              <a:rPr dirty="0" spc="-20"/>
              <a:t>2019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5568569" y="5963137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196520" y="5963137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66844" y="5368549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5796953" y="5355734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064175" y="4877440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45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70578" y="5229542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996182" y="5789790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116180" y="5187556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5405335" y="5734481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6344869" y="5715355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4959603" y="5667757"/>
            <a:ext cx="197485" cy="505459"/>
          </a:xfrm>
          <a:prstGeom prst="rect">
            <a:avLst/>
          </a:prstGeom>
        </p:spPr>
        <p:txBody>
          <a:bodyPr wrap="square" lIns="0" tIns="97155" rIns="0" bIns="0" rtlCol="0" vert="horz">
            <a:spAutoFit/>
          </a:bodyPr>
          <a:lstStyle/>
          <a:p>
            <a:pPr marL="104139">
              <a:lnSpc>
                <a:spcPct val="100000"/>
              </a:lnSpc>
              <a:spcBef>
                <a:spcPts val="765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4558868" y="6347138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432831" y="6318591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7469" y="6920121"/>
            <a:ext cx="651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생능출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5843" y="6954390"/>
            <a:ext cx="70421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판사</a:t>
            </a:r>
            <a:r>
              <a:rPr dirty="0" sz="1200" spc="-20">
                <a:latin typeface="Gulim"/>
                <a:cs typeface="Gulim"/>
              </a:rPr>
              <a:t> 2019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60982" y="6923296"/>
            <a:ext cx="180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3314" y="4994516"/>
            <a:ext cx="4567008" cy="2211654"/>
          </a:xfrm>
          <a:prstGeom prst="rect">
            <a:avLst/>
          </a:prstGeom>
        </p:spPr>
      </p:pic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9044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00"/>
              </a:spcBef>
            </a:pPr>
            <a:r>
              <a:rPr dirty="0" sz="3200" spc="-675"/>
              <a:t>학생</a:t>
            </a:r>
            <a:r>
              <a:rPr dirty="0" sz="3200" spc="-675">
                <a:latin typeface="Tw Cen MT"/>
                <a:cs typeface="Tw Cen MT"/>
              </a:rPr>
              <a:t>&gt;</a:t>
            </a:r>
            <a:r>
              <a:rPr dirty="0" sz="3200" spc="15">
                <a:latin typeface="Tw Cen MT"/>
                <a:cs typeface="Tw Cen MT"/>
              </a:rPr>
              <a:t> </a:t>
            </a:r>
            <a:r>
              <a:rPr dirty="0" sz="3200" spc="-1260"/>
              <a:t>교수님</a:t>
            </a:r>
            <a:r>
              <a:rPr dirty="0" sz="3200" spc="-1260">
                <a:latin typeface="Tw Cen MT"/>
                <a:cs typeface="Tw Cen MT"/>
              </a:rPr>
              <a:t>~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>
                <a:latin typeface="Tw Cen MT"/>
                <a:cs typeface="Tw Cen MT"/>
              </a:rPr>
              <a:t>huffman.c</a:t>
            </a:r>
            <a:r>
              <a:rPr dirty="0" sz="3200" spc="-15">
                <a:latin typeface="Tw Cen MT"/>
                <a:cs typeface="Tw Cen MT"/>
              </a:rPr>
              <a:t> </a:t>
            </a:r>
            <a:r>
              <a:rPr dirty="0" sz="3200" spc="-1620"/>
              <a:t>너무</a:t>
            </a:r>
            <a:r>
              <a:rPr dirty="0" sz="3200" spc="-170"/>
              <a:t> </a:t>
            </a:r>
            <a:r>
              <a:rPr dirty="0" sz="3200" spc="-1310"/>
              <a:t>어려워요</a:t>
            </a:r>
            <a:r>
              <a:rPr dirty="0" sz="3200" spc="-1310">
                <a:latin typeface="Tw Cen MT"/>
                <a:cs typeface="Tw Cen MT"/>
              </a:rPr>
              <a:t>.</a:t>
            </a:r>
            <a:r>
              <a:rPr dirty="0" sz="3200" spc="5">
                <a:latin typeface="Tw Cen MT"/>
                <a:cs typeface="Tw Cen MT"/>
              </a:rPr>
              <a:t> </a:t>
            </a:r>
            <a:r>
              <a:rPr dirty="0" sz="3200" spc="-1895"/>
              <a:t>코드</a:t>
            </a:r>
            <a:r>
              <a:rPr dirty="0" sz="3200" spc="-170"/>
              <a:t> </a:t>
            </a:r>
            <a:r>
              <a:rPr dirty="0" sz="3200" spc="-1190"/>
              <a:t>한줄씩</a:t>
            </a:r>
            <a:r>
              <a:rPr dirty="0" sz="3200" spc="-170"/>
              <a:t> </a:t>
            </a:r>
            <a:r>
              <a:rPr dirty="0" sz="3200" spc="-1380"/>
              <a:t>설명해주세요</a:t>
            </a:r>
            <a:endParaRPr sz="3200">
              <a:latin typeface="Tw Cen MT"/>
              <a:cs typeface="Tw Cen MT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3230" y="1789734"/>
            <a:ext cx="3116224" cy="3032658"/>
          </a:xfrm>
          <a:prstGeom prst="rect">
            <a:avLst/>
          </a:prstGeom>
        </p:spPr>
      </p:pic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172570" y="1921518"/>
          <a:ext cx="8492490" cy="303847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986655"/>
                <a:gridCol w="478789"/>
                <a:gridCol w="222250"/>
                <a:gridCol w="146050"/>
                <a:gridCol w="345439"/>
                <a:gridCol w="279400"/>
                <a:gridCol w="463550"/>
                <a:gridCol w="347345"/>
                <a:gridCol w="290195"/>
                <a:gridCol w="332740"/>
                <a:gridCol w="230504"/>
                <a:gridCol w="178434"/>
                <a:gridCol w="114934"/>
              </a:tblGrid>
              <a:tr h="462280">
                <a:tc>
                  <a:txBody>
                    <a:bodyPr/>
                    <a:lstStyle/>
                    <a:p>
                      <a:pPr marL="258445" indent="-226695">
                        <a:lnSpc>
                          <a:spcPts val="1764"/>
                        </a:lnSpc>
                        <a:buAutoNum type="arabicPeriod"/>
                        <a:tabLst>
                          <a:tab pos="258445" algn="l"/>
                        </a:tabLst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155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번줄에서</a:t>
                      </a:r>
                      <a:r>
                        <a:rPr dirty="0" sz="1600" spc="-12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print_codes()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600" spc="-4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into</a:t>
                      </a:r>
                      <a:endParaRPr sz="1600">
                        <a:latin typeface="Arial"/>
                        <a:cs typeface="Arial"/>
                      </a:endParaRPr>
                    </a:p>
                    <a:p>
                      <a:pPr marL="258445" indent="-226695">
                        <a:lnSpc>
                          <a:spcPts val="1780"/>
                        </a:lnSpc>
                        <a:buAutoNum type="arabicPeriod"/>
                        <a:tabLst>
                          <a:tab pos="258445" algn="l"/>
                        </a:tabLst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print_codes()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는</a:t>
                      </a:r>
                      <a:r>
                        <a:rPr dirty="0" sz="1600" spc="-12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huffman</a:t>
                      </a:r>
                      <a:r>
                        <a:rPr dirty="0" sz="1600" spc="-5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tree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에서</a:t>
                      </a:r>
                      <a:r>
                        <a:rPr dirty="0" sz="1600" spc="-12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huffman</a:t>
                      </a:r>
                      <a:r>
                        <a:rPr dirty="0" sz="1600" spc="-5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Gulim"/>
                          <a:cs typeface="Gulim"/>
                        </a:rPr>
                        <a:t>비트코</a:t>
                      </a:r>
                      <a:endParaRPr sz="1600">
                        <a:latin typeface="Gulim"/>
                        <a:cs typeface="Gulim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000" spc="-2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45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34290"/>
                </a:tc>
                <a:tc gridSpan="6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  <a:tc hMerge="1">
                  <a:txBody>
                    <a:bodyPr/>
                    <a:lstStyle/>
                    <a:p>
                      <a:pPr/>
                    </a:p>
                  </a:txBody>
                  <a:tcPr marL="0" marR="0" marB="0" marT="0"/>
                </a:tc>
              </a:tr>
              <a:tr h="27241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dirty="0" sz="1600">
                          <a:latin typeface="Gulim"/>
                          <a:cs typeface="Gulim"/>
                        </a:rPr>
                        <a:t>드</a:t>
                      </a:r>
                      <a:r>
                        <a:rPr dirty="0" sz="1600" spc="-10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25">
                          <a:latin typeface="Gulim"/>
                          <a:cs typeface="Gulim"/>
                        </a:rPr>
                        <a:t>출력</a:t>
                      </a:r>
                      <a:endParaRPr sz="1600">
                        <a:latin typeface="Gulim"/>
                        <a:cs typeface="Gulim"/>
                      </a:endParaRPr>
                    </a:p>
                  </a:txBody>
                  <a:tcPr marL="0" marR="0" marB="0" marT="50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37795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1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3664">
                        <a:lnSpc>
                          <a:spcPts val="1110"/>
                        </a:lnSpc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0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6322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50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3.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600" spc="-3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into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로</a:t>
                      </a:r>
                      <a:r>
                        <a:rPr dirty="0" sz="1600" spc="-10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25">
                          <a:latin typeface="Gulim"/>
                          <a:cs typeface="Gulim"/>
                        </a:rPr>
                        <a:t>진행</a:t>
                      </a:r>
                      <a:endParaRPr sz="1600">
                        <a:latin typeface="Gulim"/>
                        <a:cs typeface="Gulim"/>
                      </a:endParaRPr>
                    </a:p>
                  </a:txBody>
                  <a:tcPr marL="0" marR="0" marB="0" marT="6350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24460">
                        <a:lnSpc>
                          <a:spcPct val="100000"/>
                        </a:lnSpc>
                        <a:spcBef>
                          <a:spcPts val="285"/>
                        </a:spcBef>
                      </a:pPr>
                      <a:r>
                        <a:rPr dirty="0" sz="1000" spc="-2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18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3619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78740">
                        <a:lnSpc>
                          <a:spcPct val="100000"/>
                        </a:lnSpc>
                        <a:spcBef>
                          <a:spcPts val="135"/>
                        </a:spcBef>
                      </a:pPr>
                      <a:r>
                        <a:rPr dirty="0" sz="1000" spc="-2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27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1714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9243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4.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45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노드에서</a:t>
                      </a:r>
                      <a:r>
                        <a:rPr dirty="0" sz="1600" spc="-10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107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번줄에서</a:t>
                      </a:r>
                      <a:r>
                        <a:rPr dirty="0" sz="1600" spc="-11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1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을</a:t>
                      </a:r>
                      <a:r>
                        <a:rPr dirty="0" sz="1600" spc="-11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저장하고</a:t>
                      </a:r>
                      <a:r>
                        <a:rPr dirty="0" sz="1600" spc="-10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20">
                          <a:latin typeface="Gulim"/>
                          <a:cs typeface="Gulim"/>
                        </a:rPr>
                        <a:t>순환호출</a:t>
                      </a:r>
                      <a:endParaRPr sz="1600">
                        <a:latin typeface="Gulim"/>
                        <a:cs typeface="Gulim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259715">
                        <a:lnSpc>
                          <a:spcPts val="1100"/>
                        </a:lnSpc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1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800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algn="ctr" marR="52069">
                        <a:lnSpc>
                          <a:spcPct val="100000"/>
                        </a:lnSpc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0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22860"/>
                </a:tc>
                <a:tc>
                  <a:txBody>
                    <a:bodyPr/>
                    <a:lstStyle/>
                    <a:p>
                      <a:pPr algn="r" marR="99695">
                        <a:lnSpc>
                          <a:spcPct val="100000"/>
                        </a:lnSpc>
                        <a:spcBef>
                          <a:spcPts val="1240"/>
                        </a:spcBef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1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15748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2540">
                        <a:lnSpc>
                          <a:spcPct val="100000"/>
                        </a:lnSpc>
                        <a:spcBef>
                          <a:spcPts val="1015"/>
                        </a:spcBef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0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128905"/>
                </a:tc>
              </a:tr>
              <a:tr h="604520">
                <a:tc>
                  <a:txBody>
                    <a:bodyPr/>
                    <a:lstStyle/>
                    <a:p>
                      <a:pPr marL="258445" indent="-226695">
                        <a:lnSpc>
                          <a:spcPts val="1705"/>
                        </a:lnSpc>
                        <a:buAutoNum type="arabicPeriod" startAt="5"/>
                        <a:tabLst>
                          <a:tab pos="258445" algn="l"/>
                        </a:tabLst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18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노드에서</a:t>
                      </a:r>
                      <a:r>
                        <a:rPr dirty="0" sz="1600" spc="-9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20">
                          <a:latin typeface="Gulim"/>
                          <a:cs typeface="Gulim"/>
                        </a:rPr>
                        <a:t>순환호출</a:t>
                      </a:r>
                      <a:endParaRPr sz="1600">
                        <a:latin typeface="Gulim"/>
                        <a:cs typeface="Gulim"/>
                      </a:endParaRPr>
                    </a:p>
                    <a:p>
                      <a:pPr marL="258445" indent="-226695">
                        <a:lnSpc>
                          <a:spcPct val="100000"/>
                        </a:lnSpc>
                        <a:spcBef>
                          <a:spcPts val="695"/>
                        </a:spcBef>
                        <a:buAutoNum type="arabicPeriod" startAt="5"/>
                        <a:tabLst>
                          <a:tab pos="258445" algn="l"/>
                        </a:tabLst>
                      </a:pPr>
                      <a:r>
                        <a:rPr dirty="0" sz="1600" spc="-10">
                          <a:latin typeface="Arial"/>
                          <a:cs typeface="Arial"/>
                        </a:rPr>
                        <a:t>8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노드에서</a:t>
                      </a:r>
                      <a:r>
                        <a:rPr dirty="0" sz="1600" spc="-8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118</a:t>
                      </a:r>
                      <a:r>
                        <a:rPr dirty="0" sz="1600" spc="-45">
                          <a:latin typeface="Gulim"/>
                          <a:cs typeface="Gulim"/>
                        </a:rPr>
                        <a:t>줄</a:t>
                      </a:r>
                      <a:r>
                        <a:rPr dirty="0" sz="1600" spc="-9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over</a:t>
                      </a:r>
                      <a:endParaRPr sz="1600">
                        <a:latin typeface="Arial"/>
                        <a:cs typeface="Arial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5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175">
                        <a:lnSpc>
                          <a:spcPct val="100000"/>
                        </a:lnSpc>
                      </a:pPr>
                      <a:r>
                        <a:rPr dirty="0" sz="1000" spc="-5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8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7048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89535">
                        <a:lnSpc>
                          <a:spcPct val="100000"/>
                        </a:lnSpc>
                        <a:spcBef>
                          <a:spcPts val="5"/>
                        </a:spcBef>
                      </a:pPr>
                      <a:r>
                        <a:rPr dirty="0" sz="1000" spc="-2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10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7556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71755">
                        <a:lnSpc>
                          <a:spcPct val="100000"/>
                        </a:lnSpc>
                      </a:pPr>
                      <a:r>
                        <a:rPr dirty="0" sz="1000" spc="-2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12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35560">
                        <a:lnSpc>
                          <a:spcPct val="100000"/>
                        </a:lnSpc>
                      </a:pPr>
                      <a:r>
                        <a:rPr dirty="0" sz="1000" spc="-25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15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2667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27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7.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45">
                          <a:latin typeface="Arial"/>
                          <a:cs typeface="Arial"/>
                        </a:rPr>
                        <a:t>119</a:t>
                      </a:r>
                      <a:r>
                        <a:rPr dirty="0" sz="1600" spc="-45">
                          <a:latin typeface="Gulim"/>
                          <a:cs typeface="Gulim"/>
                        </a:rPr>
                        <a:t>번</a:t>
                      </a:r>
                      <a:r>
                        <a:rPr dirty="0" sz="1600" spc="-9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줄에서</a:t>
                      </a:r>
                      <a:r>
                        <a:rPr dirty="0" sz="1600" spc="-9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n: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25">
                          <a:latin typeface="Gulim"/>
                          <a:cs typeface="Gulim"/>
                        </a:rPr>
                        <a:t>출력</a:t>
                      </a:r>
                      <a:endParaRPr sz="1600">
                        <a:latin typeface="Gulim"/>
                        <a:cs typeface="Gulim"/>
                      </a:endParaRPr>
                    </a:p>
                  </a:txBody>
                  <a:tcPr marL="0" marR="0" marB="0" marT="3365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111760">
                        <a:lnSpc>
                          <a:spcPct val="100000"/>
                        </a:lnSpc>
                        <a:spcBef>
                          <a:spcPts val="630"/>
                        </a:spcBef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1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8001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algn="r" marR="64135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100" spc="-50">
                          <a:latin typeface="Gulim"/>
                          <a:cs typeface="Gulim"/>
                        </a:rPr>
                        <a:t>0</a:t>
                      </a:r>
                      <a:endParaRPr sz="1100">
                        <a:latin typeface="Gulim"/>
                        <a:cs typeface="Gulim"/>
                      </a:endParaRPr>
                    </a:p>
                  </a:txBody>
                  <a:tcPr marL="0" marR="0" marB="0" marT="3683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33909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8.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120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번줄</a:t>
                      </a:r>
                      <a:r>
                        <a:rPr dirty="0" sz="1600" spc="-11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600" spc="-2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over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하면</a:t>
                      </a:r>
                      <a:r>
                        <a:rPr dirty="0" sz="1600" spc="-10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35">
                          <a:latin typeface="Arial"/>
                          <a:cs typeface="Arial"/>
                        </a:rPr>
                        <a:t>11 </a:t>
                      </a:r>
                      <a:r>
                        <a:rPr dirty="0" sz="1600" spc="-25">
                          <a:latin typeface="Gulim"/>
                          <a:cs typeface="Gulim"/>
                        </a:rPr>
                        <a:t>출력</a:t>
                      </a:r>
                      <a:endParaRPr sz="1600">
                        <a:latin typeface="Gulim"/>
                        <a:cs typeface="Gulim"/>
                      </a:endParaRPr>
                    </a:p>
                  </a:txBody>
                  <a:tcPr marL="0" marR="0" marB="0" marT="3302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119380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000" spc="-5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4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136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 marL="97155">
                        <a:lnSpc>
                          <a:spcPct val="100000"/>
                        </a:lnSpc>
                        <a:spcBef>
                          <a:spcPts val="1075"/>
                        </a:spcBef>
                      </a:pPr>
                      <a:r>
                        <a:rPr dirty="0" sz="1000" spc="-50">
                          <a:solidFill>
                            <a:srgbClr val="FFFFFF"/>
                          </a:solidFill>
                          <a:latin typeface="Tw Cen MT"/>
                          <a:cs typeface="Tw Cen MT"/>
                        </a:rPr>
                        <a:t>6</a:t>
                      </a:r>
                      <a:endParaRPr sz="1000">
                        <a:latin typeface="Tw Cen MT"/>
                        <a:cs typeface="Tw Cen MT"/>
                      </a:endParaRPr>
                    </a:p>
                  </a:txBody>
                  <a:tcPr marL="0" marR="0" marB="0" marT="136525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  <a:tr h="271780">
                <a:tc>
                  <a:txBody>
                    <a:bodyPr/>
                    <a:lstStyle/>
                    <a:p>
                      <a:pPr marL="31750">
                        <a:lnSpc>
                          <a:spcPts val="1839"/>
                        </a:lnSpc>
                        <a:spcBef>
                          <a:spcPts val="204"/>
                        </a:spcBef>
                      </a:pPr>
                      <a:r>
                        <a:rPr dirty="0" sz="1600">
                          <a:latin typeface="Arial"/>
                          <a:cs typeface="Arial"/>
                        </a:rPr>
                        <a:t>9.</a:t>
                      </a:r>
                      <a:r>
                        <a:rPr dirty="0" sz="1600" spc="-1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Step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into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로</a:t>
                      </a:r>
                      <a:r>
                        <a:rPr dirty="0" sz="1600" spc="-100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계속진행하면</a:t>
                      </a:r>
                      <a:r>
                        <a:rPr dirty="0" sz="1600" spc="-95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s,</a:t>
                      </a:r>
                      <a:r>
                        <a:rPr dirty="0" sz="1600" spc="-10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i,</a:t>
                      </a:r>
                      <a:r>
                        <a:rPr dirty="0" sz="1600" spc="-25">
                          <a:latin typeface="Arial"/>
                          <a:cs typeface="Arial"/>
                        </a:rPr>
                        <a:t> </a:t>
                      </a:r>
                      <a:r>
                        <a:rPr dirty="0" sz="1600">
                          <a:latin typeface="Arial"/>
                          <a:cs typeface="Arial"/>
                        </a:rPr>
                        <a:t>t, e</a:t>
                      </a:r>
                      <a:r>
                        <a:rPr dirty="0" sz="1600">
                          <a:latin typeface="Gulim"/>
                          <a:cs typeface="Gulim"/>
                        </a:rPr>
                        <a:t>의</a:t>
                      </a:r>
                      <a:r>
                        <a:rPr dirty="0" sz="1600" spc="-114">
                          <a:latin typeface="Gulim"/>
                          <a:cs typeface="Gulim"/>
                        </a:rPr>
                        <a:t> </a:t>
                      </a:r>
                      <a:r>
                        <a:rPr dirty="0" sz="1600" spc="-10">
                          <a:latin typeface="Gulim"/>
                          <a:cs typeface="Gulim"/>
                        </a:rPr>
                        <a:t>비트코드출력</a:t>
                      </a:r>
                      <a:endParaRPr sz="1600">
                        <a:latin typeface="Gulim"/>
                        <a:cs typeface="Gulim"/>
                      </a:endParaRPr>
                    </a:p>
                  </a:txBody>
                  <a:tcPr marL="0" marR="0" marB="0" marT="26034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6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/>
                </a:tc>
              </a:tr>
            </a:tbl>
          </a:graphicData>
        </a:graphic>
      </p:graphicFrame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5127225" y="4988414"/>
          <a:ext cx="4655820" cy="21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095"/>
                <a:gridCol w="1522095"/>
                <a:gridCol w="1522094"/>
              </a:tblGrid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64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글자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코드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7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빈도수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e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15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t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n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i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s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1473619" y="5520004"/>
            <a:ext cx="1002030" cy="1194435"/>
            <a:chOff x="1473619" y="5520004"/>
            <a:chExt cx="1002030" cy="1194435"/>
          </a:xfrm>
        </p:grpSpPr>
        <p:sp>
          <p:nvSpPr>
            <p:cNvPr id="11" name="object 11"/>
            <p:cNvSpPr/>
            <p:nvPr/>
          </p:nvSpPr>
          <p:spPr>
            <a:xfrm>
              <a:off x="1485798" y="5532196"/>
              <a:ext cx="975994" cy="1170305"/>
            </a:xfrm>
            <a:custGeom>
              <a:avLst/>
              <a:gdLst/>
              <a:ahLst/>
              <a:cxnLst/>
              <a:rect l="l" t="t" r="r" b="b"/>
              <a:pathLst>
                <a:path w="975994" h="1170304">
                  <a:moveTo>
                    <a:pt x="975817" y="0"/>
                  </a:moveTo>
                  <a:lnTo>
                    <a:pt x="0" y="0"/>
                  </a:lnTo>
                  <a:lnTo>
                    <a:pt x="0" y="1169797"/>
                  </a:lnTo>
                  <a:lnTo>
                    <a:pt x="975817" y="1169797"/>
                  </a:lnTo>
                  <a:lnTo>
                    <a:pt x="975817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1473619" y="5520004"/>
              <a:ext cx="1002030" cy="1194435"/>
            </a:xfrm>
            <a:custGeom>
              <a:avLst/>
              <a:gdLst/>
              <a:ahLst/>
              <a:cxnLst/>
              <a:rect l="l" t="t" r="r" b="b"/>
              <a:pathLst>
                <a:path w="1002030" h="1194434">
                  <a:moveTo>
                    <a:pt x="1001699" y="0"/>
                  </a:moveTo>
                  <a:lnTo>
                    <a:pt x="0" y="0"/>
                  </a:lnTo>
                  <a:lnTo>
                    <a:pt x="0" y="1194181"/>
                  </a:lnTo>
                  <a:lnTo>
                    <a:pt x="1001699" y="1194181"/>
                  </a:lnTo>
                  <a:lnTo>
                    <a:pt x="1001699" y="1181989"/>
                  </a:lnTo>
                  <a:lnTo>
                    <a:pt x="24358" y="1181989"/>
                  </a:lnTo>
                  <a:lnTo>
                    <a:pt x="12179" y="1168285"/>
                  </a:lnTo>
                  <a:lnTo>
                    <a:pt x="24358" y="1168285"/>
                  </a:lnTo>
                  <a:lnTo>
                    <a:pt x="24358" y="25895"/>
                  </a:lnTo>
                  <a:lnTo>
                    <a:pt x="12179" y="25895"/>
                  </a:lnTo>
                  <a:lnTo>
                    <a:pt x="24358" y="12192"/>
                  </a:lnTo>
                  <a:lnTo>
                    <a:pt x="1001699" y="12192"/>
                  </a:lnTo>
                  <a:lnTo>
                    <a:pt x="1001699" y="0"/>
                  </a:lnTo>
                  <a:close/>
                </a:path>
                <a:path w="1002030" h="1194434">
                  <a:moveTo>
                    <a:pt x="24358" y="1168285"/>
                  </a:moveTo>
                  <a:lnTo>
                    <a:pt x="12179" y="1168285"/>
                  </a:lnTo>
                  <a:lnTo>
                    <a:pt x="24358" y="1181989"/>
                  </a:lnTo>
                  <a:lnTo>
                    <a:pt x="24358" y="1168285"/>
                  </a:lnTo>
                  <a:close/>
                </a:path>
                <a:path w="1002030" h="1194434">
                  <a:moveTo>
                    <a:pt x="975817" y="1168285"/>
                  </a:moveTo>
                  <a:lnTo>
                    <a:pt x="24358" y="1168285"/>
                  </a:lnTo>
                  <a:lnTo>
                    <a:pt x="24358" y="1181989"/>
                  </a:lnTo>
                  <a:lnTo>
                    <a:pt x="975817" y="1181989"/>
                  </a:lnTo>
                  <a:lnTo>
                    <a:pt x="975817" y="1168285"/>
                  </a:lnTo>
                  <a:close/>
                </a:path>
                <a:path w="1002030" h="1194434">
                  <a:moveTo>
                    <a:pt x="975817" y="12192"/>
                  </a:moveTo>
                  <a:lnTo>
                    <a:pt x="975817" y="1181989"/>
                  </a:lnTo>
                  <a:lnTo>
                    <a:pt x="987996" y="1168285"/>
                  </a:lnTo>
                  <a:lnTo>
                    <a:pt x="1001699" y="1168285"/>
                  </a:lnTo>
                  <a:lnTo>
                    <a:pt x="1001699" y="25895"/>
                  </a:lnTo>
                  <a:lnTo>
                    <a:pt x="987996" y="25895"/>
                  </a:lnTo>
                  <a:lnTo>
                    <a:pt x="975817" y="12192"/>
                  </a:lnTo>
                  <a:close/>
                </a:path>
                <a:path w="1002030" h="1194434">
                  <a:moveTo>
                    <a:pt x="1001699" y="1168285"/>
                  </a:moveTo>
                  <a:lnTo>
                    <a:pt x="987996" y="1168285"/>
                  </a:lnTo>
                  <a:lnTo>
                    <a:pt x="975817" y="1181989"/>
                  </a:lnTo>
                  <a:lnTo>
                    <a:pt x="1001699" y="1181989"/>
                  </a:lnTo>
                  <a:lnTo>
                    <a:pt x="1001699" y="1168285"/>
                  </a:lnTo>
                  <a:close/>
                </a:path>
                <a:path w="1002030" h="1194434">
                  <a:moveTo>
                    <a:pt x="24358" y="12192"/>
                  </a:moveTo>
                  <a:lnTo>
                    <a:pt x="12179" y="25895"/>
                  </a:lnTo>
                  <a:lnTo>
                    <a:pt x="24358" y="25895"/>
                  </a:lnTo>
                  <a:lnTo>
                    <a:pt x="24358" y="12192"/>
                  </a:lnTo>
                  <a:close/>
                </a:path>
                <a:path w="1002030" h="1194434">
                  <a:moveTo>
                    <a:pt x="975817" y="12192"/>
                  </a:moveTo>
                  <a:lnTo>
                    <a:pt x="24358" y="12192"/>
                  </a:lnTo>
                  <a:lnTo>
                    <a:pt x="24358" y="25895"/>
                  </a:lnTo>
                  <a:lnTo>
                    <a:pt x="975817" y="25895"/>
                  </a:lnTo>
                  <a:lnTo>
                    <a:pt x="975817" y="12192"/>
                  </a:lnTo>
                  <a:close/>
                </a:path>
                <a:path w="1002030" h="1194434">
                  <a:moveTo>
                    <a:pt x="1001699" y="12192"/>
                  </a:moveTo>
                  <a:lnTo>
                    <a:pt x="975817" y="12192"/>
                  </a:lnTo>
                  <a:lnTo>
                    <a:pt x="987996" y="25895"/>
                  </a:lnTo>
                  <a:lnTo>
                    <a:pt x="1001699" y="25895"/>
                  </a:lnTo>
                  <a:lnTo>
                    <a:pt x="1001699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3" name="object 13"/>
          <p:cNvSpPr txBox="1"/>
          <p:nvPr/>
        </p:nvSpPr>
        <p:spPr>
          <a:xfrm>
            <a:off x="1563636" y="5569300"/>
            <a:ext cx="543560" cy="1092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n: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s: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101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i: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100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t: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01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e: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00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7469" y="6920121"/>
            <a:ext cx="65151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10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생능출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5075843" y="6954390"/>
            <a:ext cx="704215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판사</a:t>
            </a:r>
            <a:r>
              <a:rPr dirty="0" sz="1200" spc="-20">
                <a:latin typeface="Gulim"/>
                <a:cs typeface="Gulim"/>
              </a:rPr>
              <a:t> 2019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73682" y="6957564"/>
            <a:ext cx="1125220" cy="152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200"/>
              </a:lnSpc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15">
                <a:latin typeface="Gulim"/>
                <a:cs typeface="Gulim"/>
              </a:rPr>
              <a:t> </a:t>
            </a:r>
            <a:r>
              <a:rPr dirty="0" sz="1200" spc="-25">
                <a:latin typeface="Gulim"/>
                <a:cs typeface="Gulim"/>
              </a:rPr>
              <a:t>풀어쓴</a:t>
            </a:r>
            <a:endParaRPr sz="1200">
              <a:latin typeface="Gulim"/>
              <a:cs typeface="Gulim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636227" y="6923296"/>
            <a:ext cx="634365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33314" y="4994516"/>
            <a:ext cx="4567008" cy="221165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91620" y="1889628"/>
            <a:ext cx="4799965" cy="206311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Gulim"/>
                <a:cs typeface="Gulim"/>
              </a:rPr>
              <a:t>교수</a:t>
            </a:r>
            <a:r>
              <a:rPr dirty="0" sz="1600">
                <a:latin typeface="Arial"/>
                <a:cs typeface="Arial"/>
              </a:rPr>
              <a:t>&gt;</a:t>
            </a:r>
            <a:r>
              <a:rPr dirty="0" sz="1600" spc="-15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huffman.c</a:t>
            </a:r>
            <a:r>
              <a:rPr dirty="0" sz="1600" spc="-10">
                <a:latin typeface="Gulim"/>
                <a:cs typeface="Gulim"/>
              </a:rPr>
              <a:t>는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각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글자의</a:t>
            </a:r>
            <a:r>
              <a:rPr dirty="0" sz="1600" spc="-10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빈도수를</a:t>
            </a:r>
            <a:r>
              <a:rPr dirty="0" sz="1600" spc="-110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가지고 </a:t>
            </a:r>
            <a:r>
              <a:rPr dirty="0" sz="1600">
                <a:latin typeface="Arial"/>
                <a:cs typeface="Arial"/>
              </a:rPr>
              <a:t>huffman</a:t>
            </a:r>
            <a:r>
              <a:rPr dirty="0" sz="1600" spc="-8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tree</a:t>
            </a:r>
            <a:r>
              <a:rPr dirty="0" sz="1600">
                <a:latin typeface="Gulim"/>
                <a:cs typeface="Gulim"/>
              </a:rPr>
              <a:t>를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만들고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huffman</a:t>
            </a:r>
            <a:r>
              <a:rPr dirty="0" sz="1600" spc="-6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tree</a:t>
            </a:r>
            <a:r>
              <a:rPr dirty="0" sz="1600">
                <a:latin typeface="Gulim"/>
                <a:cs typeface="Gulim"/>
              </a:rPr>
              <a:t>에서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단말노드인 </a:t>
            </a:r>
            <a:r>
              <a:rPr dirty="0" sz="1600">
                <a:latin typeface="Gulim"/>
                <a:cs typeface="Gulim"/>
              </a:rPr>
              <a:t>각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글자노드에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대해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Arial"/>
                <a:cs typeface="Arial"/>
              </a:rPr>
              <a:t>print_codes()</a:t>
            </a:r>
            <a:r>
              <a:rPr dirty="0" sz="1600" spc="-10">
                <a:latin typeface="Gulim"/>
                <a:cs typeface="Gulim"/>
              </a:rPr>
              <a:t>에서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비트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코드를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생 </a:t>
            </a:r>
            <a:r>
              <a:rPr dirty="0" sz="1600" spc="-10">
                <a:latin typeface="Gulim"/>
                <a:cs typeface="Gulim"/>
              </a:rPr>
              <a:t>성합니다</a:t>
            </a:r>
            <a:r>
              <a:rPr dirty="0" sz="1600" spc="-10">
                <a:latin typeface="Arial"/>
                <a:cs typeface="Arial"/>
              </a:rPr>
              <a:t>.</a:t>
            </a:r>
            <a:endParaRPr sz="1600">
              <a:latin typeface="Arial"/>
              <a:cs typeface="Arial"/>
            </a:endParaRPr>
          </a:p>
          <a:p>
            <a:pPr algn="just" marL="12700" marR="27305">
              <a:lnSpc>
                <a:spcPct val="100000"/>
              </a:lnSpc>
              <a:spcBef>
                <a:spcPts val="690"/>
              </a:spcBef>
            </a:pPr>
            <a:r>
              <a:rPr dirty="0" sz="1600">
                <a:latin typeface="Arial"/>
                <a:cs typeface="Arial"/>
              </a:rPr>
              <a:t>Huffman</a:t>
            </a:r>
            <a:r>
              <a:rPr dirty="0" sz="1600" spc="-50">
                <a:latin typeface="Arial"/>
                <a:cs typeface="Arial"/>
              </a:rPr>
              <a:t> </a:t>
            </a:r>
            <a:r>
              <a:rPr dirty="0" sz="1600" spc="-10">
                <a:latin typeface="Arial"/>
                <a:cs typeface="Arial"/>
              </a:rPr>
              <a:t>tree</a:t>
            </a:r>
            <a:r>
              <a:rPr dirty="0" sz="1600" spc="-10">
                <a:latin typeface="Gulim"/>
                <a:cs typeface="Gulim"/>
              </a:rPr>
              <a:t>만드는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과정을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여러분이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그림으로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단계 </a:t>
            </a:r>
            <a:r>
              <a:rPr dirty="0" sz="1600">
                <a:latin typeface="Gulim"/>
                <a:cs typeface="Gulim"/>
              </a:rPr>
              <a:t>별로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만들고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이것을</a:t>
            </a:r>
            <a:r>
              <a:rPr dirty="0" sz="1600" spc="-13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>
                <a:latin typeface="Gulim"/>
                <a:cs typeface="Gulim"/>
              </a:rPr>
              <a:t>코드와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하고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Huffman</a:t>
            </a:r>
            <a:r>
              <a:rPr dirty="0" sz="1600" spc="-40">
                <a:latin typeface="Arial"/>
                <a:cs typeface="Arial"/>
              </a:rPr>
              <a:t> </a:t>
            </a:r>
            <a:r>
              <a:rPr dirty="0" sz="1600">
                <a:latin typeface="Arial"/>
                <a:cs typeface="Arial"/>
              </a:rPr>
              <a:t>tree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 spc="-25">
                <a:latin typeface="Gulim"/>
                <a:cs typeface="Gulim"/>
              </a:rPr>
              <a:t>그림 </a:t>
            </a:r>
            <a:r>
              <a:rPr dirty="0" sz="1600">
                <a:latin typeface="Gulim"/>
                <a:cs typeface="Gulim"/>
              </a:rPr>
              <a:t>에서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비트코드를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10">
                <a:latin typeface="Gulim"/>
                <a:cs typeface="Gulim"/>
              </a:rPr>
              <a:t>글자노드에</a:t>
            </a:r>
            <a:r>
              <a:rPr dirty="0" sz="1600" spc="-9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대해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이것을</a:t>
            </a:r>
            <a:r>
              <a:rPr dirty="0" sz="1600" spc="-105">
                <a:latin typeface="Gulim"/>
                <a:cs typeface="Gulim"/>
              </a:rPr>
              <a:t> </a:t>
            </a:r>
            <a:r>
              <a:rPr dirty="0" sz="1600" spc="-25">
                <a:latin typeface="Arial"/>
                <a:cs typeface="Arial"/>
              </a:rPr>
              <a:t>C</a:t>
            </a:r>
            <a:r>
              <a:rPr dirty="0" sz="1600" spc="-25">
                <a:latin typeface="Gulim"/>
                <a:cs typeface="Gulim"/>
              </a:rPr>
              <a:t>코 </a:t>
            </a:r>
            <a:r>
              <a:rPr dirty="0" sz="1600">
                <a:latin typeface="Gulim"/>
                <a:cs typeface="Gulim"/>
              </a:rPr>
              <a:t>드화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합니다</a:t>
            </a:r>
            <a:endParaRPr sz="1600">
              <a:latin typeface="Gulim"/>
              <a:cs typeface="Gulim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91620" y="4349567"/>
            <a:ext cx="4631055" cy="5124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dirty="0" sz="1600">
                <a:latin typeface="Arial"/>
                <a:cs typeface="Arial"/>
              </a:rPr>
              <a:t>C</a:t>
            </a:r>
            <a:r>
              <a:rPr dirty="0" sz="1600">
                <a:latin typeface="Gulim"/>
                <a:cs typeface="Gulim"/>
              </a:rPr>
              <a:t>코드만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보았을때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이해할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수</a:t>
            </a:r>
            <a:r>
              <a:rPr dirty="0" sz="1600" spc="-13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없습니다</a:t>
            </a:r>
            <a:r>
              <a:rPr dirty="0" sz="1600">
                <a:latin typeface="Arial"/>
                <a:cs typeface="Arial"/>
              </a:rPr>
              <a:t>.</a:t>
            </a:r>
            <a:r>
              <a:rPr dirty="0" sz="1600" spc="-30">
                <a:latin typeface="Arial"/>
                <a:cs typeface="Arial"/>
              </a:rPr>
              <a:t> </a:t>
            </a:r>
            <a:r>
              <a:rPr dirty="0" sz="1600">
                <a:latin typeface="Gulim"/>
                <a:cs typeface="Gulim"/>
              </a:rPr>
              <a:t>그림으로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 spc="-50">
                <a:latin typeface="Gulim"/>
                <a:cs typeface="Gulim"/>
              </a:rPr>
              <a:t>먼 </a:t>
            </a:r>
            <a:r>
              <a:rPr dirty="0" sz="1600">
                <a:latin typeface="Gulim"/>
                <a:cs typeface="Gulim"/>
              </a:rPr>
              <a:t>저</a:t>
            </a:r>
            <a:r>
              <a:rPr dirty="0" sz="1600" spc="-125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과정을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만들고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>
                <a:latin typeface="Gulim"/>
                <a:cs typeface="Gulim"/>
              </a:rPr>
              <a:t>이것을</a:t>
            </a:r>
            <a:r>
              <a:rPr dirty="0" sz="1600" spc="-120">
                <a:latin typeface="Gulim"/>
                <a:cs typeface="Gulim"/>
              </a:rPr>
              <a:t> </a:t>
            </a:r>
            <a:r>
              <a:rPr dirty="0" sz="1600">
                <a:latin typeface="Arial"/>
                <a:cs typeface="Arial"/>
              </a:rPr>
              <a:t>C</a:t>
            </a:r>
            <a:r>
              <a:rPr dirty="0" sz="1600">
                <a:latin typeface="Gulim"/>
                <a:cs typeface="Gulim"/>
              </a:rPr>
              <a:t>코드화</a:t>
            </a:r>
            <a:r>
              <a:rPr dirty="0" sz="1600" spc="-114">
                <a:latin typeface="Gulim"/>
                <a:cs typeface="Gulim"/>
              </a:rPr>
              <a:t> </a:t>
            </a:r>
            <a:r>
              <a:rPr dirty="0" sz="1600" spc="-25">
                <a:latin typeface="Gulim"/>
                <a:cs typeface="Gulim"/>
              </a:rPr>
              <a:t>합니다</a:t>
            </a:r>
            <a:endParaRPr sz="1600">
              <a:latin typeface="Gulim"/>
              <a:cs typeface="Gulim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593230" y="1789734"/>
            <a:ext cx="3116224" cy="3032658"/>
          </a:xfrm>
          <a:prstGeom prst="rect">
            <a:avLst/>
          </a:prstGeom>
        </p:spPr>
      </p:pic>
      <p:sp>
        <p:nvSpPr>
          <p:cNvPr id="10" name="object 10"/>
          <p:cNvSpPr txBox="1"/>
          <p:nvPr/>
        </p:nvSpPr>
        <p:spPr>
          <a:xfrm>
            <a:off x="7458735" y="4476298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4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8179346" y="4476298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6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851243" y="3618374"/>
            <a:ext cx="95250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50">
                <a:solidFill>
                  <a:srgbClr val="FFFFFF"/>
                </a:solidFill>
                <a:latin typeface="Tw Cen MT"/>
                <a:cs typeface="Tw Cen MT"/>
              </a:rPr>
              <a:t>8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00808" y="3574585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12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18231" y="3574585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15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7708086" y="3623937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10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066648" y="2681686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18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798090" y="2662420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27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844218" y="1944171"/>
            <a:ext cx="165735" cy="177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000" spc="-25">
                <a:solidFill>
                  <a:srgbClr val="FFFFFF"/>
                </a:solidFill>
                <a:latin typeface="Tw Cen MT"/>
                <a:cs typeface="Tw Cen MT"/>
              </a:rPr>
              <a:t>45</a:t>
            </a:r>
            <a:endParaRPr sz="1000">
              <a:latin typeface="Tw Cen MT"/>
              <a:cs typeface="Tw Cen MT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763689" y="2407208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6406489" y="3248545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9166173" y="2344165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8240839" y="3165474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9463875" y="3136760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779880" y="3191662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138961" y="4085513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1</a:t>
            </a:r>
            <a:endParaRPr sz="1100">
              <a:latin typeface="Gulim"/>
              <a:cs typeface="Gulim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276640" y="4042650"/>
            <a:ext cx="106045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50">
                <a:latin typeface="Gulim"/>
                <a:cs typeface="Gulim"/>
              </a:rPr>
              <a:t>0</a:t>
            </a:r>
            <a:endParaRPr sz="1100">
              <a:latin typeface="Gulim"/>
              <a:cs typeface="Gulim"/>
            </a:endParaRPr>
          </a:p>
        </p:txBody>
      </p:sp>
      <p:graphicFrame>
        <p:nvGraphicFramePr>
          <p:cNvPr id="27" name="object 27"/>
          <p:cNvGraphicFramePr>
            <a:graphicFrameLocks noGrp="1"/>
          </p:cNvGraphicFramePr>
          <p:nvPr/>
        </p:nvGraphicFramePr>
        <p:xfrm>
          <a:off x="5127225" y="4988414"/>
          <a:ext cx="4655820" cy="21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522095"/>
                <a:gridCol w="1522095"/>
                <a:gridCol w="1522094"/>
              </a:tblGrid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64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글자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695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비트</a:t>
                      </a:r>
                      <a:r>
                        <a:rPr dirty="0" sz="1400" spc="-114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 </a:t>
                      </a:r>
                      <a:r>
                        <a:rPr dirty="0" sz="1400" spc="-8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코드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90"/>
                        </a:spcBef>
                      </a:pPr>
                      <a:r>
                        <a:rPr dirty="0" sz="1400" spc="-740" b="1">
                          <a:solidFill>
                            <a:srgbClr val="FFFFFF"/>
                          </a:solidFill>
                          <a:latin typeface="Dotum"/>
                          <a:cs typeface="Dotum"/>
                        </a:rPr>
                        <a:t>빈도수</a:t>
                      </a:r>
                      <a:endParaRPr sz="1400">
                        <a:latin typeface="Dotum"/>
                        <a:cs typeface="Dotum"/>
                      </a:endParaRPr>
                    </a:p>
                  </a:txBody>
                  <a:tcPr marL="0" marR="0" marB="0" marT="3683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e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15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t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12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n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8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365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69570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i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100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0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6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29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  <a:tr h="304165"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s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25">
                          <a:latin typeface="Tw Cen MT"/>
                          <a:cs typeface="Tw Cen MT"/>
                        </a:rPr>
                        <a:t>101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0170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dirty="0" sz="1400" spc="-50">
                          <a:latin typeface="Tw Cen MT"/>
                          <a:cs typeface="Tw Cen MT"/>
                        </a:rPr>
                        <a:t>4</a:t>
                      </a:r>
                      <a:endParaRPr sz="1400">
                        <a:latin typeface="Tw Cen MT"/>
                        <a:cs typeface="Tw Cen MT"/>
                      </a:endParaRPr>
                    </a:p>
                  </a:txBody>
                  <a:tcPr marL="0" marR="0" marB="0" marT="34925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8" name="object 28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357833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95"/>
              </a:spcBef>
            </a:pPr>
            <a:r>
              <a:rPr dirty="0" sz="3600" spc="-780"/>
              <a:t>학생</a:t>
            </a:r>
            <a:r>
              <a:rPr dirty="0" sz="3600" spc="-780">
                <a:latin typeface="Tw Cen MT"/>
                <a:cs typeface="Tw Cen MT"/>
              </a:rPr>
              <a:t>&gt;</a:t>
            </a:r>
            <a:r>
              <a:rPr dirty="0" sz="3600">
                <a:latin typeface="Tw Cen MT"/>
                <a:cs typeface="Tw Cen MT"/>
              </a:rPr>
              <a:t> </a:t>
            </a:r>
            <a:r>
              <a:rPr dirty="0" sz="3600" spc="-1415"/>
              <a:t>교수님</a:t>
            </a:r>
            <a:r>
              <a:rPr dirty="0" sz="3600" spc="-1415">
                <a:latin typeface="Tw Cen MT"/>
                <a:cs typeface="Tw Cen MT"/>
              </a:rPr>
              <a:t>~</a:t>
            </a:r>
            <a:r>
              <a:rPr dirty="0" sz="3600" spc="5">
                <a:latin typeface="Tw Cen MT"/>
                <a:cs typeface="Tw Cen MT"/>
              </a:rPr>
              <a:t> </a:t>
            </a:r>
            <a:r>
              <a:rPr dirty="0" sz="3600">
                <a:latin typeface="Tw Cen MT"/>
                <a:cs typeface="Tw Cen MT"/>
              </a:rPr>
              <a:t>huffman.c</a:t>
            </a:r>
            <a:r>
              <a:rPr dirty="0" sz="3600" spc="-85">
                <a:latin typeface="Tw Cen MT"/>
                <a:cs typeface="Tw Cen MT"/>
              </a:rPr>
              <a:t> </a:t>
            </a:r>
            <a:r>
              <a:rPr dirty="0" sz="3600" spc="-2125"/>
              <a:t>코드</a:t>
            </a:r>
            <a:r>
              <a:rPr dirty="0" sz="3600" spc="-204"/>
              <a:t> </a:t>
            </a:r>
            <a:r>
              <a:rPr dirty="0" sz="3600" spc="-1555"/>
              <a:t>알것도</a:t>
            </a:r>
            <a:r>
              <a:rPr dirty="0" sz="3600" spc="-204"/>
              <a:t> </a:t>
            </a:r>
            <a:r>
              <a:rPr dirty="0" sz="3600" spc="-1625"/>
              <a:t>같고</a:t>
            </a:r>
            <a:r>
              <a:rPr dirty="0" sz="3600" spc="-220"/>
              <a:t> </a:t>
            </a:r>
            <a:r>
              <a:rPr dirty="0" sz="3600" spc="-1225"/>
              <a:t>애매합니다</a:t>
            </a:r>
            <a:endParaRPr sz="3600">
              <a:latin typeface="Tw Cen MT"/>
              <a:cs typeface="Tw Cen MT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1190459" y="5064582"/>
            <a:ext cx="1407160" cy="2054860"/>
            <a:chOff x="1190459" y="5064582"/>
            <a:chExt cx="1407160" cy="2054860"/>
          </a:xfrm>
        </p:grpSpPr>
        <p:sp>
          <p:nvSpPr>
            <p:cNvPr id="30" name="object 30"/>
            <p:cNvSpPr/>
            <p:nvPr/>
          </p:nvSpPr>
          <p:spPr>
            <a:xfrm>
              <a:off x="1204163" y="5076761"/>
              <a:ext cx="1381125" cy="2030730"/>
            </a:xfrm>
            <a:custGeom>
              <a:avLst/>
              <a:gdLst/>
              <a:ahLst/>
              <a:cxnLst/>
              <a:rect l="l" t="t" r="r" b="b"/>
              <a:pathLst>
                <a:path w="1381125" h="2030729">
                  <a:moveTo>
                    <a:pt x="1380756" y="0"/>
                  </a:moveTo>
                  <a:lnTo>
                    <a:pt x="0" y="0"/>
                  </a:lnTo>
                  <a:lnTo>
                    <a:pt x="0" y="2030399"/>
                  </a:lnTo>
                  <a:lnTo>
                    <a:pt x="1380756" y="2030399"/>
                  </a:lnTo>
                  <a:lnTo>
                    <a:pt x="1380756" y="0"/>
                  </a:lnTo>
                  <a:close/>
                </a:path>
              </a:pathLst>
            </a:custGeom>
            <a:solidFill>
              <a:srgbClr val="002060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1190459" y="5064582"/>
              <a:ext cx="1407160" cy="2054860"/>
            </a:xfrm>
            <a:custGeom>
              <a:avLst/>
              <a:gdLst/>
              <a:ahLst/>
              <a:cxnLst/>
              <a:rect l="l" t="t" r="r" b="b"/>
              <a:pathLst>
                <a:path w="1407160" h="2054859">
                  <a:moveTo>
                    <a:pt x="1406639" y="0"/>
                  </a:moveTo>
                  <a:lnTo>
                    <a:pt x="0" y="0"/>
                  </a:lnTo>
                  <a:lnTo>
                    <a:pt x="0" y="2054771"/>
                  </a:lnTo>
                  <a:lnTo>
                    <a:pt x="1406639" y="2054771"/>
                  </a:lnTo>
                  <a:lnTo>
                    <a:pt x="1406639" y="2042579"/>
                  </a:lnTo>
                  <a:lnTo>
                    <a:pt x="25882" y="2042579"/>
                  </a:lnTo>
                  <a:lnTo>
                    <a:pt x="13703" y="2028875"/>
                  </a:lnTo>
                  <a:lnTo>
                    <a:pt x="25882" y="2028875"/>
                  </a:lnTo>
                  <a:lnTo>
                    <a:pt x="25882" y="24358"/>
                  </a:lnTo>
                  <a:lnTo>
                    <a:pt x="13703" y="24358"/>
                  </a:lnTo>
                  <a:lnTo>
                    <a:pt x="25882" y="12179"/>
                  </a:lnTo>
                  <a:lnTo>
                    <a:pt x="1406639" y="12179"/>
                  </a:lnTo>
                  <a:lnTo>
                    <a:pt x="1406639" y="0"/>
                  </a:lnTo>
                  <a:close/>
                </a:path>
                <a:path w="1407160" h="2054859">
                  <a:moveTo>
                    <a:pt x="25882" y="2028875"/>
                  </a:moveTo>
                  <a:lnTo>
                    <a:pt x="13703" y="2028875"/>
                  </a:lnTo>
                  <a:lnTo>
                    <a:pt x="25882" y="2042579"/>
                  </a:lnTo>
                  <a:lnTo>
                    <a:pt x="25882" y="2028875"/>
                  </a:lnTo>
                  <a:close/>
                </a:path>
                <a:path w="1407160" h="2054859">
                  <a:moveTo>
                    <a:pt x="1382280" y="2028875"/>
                  </a:moveTo>
                  <a:lnTo>
                    <a:pt x="25882" y="2028875"/>
                  </a:lnTo>
                  <a:lnTo>
                    <a:pt x="25882" y="2042579"/>
                  </a:lnTo>
                  <a:lnTo>
                    <a:pt x="1382280" y="2042579"/>
                  </a:lnTo>
                  <a:lnTo>
                    <a:pt x="1382280" y="2028875"/>
                  </a:lnTo>
                  <a:close/>
                </a:path>
                <a:path w="1407160" h="2054859">
                  <a:moveTo>
                    <a:pt x="1382280" y="12179"/>
                  </a:moveTo>
                  <a:lnTo>
                    <a:pt x="1382280" y="2042579"/>
                  </a:lnTo>
                  <a:lnTo>
                    <a:pt x="1394460" y="2028875"/>
                  </a:lnTo>
                  <a:lnTo>
                    <a:pt x="1406639" y="2028875"/>
                  </a:lnTo>
                  <a:lnTo>
                    <a:pt x="1406639" y="24358"/>
                  </a:lnTo>
                  <a:lnTo>
                    <a:pt x="1394460" y="24358"/>
                  </a:lnTo>
                  <a:lnTo>
                    <a:pt x="1382280" y="12179"/>
                  </a:lnTo>
                  <a:close/>
                </a:path>
                <a:path w="1407160" h="2054859">
                  <a:moveTo>
                    <a:pt x="1406639" y="2028875"/>
                  </a:moveTo>
                  <a:lnTo>
                    <a:pt x="1394460" y="2028875"/>
                  </a:lnTo>
                  <a:lnTo>
                    <a:pt x="1382280" y="2042579"/>
                  </a:lnTo>
                  <a:lnTo>
                    <a:pt x="1406639" y="2042579"/>
                  </a:lnTo>
                  <a:lnTo>
                    <a:pt x="1406639" y="2028875"/>
                  </a:lnTo>
                  <a:close/>
                </a:path>
                <a:path w="1407160" h="2054859">
                  <a:moveTo>
                    <a:pt x="25882" y="12179"/>
                  </a:moveTo>
                  <a:lnTo>
                    <a:pt x="13703" y="24358"/>
                  </a:lnTo>
                  <a:lnTo>
                    <a:pt x="25882" y="24358"/>
                  </a:lnTo>
                  <a:lnTo>
                    <a:pt x="25882" y="12179"/>
                  </a:lnTo>
                  <a:close/>
                </a:path>
                <a:path w="1407160" h="2054859">
                  <a:moveTo>
                    <a:pt x="1382280" y="12179"/>
                  </a:moveTo>
                  <a:lnTo>
                    <a:pt x="25882" y="12179"/>
                  </a:lnTo>
                  <a:lnTo>
                    <a:pt x="25882" y="24358"/>
                  </a:lnTo>
                  <a:lnTo>
                    <a:pt x="1382280" y="24358"/>
                  </a:lnTo>
                  <a:lnTo>
                    <a:pt x="1382280" y="12179"/>
                  </a:lnTo>
                  <a:close/>
                </a:path>
                <a:path w="1407160" h="2054859">
                  <a:moveTo>
                    <a:pt x="1406639" y="12179"/>
                  </a:moveTo>
                  <a:lnTo>
                    <a:pt x="1382280" y="12179"/>
                  </a:lnTo>
                  <a:lnTo>
                    <a:pt x="1394460" y="24358"/>
                  </a:lnTo>
                  <a:lnTo>
                    <a:pt x="1406639" y="24358"/>
                  </a:lnTo>
                  <a:lnTo>
                    <a:pt x="1406639" y="1217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2" name="object 32"/>
          <p:cNvSpPr txBox="1"/>
          <p:nvPr/>
        </p:nvSpPr>
        <p:spPr>
          <a:xfrm>
            <a:off x="1281531" y="5113396"/>
            <a:ext cx="971550" cy="194563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4+6-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&gt;10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8+10-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&gt;18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12+15-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&gt;27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18+27-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&gt;45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n: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s: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101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i:</a:t>
            </a:r>
            <a:r>
              <a:rPr dirty="0" sz="1400" spc="-2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100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t:</a:t>
            </a:r>
            <a:r>
              <a:rPr dirty="0" sz="1400" spc="-15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01</a:t>
            </a:r>
            <a:endParaRPr sz="14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</a:pPr>
            <a:r>
              <a:rPr dirty="0" sz="1400">
                <a:solidFill>
                  <a:srgbClr val="FFFFFF"/>
                </a:solidFill>
                <a:latin typeface="Gulim"/>
                <a:cs typeface="Gulim"/>
              </a:rPr>
              <a:t>e:</a:t>
            </a:r>
            <a:r>
              <a:rPr dirty="0" sz="1400" spc="-10">
                <a:solidFill>
                  <a:srgbClr val="FFFFFF"/>
                </a:solidFill>
                <a:latin typeface="Gulim"/>
                <a:cs typeface="Gulim"/>
              </a:rPr>
              <a:t> </a:t>
            </a:r>
            <a:r>
              <a:rPr dirty="0" sz="1400" spc="-25">
                <a:solidFill>
                  <a:srgbClr val="FFFFFF"/>
                </a:solidFill>
                <a:latin typeface="Gulim"/>
                <a:cs typeface="Gulim"/>
              </a:rPr>
              <a:t>00</a:t>
            </a:r>
            <a:endParaRPr sz="14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437469" y="6920121"/>
            <a:ext cx="135509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©</a:t>
            </a:r>
            <a:r>
              <a:rPr dirty="0" sz="1200" spc="-4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생능출판사</a:t>
            </a:r>
            <a:r>
              <a:rPr dirty="0" sz="1200" spc="-2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2019</a:t>
            </a:r>
            <a:endParaRPr sz="1200">
              <a:latin typeface="Gulim"/>
              <a:cs typeface="Gulim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460982" y="6923296"/>
            <a:ext cx="1809750" cy="20827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Gulim"/>
                <a:cs typeface="Gulim"/>
              </a:rPr>
              <a:t>C로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쉽게</a:t>
            </a:r>
            <a:r>
              <a:rPr dirty="0" sz="1200" spc="-20">
                <a:latin typeface="Gulim"/>
                <a:cs typeface="Gulim"/>
              </a:rPr>
              <a:t> </a:t>
            </a:r>
            <a:r>
              <a:rPr dirty="0" sz="1200">
                <a:latin typeface="Gulim"/>
                <a:cs typeface="Gulim"/>
              </a:rPr>
              <a:t>풀어쓴</a:t>
            </a:r>
            <a:r>
              <a:rPr dirty="0" sz="1200" spc="-35">
                <a:latin typeface="Gulim"/>
                <a:cs typeface="Gulim"/>
              </a:rPr>
              <a:t> </a:t>
            </a:r>
            <a:r>
              <a:rPr dirty="0" sz="1200" spc="-20">
                <a:latin typeface="Gulim"/>
                <a:cs typeface="Gulim"/>
              </a:rPr>
              <a:t>자료구조</a:t>
            </a:r>
            <a:endParaRPr sz="1200">
              <a:latin typeface="Gulim"/>
              <a:cs typeface="Gulim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575306" y="6312065"/>
            <a:ext cx="934707" cy="894105"/>
          </a:xfrm>
          <a:prstGeom prst="rect">
            <a:avLst/>
          </a:prstGeom>
        </p:spPr>
      </p:pic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92966" rIns="0" bIns="0" rtlCol="0" vert="horz">
            <a:spAutoFit/>
          </a:bodyPr>
          <a:lstStyle/>
          <a:p>
            <a:pPr marL="168910">
              <a:lnSpc>
                <a:spcPct val="100000"/>
              </a:lnSpc>
              <a:spcBef>
                <a:spcPts val="100"/>
              </a:spcBef>
            </a:pPr>
            <a:r>
              <a:rPr dirty="0" spc="-1610"/>
              <a:t>이제</a:t>
            </a:r>
            <a:r>
              <a:rPr dirty="0" spc="-265"/>
              <a:t> </a:t>
            </a:r>
            <a:r>
              <a:rPr dirty="0" spc="-1985"/>
              <a:t>나는</a:t>
            </a:r>
            <a:r>
              <a:rPr dirty="0" spc="-260"/>
              <a:t> </a:t>
            </a:r>
            <a:r>
              <a:rPr dirty="0" spc="-1365"/>
              <a:t>할</a:t>
            </a:r>
            <a:r>
              <a:rPr dirty="0" spc="-260"/>
              <a:t> </a:t>
            </a:r>
            <a:r>
              <a:rPr dirty="0" spc="-2600"/>
              <a:t>수</a:t>
            </a:r>
            <a:r>
              <a:rPr dirty="0" spc="-260"/>
              <a:t> </a:t>
            </a:r>
            <a:r>
              <a:rPr dirty="0" spc="-1385"/>
              <a:t>있다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1011798" y="1873958"/>
            <a:ext cx="8608695" cy="3937000"/>
          </a:xfrm>
          <a:prstGeom prst="rect">
            <a:avLst/>
          </a:prstGeom>
        </p:spPr>
        <p:txBody>
          <a:bodyPr wrap="square" lIns="0" tIns="69850" rIns="0" bIns="0" rtlCol="0" vert="horz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550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000">
                <a:latin typeface="Gulim"/>
                <a:cs typeface="Gulim"/>
              </a:rPr>
              <a:t>나는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우선순위큐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자료구조를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이해한다</a:t>
            </a:r>
            <a:r>
              <a:rPr dirty="0" sz="2000" spc="-10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69265" indent="-456565">
              <a:lnSpc>
                <a:spcPct val="100000"/>
              </a:lnSpc>
              <a:spcBef>
                <a:spcPts val="45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000">
                <a:latin typeface="Gulim"/>
                <a:cs typeface="Gulim"/>
              </a:rPr>
              <a:t>나는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우선순위큐를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히프트리로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구현할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있다</a:t>
            </a:r>
            <a:endParaRPr sz="2000">
              <a:latin typeface="Gulim"/>
              <a:cs typeface="Gulim"/>
            </a:endParaRPr>
          </a:p>
          <a:p>
            <a:pPr marL="469265" indent="-456565">
              <a:lnSpc>
                <a:spcPts val="2280"/>
              </a:lnSpc>
              <a:spcBef>
                <a:spcPts val="455"/>
              </a:spcBef>
              <a:buClr>
                <a:srgbClr val="DD8046"/>
              </a:buClr>
              <a:buFont typeface="Arial"/>
              <a:buAutoNum type="arabicPeriod"/>
              <a:tabLst>
                <a:tab pos="469265" algn="l"/>
              </a:tabLst>
            </a:pPr>
            <a:r>
              <a:rPr dirty="0" sz="2000">
                <a:latin typeface="Gulim"/>
                <a:cs typeface="Gulim"/>
              </a:rPr>
              <a:t>나는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우선순위큐를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응용할수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있다</a:t>
            </a:r>
            <a:endParaRPr sz="2000">
              <a:latin typeface="Gulim"/>
              <a:cs typeface="Gulim"/>
            </a:endParaRPr>
          </a:p>
          <a:p>
            <a:pPr marL="469265">
              <a:lnSpc>
                <a:spcPts val="2280"/>
              </a:lnSpc>
            </a:pPr>
            <a:r>
              <a:rPr dirty="0" sz="2000">
                <a:latin typeface="Arial"/>
                <a:cs typeface="Arial"/>
              </a:rPr>
              <a:t>(</a:t>
            </a:r>
            <a:r>
              <a:rPr dirty="0" sz="2000" spc="-15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히프정렬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머쉰스케줄링</a:t>
            </a:r>
            <a:r>
              <a:rPr dirty="0" sz="2000">
                <a:latin typeface="Arial"/>
                <a:cs typeface="Arial"/>
              </a:rPr>
              <a:t>,</a:t>
            </a:r>
            <a:r>
              <a:rPr dirty="0" sz="2000" spc="-30">
                <a:latin typeface="Arial"/>
                <a:cs typeface="Arial"/>
              </a:rPr>
              <a:t> </a:t>
            </a:r>
            <a:r>
              <a:rPr dirty="0" sz="2000" spc="-10">
                <a:latin typeface="Gulim"/>
                <a:cs typeface="Gulim"/>
              </a:rPr>
              <a:t>허프만코드</a:t>
            </a:r>
            <a:r>
              <a:rPr dirty="0" sz="2000" spc="-10">
                <a:latin typeface="Arial"/>
                <a:cs typeface="Arial"/>
              </a:rPr>
              <a:t>)</a:t>
            </a:r>
            <a:endParaRPr sz="2000">
              <a:latin typeface="Arial"/>
              <a:cs typeface="Arial"/>
            </a:endParaRPr>
          </a:p>
          <a:p>
            <a:pPr marL="469265" marR="5080" indent="-457200">
              <a:lnSpc>
                <a:spcPts val="2160"/>
              </a:lnSpc>
              <a:spcBef>
                <a:spcPts val="740"/>
              </a:spcBef>
              <a:buClr>
                <a:srgbClr val="DD8046"/>
              </a:buClr>
              <a:buFont typeface="Arial"/>
              <a:buAutoNum type="arabicPeriod" startAt="4"/>
              <a:tabLst>
                <a:tab pos="469265" algn="l"/>
              </a:tabLst>
            </a:pPr>
            <a:r>
              <a:rPr dirty="0" sz="2000">
                <a:latin typeface="Gulim"/>
                <a:cs typeface="Gulim"/>
              </a:rPr>
              <a:t>나는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우선순위큐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삽입연산에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대해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그림으로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과정을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있고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이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50">
                <a:latin typeface="Gulim"/>
                <a:cs typeface="Gulim"/>
              </a:rPr>
              <a:t>과 </a:t>
            </a:r>
            <a:r>
              <a:rPr dirty="0" sz="2000">
                <a:latin typeface="Gulim"/>
                <a:cs typeface="Gulim"/>
              </a:rPr>
              <a:t>정을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C</a:t>
            </a:r>
            <a:r>
              <a:rPr dirty="0" sz="2000">
                <a:latin typeface="Gulim"/>
                <a:cs typeface="Gulim"/>
              </a:rPr>
              <a:t>코드로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작성할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있다</a:t>
            </a:r>
            <a:endParaRPr sz="2000">
              <a:latin typeface="Gulim"/>
              <a:cs typeface="Gulim"/>
            </a:endParaRPr>
          </a:p>
          <a:p>
            <a:pPr marL="469265" marR="73025" indent="-457200">
              <a:lnSpc>
                <a:spcPts val="2160"/>
              </a:lnSpc>
              <a:spcBef>
                <a:spcPts val="695"/>
              </a:spcBef>
              <a:buClr>
                <a:srgbClr val="DD8046"/>
              </a:buClr>
              <a:buFont typeface="Arial"/>
              <a:buAutoNum type="arabicPeriod" startAt="4"/>
              <a:tabLst>
                <a:tab pos="469265" algn="l"/>
              </a:tabLst>
            </a:pPr>
            <a:r>
              <a:rPr dirty="0" sz="2000">
                <a:latin typeface="Gulim"/>
                <a:cs typeface="Gulim"/>
              </a:rPr>
              <a:t>나는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히프정렬에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대해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그림으로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과정을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그릴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있고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이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과정을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 spc="-25">
                <a:latin typeface="Arial"/>
                <a:cs typeface="Arial"/>
              </a:rPr>
              <a:t>C</a:t>
            </a:r>
            <a:r>
              <a:rPr dirty="0" sz="2000" spc="-25">
                <a:latin typeface="Gulim"/>
                <a:cs typeface="Gulim"/>
              </a:rPr>
              <a:t>코드 </a:t>
            </a:r>
            <a:r>
              <a:rPr dirty="0" sz="2000">
                <a:latin typeface="Gulim"/>
                <a:cs typeface="Gulim"/>
              </a:rPr>
              <a:t>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작성할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25">
                <a:latin typeface="Gulim"/>
                <a:cs typeface="Gulim"/>
              </a:rPr>
              <a:t>있다</a:t>
            </a:r>
            <a:r>
              <a:rPr dirty="0" sz="2000" spc="-25"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469265" marR="196850" indent="-457200">
              <a:lnSpc>
                <a:spcPts val="2160"/>
              </a:lnSpc>
              <a:spcBef>
                <a:spcPts val="690"/>
              </a:spcBef>
              <a:buClr>
                <a:srgbClr val="DD8046"/>
              </a:buClr>
              <a:buFont typeface="Arial"/>
              <a:buAutoNum type="arabicPeriod" startAt="4"/>
              <a:tabLst>
                <a:tab pos="469265" algn="l"/>
              </a:tabLst>
            </a:pPr>
            <a:r>
              <a:rPr dirty="0" sz="2000">
                <a:latin typeface="Gulim"/>
                <a:cs typeface="Gulim"/>
              </a:rPr>
              <a:t>나는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우선순위큐</a:t>
            </a:r>
            <a:r>
              <a:rPr dirty="0" sz="2000" spc="-14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삽입연산에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대해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Arial"/>
                <a:cs typeface="Arial"/>
              </a:rPr>
              <a:t>VS</a:t>
            </a:r>
            <a:r>
              <a:rPr dirty="0" sz="2000">
                <a:latin typeface="Gulim"/>
                <a:cs typeface="Gulim"/>
              </a:rPr>
              <a:t>에서</a:t>
            </a:r>
            <a:r>
              <a:rPr dirty="0" sz="2000" spc="-12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한줄씩</a:t>
            </a:r>
            <a:r>
              <a:rPr dirty="0" sz="2000" spc="-135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수행하면서</a:t>
            </a:r>
            <a:r>
              <a:rPr dirty="0" sz="2000" spc="-145">
                <a:latin typeface="Gulim"/>
                <a:cs typeface="Gulim"/>
              </a:rPr>
              <a:t> </a:t>
            </a:r>
            <a:r>
              <a:rPr dirty="0" sz="2000" spc="-20">
                <a:latin typeface="Gulim"/>
                <a:cs typeface="Gulim"/>
              </a:rPr>
              <a:t>변수창에 </a:t>
            </a:r>
            <a:r>
              <a:rPr dirty="0" sz="2000">
                <a:latin typeface="Gulim"/>
                <a:cs typeface="Gulim"/>
              </a:rPr>
              <a:t>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자료구조가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그림으로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된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과정과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일치하는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지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확인할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수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35">
                <a:latin typeface="Gulim"/>
                <a:cs typeface="Gulim"/>
              </a:rPr>
              <a:t>있다</a:t>
            </a:r>
            <a:endParaRPr sz="2000">
              <a:latin typeface="Gulim"/>
              <a:cs typeface="Gulim"/>
            </a:endParaRPr>
          </a:p>
          <a:p>
            <a:pPr marL="12700">
              <a:lnSpc>
                <a:spcPct val="100000"/>
              </a:lnSpc>
              <a:spcBef>
                <a:spcPts val="2595"/>
              </a:spcBef>
            </a:pPr>
            <a:r>
              <a:rPr dirty="0" sz="2000">
                <a:latin typeface="Arial"/>
                <a:cs typeface="Arial"/>
              </a:rPr>
              <a:t>*</a:t>
            </a:r>
            <a:r>
              <a:rPr dirty="0" sz="2000" spc="-20">
                <a:latin typeface="Arial"/>
                <a:cs typeface="Arial"/>
              </a:rPr>
              <a:t> </a:t>
            </a:r>
            <a:r>
              <a:rPr dirty="0" sz="2000">
                <a:latin typeface="Gulim"/>
                <a:cs typeface="Gulim"/>
              </a:rPr>
              <a:t>정답이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있는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연습문제</a:t>
            </a:r>
            <a:r>
              <a:rPr dirty="0" sz="2000" spc="-13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홀수문제</a:t>
            </a:r>
            <a:r>
              <a:rPr dirty="0" sz="2000" spc="-140">
                <a:latin typeface="Gulim"/>
                <a:cs typeface="Gulim"/>
              </a:rPr>
              <a:t> </a:t>
            </a:r>
            <a:r>
              <a:rPr dirty="0" sz="2000">
                <a:latin typeface="Gulim"/>
                <a:cs typeface="Gulim"/>
              </a:rPr>
              <a:t>꼭</a:t>
            </a:r>
            <a:r>
              <a:rPr dirty="0" sz="2000" spc="-114">
                <a:latin typeface="Gulim"/>
                <a:cs typeface="Gulim"/>
              </a:rPr>
              <a:t> </a:t>
            </a:r>
            <a:r>
              <a:rPr dirty="0" sz="2000" spc="-10">
                <a:latin typeface="Gulim"/>
                <a:cs typeface="Gulim"/>
              </a:rPr>
              <a:t>해결해보세요</a:t>
            </a:r>
            <a:endParaRPr sz="2000">
              <a:latin typeface="Gulim"/>
              <a:cs typeface="Gulim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admin</dc:creator>
  <dcterms:created xsi:type="dcterms:W3CDTF">2026-09-23T01:44:45Z</dcterms:created>
  <dcterms:modified xsi:type="dcterms:W3CDTF">2026-09-23T01:44:45Z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2023-09-04T00:00:00Z</vt:filetime>
  </property>
  <property fmtid="{D5CDD505-2E9C-101B-9397-08002B2CF9AE}" pid="3" name="Creator">
    <vt:lpwstr>Hancom PDF 1.3.0.443</vt:lpwstr>
  </property>
  <property fmtid="{D5CDD505-2E9C-101B-9397-08002B2CF9AE}" pid="4" name="LastSaved">
    <vt:filetime>2026-09-23T00:00:00Z</vt:filetime>
  </property>
  <property fmtid="{D5CDD505-2E9C-101B-9397-08002B2CF9AE}" pid="5" name="PDFVersion">
    <vt:lpwstr>1.4</vt:lpwstr>
  </property>
  <property fmtid="{D5CDD505-2E9C-101B-9397-08002B2CF9AE}" pid="6" name="Producer">
    <vt:lpwstr>Hancom PDF 1.3.0.443</vt:lpwstr>
  </property>
</Properties>
</file>