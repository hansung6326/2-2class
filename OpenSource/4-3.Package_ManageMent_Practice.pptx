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10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974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Management: Web Server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Apache HTTP 서버 설치와 구동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25603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60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Client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45575" y="25603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8945575" y="2560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Server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2788920"/>
            <a:ext cx="5699455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46120" y="237744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8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request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379476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972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response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TCP/IP Protocol 위에서 전송됨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5074920"/>
            <a:ext cx="11185855" cy="1280160"/>
          </a:xfrm>
          <a:prstGeom prst="roundRect">
            <a:avLst>
              <a:gd name="adj" fmla="val 6429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529437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529437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" y="5678424"/>
            <a:ext cx="10746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클라이언트(브라우저)가 웹 서버에 HTTP request를 보내면, 서버는 요청받은 데이터를 담아 HTTP response로 응답합니다.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7"/>
          <p:cNvSpPr/>
          <p:nvPr/>
        </p:nvSpPr>
        <p:spPr>
          <a:xfrm>
            <a:off x="3246120" y="3581400"/>
            <a:ext cx="5699455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headEnd type="triangle" w="med" len="med"/>
            <a:tailEnd type="none" w="med" len="me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요청을 처리(serve)할 수 있는 서버 소프트웨어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브라우저가 HTTP 프로토콜로 파일을 요청하면, 웹 서버는: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0888" y="292608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2056" y="3342132"/>
            <a:ext cx="402336" cy="402336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02056" y="33421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78128" y="3090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수신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78128" y="3493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브라우저의 요청을 받아들임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4208" y="292608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5376" y="3342132"/>
            <a:ext cx="402336" cy="402336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5376" y="33421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81448" y="3090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탐색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181448" y="3493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요청된 문서를 찾음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7528" y="292608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8696" y="3342132"/>
            <a:ext cx="402336" cy="402336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08696" y="33421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84768" y="3090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전송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884768" y="3493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문서를 브라우저로 전송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617720"/>
            <a:ext cx="11185855" cy="1691640"/>
          </a:xfrm>
          <a:prstGeom prst="roundRect">
            <a:avLst>
              <a:gd name="adj" fmla="val 4865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4837176"/>
            <a:ext cx="2098548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4837176"/>
            <a:ext cx="2098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Web Server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" y="5221224"/>
            <a:ext cx="107469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오픈소스이며 크로스 플랫폼(cross-platform)을 지원하는 대표적인 웹 서버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실습에서는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</a:t>
            </a:r>
            <a:r>
              <a:rPr lang="en-US" altLang="ko-KR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r>
              <a:rPr lang="ko-KR" alt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이용하여 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Web</a:t>
            </a:r>
            <a:r>
              <a:rPr lang="ko-KR" alt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설치하고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구동합니다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Install Apache HTTP Server 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272284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272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345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Check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4734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설치 여부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7071055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82312" y="1881835"/>
            <a:ext cx="674187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 | grep httpd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817620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8176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5798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Info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3000" y="40187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정보 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3328416"/>
            <a:ext cx="7071055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82312" y="3427171"/>
            <a:ext cx="674187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info httpd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362956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53629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1252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Installation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43000" y="55641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설치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4873752"/>
            <a:ext cx="7071055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82312" y="4972507"/>
            <a:ext cx="674187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httpd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Install Apache HTTP Server (2)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272284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272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345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Startup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4734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서비스를 시작하고 상태 확인, 부팅 시 자동 시작 설정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7071055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82312" y="1881835"/>
            <a:ext cx="674187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httpd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status httpd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enable httpd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5410048" cy="2606040"/>
          </a:xfrm>
          <a:prstGeom prst="roundRect">
            <a:avLst>
              <a:gd name="adj" fmla="val 3158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3648456"/>
            <a:ext cx="1257300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" y="3648456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보안 그룹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2376" y="4032504"/>
            <a:ext cx="497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Security Group의 Inbound Rules에서 TCP 80번 포트로 들어오는 트래픽을 허용해야 합니다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허용하지 않으면 외부에서 브라우저로 접속할 수 없습니다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8728" y="3429000"/>
            <a:ext cx="5410048" cy="2606040"/>
          </a:xfrm>
          <a:prstGeom prst="roundRect">
            <a:avLst>
              <a:gd name="adj" fmla="val 3158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8184" y="3648456"/>
            <a:ext cx="104698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17" name="Text 15"/>
          <p:cNvSpPr/>
          <p:nvPr/>
        </p:nvSpPr>
        <p:spPr>
          <a:xfrm>
            <a:off x="6498184" y="3648456"/>
            <a:ext cx="104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확인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8184" y="4032504"/>
            <a:ext cx="497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주소창에 EC2의 퍼블릭 IP 또는 퍼블릭 DNS를 입력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httpd의 기본 페이지(Apache Test Page)가 표시되면 설치 및 구동 성공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268</Words>
  <Application>Microsoft Office PowerPoint</Application>
  <PresentationFormat>와이드스크린</PresentationFormat>
  <Paragraphs>69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2026-08-24T13:22:04Z</dcterms:created>
  <dcterms:modified xsi:type="dcterms:W3CDTF">2026-09-11T01:55:30Z</dcterms:modified>
</cp:coreProperties>
</file>